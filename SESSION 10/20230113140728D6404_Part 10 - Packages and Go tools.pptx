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8" r:id="rId2"/>
    <p:sldId id="288" r:id="rId3"/>
    <p:sldId id="290" r:id="rId4"/>
    <p:sldId id="291" r:id="rId5"/>
    <p:sldId id="292" r:id="rId6"/>
    <p:sldId id="293" r:id="rId7"/>
    <p:sldId id="294" r:id="rId8"/>
    <p:sldId id="295" r:id="rId9"/>
    <p:sldId id="296" r:id="rId10"/>
    <p:sldId id="297" r:id="rId11"/>
    <p:sldId id="298" r:id="rId12"/>
    <p:sldId id="299" r:id="rId13"/>
    <p:sldId id="300" r:id="rId14"/>
    <p:sldId id="301" r:id="rId15"/>
    <p:sldId id="302" r:id="rId16"/>
    <p:sldId id="303" r:id="rId17"/>
    <p:sldId id="289" r:id="rId18"/>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27C0728-BFBA-4018-A895-7E45D940962F}">
          <p14:sldIdLst>
            <p14:sldId id="258"/>
          </p14:sldIdLst>
        </p14:section>
        <p14:section name="COURSE CONTENT" id="{F4927CBE-FA17-46D1-BAAE-887D0AF2CCBF}">
          <p14:sldIdLst>
            <p14:sldId id="288"/>
            <p14:sldId id="290"/>
            <p14:sldId id="291"/>
            <p14:sldId id="292"/>
            <p14:sldId id="293"/>
            <p14:sldId id="294"/>
            <p14:sldId id="295"/>
            <p14:sldId id="296"/>
            <p14:sldId id="297"/>
            <p14:sldId id="298"/>
            <p14:sldId id="299"/>
            <p14:sldId id="300"/>
            <p14:sldId id="301"/>
            <p14:sldId id="302"/>
            <p14:sldId id="303"/>
          </p14:sldIdLst>
        </p14:section>
        <p14:section name="REFERENCE" id="{82098E28-DACF-4424-86A1-E861B2DCC6FF}">
          <p14:sldIdLst>
            <p14:sldId id="28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F15"/>
    <a:srgbClr val="008FD5"/>
    <a:srgbClr val="F7F7F7"/>
    <a:srgbClr val="558FD5"/>
    <a:srgbClr val="0079B8"/>
    <a:srgbClr val="0081B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41DB65-700D-47A1-82C0-71ED56D4F9A5}" v="2" dt="2023-01-02T09:33:45.9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sti Pangestu" userId="S::gusti.pangestu@binus.ac.id::7768735c-5c0d-4d9b-b550-ead0b3c82a30" providerId="AD" clId="Web-{545CF8EE-C950-CF5E-EA51-348C50644DAE}"/>
    <pc:docChg chg="delSld modSection">
      <pc:chgData name="Gusti Pangestu" userId="S::gusti.pangestu@binus.ac.id::7768735c-5c0d-4d9b-b550-ead0b3c82a30" providerId="AD" clId="Web-{545CF8EE-C950-CF5E-EA51-348C50644DAE}" dt="2022-11-02T09:50:50.443" v="7"/>
      <pc:docMkLst>
        <pc:docMk/>
      </pc:docMkLst>
      <pc:sldChg chg="del">
        <pc:chgData name="Gusti Pangestu" userId="S::gusti.pangestu@binus.ac.id::7768735c-5c0d-4d9b-b550-ead0b3c82a30" providerId="AD" clId="Web-{545CF8EE-C950-CF5E-EA51-348C50644DAE}" dt="2022-11-02T09:50:50.443" v="7"/>
        <pc:sldMkLst>
          <pc:docMk/>
          <pc:sldMk cId="2466898216" sldId="291"/>
        </pc:sldMkLst>
      </pc:sldChg>
      <pc:sldChg chg="del">
        <pc:chgData name="Gusti Pangestu" userId="S::gusti.pangestu@binus.ac.id::7768735c-5c0d-4d9b-b550-ead0b3c82a30" providerId="AD" clId="Web-{545CF8EE-C950-CF5E-EA51-348C50644DAE}" dt="2022-11-02T09:50:50.443" v="6"/>
        <pc:sldMkLst>
          <pc:docMk/>
          <pc:sldMk cId="3525839078" sldId="292"/>
        </pc:sldMkLst>
      </pc:sldChg>
      <pc:sldChg chg="del">
        <pc:chgData name="Gusti Pangestu" userId="S::gusti.pangestu@binus.ac.id::7768735c-5c0d-4d9b-b550-ead0b3c82a30" providerId="AD" clId="Web-{545CF8EE-C950-CF5E-EA51-348C50644DAE}" dt="2022-11-02T09:50:50.443" v="5"/>
        <pc:sldMkLst>
          <pc:docMk/>
          <pc:sldMk cId="4076145057" sldId="293"/>
        </pc:sldMkLst>
      </pc:sldChg>
      <pc:sldChg chg="del">
        <pc:chgData name="Gusti Pangestu" userId="S::gusti.pangestu@binus.ac.id::7768735c-5c0d-4d9b-b550-ead0b3c82a30" providerId="AD" clId="Web-{545CF8EE-C950-CF5E-EA51-348C50644DAE}" dt="2022-11-02T09:50:50.443" v="4"/>
        <pc:sldMkLst>
          <pc:docMk/>
          <pc:sldMk cId="1654806926" sldId="294"/>
        </pc:sldMkLst>
      </pc:sldChg>
      <pc:sldChg chg="del">
        <pc:chgData name="Gusti Pangestu" userId="S::gusti.pangestu@binus.ac.id::7768735c-5c0d-4d9b-b550-ead0b3c82a30" providerId="AD" clId="Web-{545CF8EE-C950-CF5E-EA51-348C50644DAE}" dt="2022-11-02T09:50:50.443" v="3"/>
        <pc:sldMkLst>
          <pc:docMk/>
          <pc:sldMk cId="1695190657" sldId="295"/>
        </pc:sldMkLst>
      </pc:sldChg>
      <pc:sldChg chg="del">
        <pc:chgData name="Gusti Pangestu" userId="S::gusti.pangestu@binus.ac.id::7768735c-5c0d-4d9b-b550-ead0b3c82a30" providerId="AD" clId="Web-{545CF8EE-C950-CF5E-EA51-348C50644DAE}" dt="2022-11-02T09:50:50.443" v="2"/>
        <pc:sldMkLst>
          <pc:docMk/>
          <pc:sldMk cId="1038788887" sldId="296"/>
        </pc:sldMkLst>
      </pc:sldChg>
      <pc:sldChg chg="del">
        <pc:chgData name="Gusti Pangestu" userId="S::gusti.pangestu@binus.ac.id::7768735c-5c0d-4d9b-b550-ead0b3c82a30" providerId="AD" clId="Web-{545CF8EE-C950-CF5E-EA51-348C50644DAE}" dt="2022-11-02T09:50:50.443" v="1"/>
        <pc:sldMkLst>
          <pc:docMk/>
          <pc:sldMk cId="1449165949" sldId="297"/>
        </pc:sldMkLst>
      </pc:sldChg>
      <pc:sldChg chg="del">
        <pc:chgData name="Gusti Pangestu" userId="S::gusti.pangestu@binus.ac.id::7768735c-5c0d-4d9b-b550-ead0b3c82a30" providerId="AD" clId="Web-{545CF8EE-C950-CF5E-EA51-348C50644DAE}" dt="2022-11-02T09:50:50.443" v="0"/>
        <pc:sldMkLst>
          <pc:docMk/>
          <pc:sldMk cId="1604491517" sldId="298"/>
        </pc:sldMkLst>
      </pc:sldChg>
    </pc:docChg>
  </pc:docChgLst>
  <pc:docChgLst>
    <pc:chgData name="Gusti Pangestu" userId="S::gusti.pangestu@binus.ac.id::7768735c-5c0d-4d9b-b550-ead0b3c82a30" providerId="AD" clId="Web-{CE3EDE46-5A29-B0DA-503C-90F3093E0DF2}"/>
    <pc:docChg chg="addSld delSld modSld modSection">
      <pc:chgData name="Gusti Pangestu" userId="S::gusti.pangestu@binus.ac.id::7768735c-5c0d-4d9b-b550-ead0b3c82a30" providerId="AD" clId="Web-{CE3EDE46-5A29-B0DA-503C-90F3093E0DF2}" dt="2022-11-17T04:12:11.346" v="305" actId="1076"/>
      <pc:docMkLst>
        <pc:docMk/>
      </pc:docMkLst>
      <pc:sldChg chg="addSp modSp">
        <pc:chgData name="Gusti Pangestu" userId="S::gusti.pangestu@binus.ac.id::7768735c-5c0d-4d9b-b550-ead0b3c82a30" providerId="AD" clId="Web-{CE3EDE46-5A29-B0DA-503C-90F3093E0DF2}" dt="2022-11-17T02:30:06.464" v="9" actId="1076"/>
        <pc:sldMkLst>
          <pc:docMk/>
          <pc:sldMk cId="1339754843" sldId="292"/>
        </pc:sldMkLst>
        <pc:spChg chg="mod">
          <ac:chgData name="Gusti Pangestu" userId="S::gusti.pangestu@binus.ac.id::7768735c-5c0d-4d9b-b550-ead0b3c82a30" providerId="AD" clId="Web-{CE3EDE46-5A29-B0DA-503C-90F3093E0DF2}" dt="2022-11-17T02:29:39.775" v="2" actId="20577"/>
          <ac:spMkLst>
            <pc:docMk/>
            <pc:sldMk cId="1339754843" sldId="292"/>
            <ac:spMk id="2" creationId="{2CD4D38E-151C-E926-4A5E-2418D5764E48}"/>
          </ac:spMkLst>
        </pc:spChg>
        <pc:spChg chg="mod">
          <ac:chgData name="Gusti Pangestu" userId="S::gusti.pangestu@binus.ac.id::7768735c-5c0d-4d9b-b550-ead0b3c82a30" providerId="AD" clId="Web-{CE3EDE46-5A29-B0DA-503C-90F3093E0DF2}" dt="2022-11-17T02:30:02.245" v="7" actId="20577"/>
          <ac:spMkLst>
            <pc:docMk/>
            <pc:sldMk cId="1339754843" sldId="292"/>
            <ac:spMk id="3" creationId="{C335E920-A773-D16F-8C4B-B58D0B92E14B}"/>
          </ac:spMkLst>
        </pc:spChg>
        <pc:picChg chg="add mod">
          <ac:chgData name="Gusti Pangestu" userId="S::gusti.pangestu@binus.ac.id::7768735c-5c0d-4d9b-b550-ead0b3c82a30" providerId="AD" clId="Web-{CE3EDE46-5A29-B0DA-503C-90F3093E0DF2}" dt="2022-11-17T02:30:06.464" v="9" actId="1076"/>
          <ac:picMkLst>
            <pc:docMk/>
            <pc:sldMk cId="1339754843" sldId="292"/>
            <ac:picMk id="4" creationId="{1BA222C6-0E1E-1340-EC89-57C5A3678DA5}"/>
          </ac:picMkLst>
        </pc:picChg>
      </pc:sldChg>
      <pc:sldChg chg="modSp new">
        <pc:chgData name="Gusti Pangestu" userId="S::gusti.pangestu@binus.ac.id::7768735c-5c0d-4d9b-b550-ead0b3c82a30" providerId="AD" clId="Web-{CE3EDE46-5A29-B0DA-503C-90F3093E0DF2}" dt="2022-11-17T02:39:44.199" v="37" actId="20577"/>
        <pc:sldMkLst>
          <pc:docMk/>
          <pc:sldMk cId="1054886527" sldId="293"/>
        </pc:sldMkLst>
        <pc:spChg chg="mod">
          <ac:chgData name="Gusti Pangestu" userId="S::gusti.pangestu@binus.ac.id::7768735c-5c0d-4d9b-b550-ead0b3c82a30" providerId="AD" clId="Web-{CE3EDE46-5A29-B0DA-503C-90F3093E0DF2}" dt="2022-11-17T02:37:00.737" v="11" actId="20577"/>
          <ac:spMkLst>
            <pc:docMk/>
            <pc:sldMk cId="1054886527" sldId="293"/>
            <ac:spMk id="2" creationId="{A25E6832-DE91-DAFB-DDE1-D779DC886C1C}"/>
          </ac:spMkLst>
        </pc:spChg>
        <pc:spChg chg="mod">
          <ac:chgData name="Gusti Pangestu" userId="S::gusti.pangestu@binus.ac.id::7768735c-5c0d-4d9b-b550-ead0b3c82a30" providerId="AD" clId="Web-{CE3EDE46-5A29-B0DA-503C-90F3093E0DF2}" dt="2022-11-17T02:39:44.199" v="37" actId="20577"/>
          <ac:spMkLst>
            <pc:docMk/>
            <pc:sldMk cId="1054886527" sldId="293"/>
            <ac:spMk id="3" creationId="{FD220624-B9A7-EBEF-D81E-15866C8200F6}"/>
          </ac:spMkLst>
        </pc:spChg>
      </pc:sldChg>
      <pc:sldChg chg="addSp modSp new mod modClrScheme chgLayout">
        <pc:chgData name="Gusti Pangestu" userId="S::gusti.pangestu@binus.ac.id::7768735c-5c0d-4d9b-b550-ead0b3c82a30" providerId="AD" clId="Web-{CE3EDE46-5A29-B0DA-503C-90F3093E0DF2}" dt="2022-11-17T02:40:25.358" v="51"/>
        <pc:sldMkLst>
          <pc:docMk/>
          <pc:sldMk cId="684104041" sldId="294"/>
        </pc:sldMkLst>
        <pc:spChg chg="mod">
          <ac:chgData name="Gusti Pangestu" userId="S::gusti.pangestu@binus.ac.id::7768735c-5c0d-4d9b-b550-ead0b3c82a30" providerId="AD" clId="Web-{CE3EDE46-5A29-B0DA-503C-90F3093E0DF2}" dt="2022-11-17T02:40:25.358" v="51"/>
          <ac:spMkLst>
            <pc:docMk/>
            <pc:sldMk cId="684104041" sldId="294"/>
            <ac:spMk id="2" creationId="{76446C04-98C7-48D6-ACC9-484320EC91C9}"/>
          </ac:spMkLst>
        </pc:spChg>
        <pc:spChg chg="mod ord">
          <ac:chgData name="Gusti Pangestu" userId="S::gusti.pangestu@binus.ac.id::7768735c-5c0d-4d9b-b550-ead0b3c82a30" providerId="AD" clId="Web-{CE3EDE46-5A29-B0DA-503C-90F3093E0DF2}" dt="2022-11-17T02:40:25.358" v="51"/>
          <ac:spMkLst>
            <pc:docMk/>
            <pc:sldMk cId="684104041" sldId="294"/>
            <ac:spMk id="3" creationId="{AA33375F-B4CA-4565-DB0C-9246CAF6A535}"/>
          </ac:spMkLst>
        </pc:spChg>
        <pc:picChg chg="add mod">
          <ac:chgData name="Gusti Pangestu" userId="S::gusti.pangestu@binus.ac.id::7768735c-5c0d-4d9b-b550-ead0b3c82a30" providerId="AD" clId="Web-{CE3EDE46-5A29-B0DA-503C-90F3093E0DF2}" dt="2022-11-17T02:40:25.358" v="51"/>
          <ac:picMkLst>
            <pc:docMk/>
            <pc:sldMk cId="684104041" sldId="294"/>
            <ac:picMk id="4" creationId="{A9A3C4D7-FECD-3F78-E8F0-E813A4AC1BD2}"/>
          </ac:picMkLst>
        </pc:picChg>
      </pc:sldChg>
      <pc:sldChg chg="addSp delSp modSp new mod modClrScheme chgLayout">
        <pc:chgData name="Gusti Pangestu" userId="S::gusti.pangestu@binus.ac.id::7768735c-5c0d-4d9b-b550-ead0b3c82a30" providerId="AD" clId="Web-{CE3EDE46-5A29-B0DA-503C-90F3093E0DF2}" dt="2022-11-17T02:44:05.964" v="69" actId="14100"/>
        <pc:sldMkLst>
          <pc:docMk/>
          <pc:sldMk cId="3833624046" sldId="295"/>
        </pc:sldMkLst>
        <pc:spChg chg="del mod ord">
          <ac:chgData name="Gusti Pangestu" userId="S::gusti.pangestu@binus.ac.id::7768735c-5c0d-4d9b-b550-ead0b3c82a30" providerId="AD" clId="Web-{CE3EDE46-5A29-B0DA-503C-90F3093E0DF2}" dt="2022-11-17T02:41:59.629" v="54"/>
          <ac:spMkLst>
            <pc:docMk/>
            <pc:sldMk cId="3833624046" sldId="295"/>
            <ac:spMk id="2" creationId="{32CE7728-BA47-DFDE-8044-340872129C40}"/>
          </ac:spMkLst>
        </pc:spChg>
        <pc:spChg chg="add del mod ord">
          <ac:chgData name="Gusti Pangestu" userId="S::gusti.pangestu@binus.ac.id::7768735c-5c0d-4d9b-b550-ead0b3c82a30" providerId="AD" clId="Web-{CE3EDE46-5A29-B0DA-503C-90F3093E0DF2}" dt="2022-11-17T02:42:10.551" v="57"/>
          <ac:spMkLst>
            <pc:docMk/>
            <pc:sldMk cId="3833624046" sldId="295"/>
            <ac:spMk id="3" creationId="{EDEFBE65-CBB3-48E4-18C8-528F93474F0B}"/>
          </ac:spMkLst>
        </pc:spChg>
        <pc:spChg chg="del">
          <ac:chgData name="Gusti Pangestu" userId="S::gusti.pangestu@binus.ac.id::7768735c-5c0d-4d9b-b550-ead0b3c82a30" providerId="AD" clId="Web-{CE3EDE46-5A29-B0DA-503C-90F3093E0DF2}" dt="2022-11-17T02:41:38.737" v="53"/>
          <ac:spMkLst>
            <pc:docMk/>
            <pc:sldMk cId="3833624046" sldId="295"/>
            <ac:spMk id="4" creationId="{7187D58D-4EF1-2160-99A8-AB9844A0EEE7}"/>
          </ac:spMkLst>
        </pc:spChg>
        <pc:spChg chg="add mod">
          <ac:chgData name="Gusti Pangestu" userId="S::gusti.pangestu@binus.ac.id::7768735c-5c0d-4d9b-b550-ead0b3c82a30" providerId="AD" clId="Web-{CE3EDE46-5A29-B0DA-503C-90F3093E0DF2}" dt="2022-11-17T02:44:00.620" v="66" actId="20577"/>
          <ac:spMkLst>
            <pc:docMk/>
            <pc:sldMk cId="3833624046" sldId="295"/>
            <ac:spMk id="7" creationId="{E569D11F-FDB9-70B7-FD76-B0C4C2FC4EFE}"/>
          </ac:spMkLst>
        </pc:spChg>
        <pc:picChg chg="add del mod ord">
          <ac:chgData name="Gusti Pangestu" userId="S::gusti.pangestu@binus.ac.id::7768735c-5c0d-4d9b-b550-ead0b3c82a30" providerId="AD" clId="Web-{CE3EDE46-5A29-B0DA-503C-90F3093E0DF2}" dt="2022-11-17T02:42:04.473" v="56"/>
          <ac:picMkLst>
            <pc:docMk/>
            <pc:sldMk cId="3833624046" sldId="295"/>
            <ac:picMk id="5" creationId="{663F456C-BCDF-1D52-ACC7-3BF3289B86E2}"/>
          </ac:picMkLst>
        </pc:picChg>
        <pc:picChg chg="add mod ord">
          <ac:chgData name="Gusti Pangestu" userId="S::gusti.pangestu@binus.ac.id::7768735c-5c0d-4d9b-b550-ead0b3c82a30" providerId="AD" clId="Web-{CE3EDE46-5A29-B0DA-503C-90F3093E0DF2}" dt="2022-11-17T02:42:13.989" v="58" actId="1076"/>
          <ac:picMkLst>
            <pc:docMk/>
            <pc:sldMk cId="3833624046" sldId="295"/>
            <ac:picMk id="6" creationId="{DE0AFD10-B38B-4736-E5FD-BC6338DF9C66}"/>
          </ac:picMkLst>
        </pc:picChg>
        <pc:picChg chg="add mod">
          <ac:chgData name="Gusti Pangestu" userId="S::gusti.pangestu@binus.ac.id::7768735c-5c0d-4d9b-b550-ead0b3c82a30" providerId="AD" clId="Web-{CE3EDE46-5A29-B0DA-503C-90F3093E0DF2}" dt="2022-11-17T02:44:05.964" v="69" actId="14100"/>
          <ac:picMkLst>
            <pc:docMk/>
            <pc:sldMk cId="3833624046" sldId="295"/>
            <ac:picMk id="8" creationId="{10C6FBC8-0B03-9A9F-4D6B-13D822939E96}"/>
          </ac:picMkLst>
        </pc:picChg>
      </pc:sldChg>
      <pc:sldChg chg="addSp modSp new mod modClrScheme chgLayout">
        <pc:chgData name="Gusti Pangestu" userId="S::gusti.pangestu@binus.ac.id::7768735c-5c0d-4d9b-b550-ead0b3c82a30" providerId="AD" clId="Web-{CE3EDE46-5A29-B0DA-503C-90F3093E0DF2}" dt="2022-11-17T02:46:04.361" v="84"/>
        <pc:sldMkLst>
          <pc:docMk/>
          <pc:sldMk cId="2301636605" sldId="296"/>
        </pc:sldMkLst>
        <pc:spChg chg="mod">
          <ac:chgData name="Gusti Pangestu" userId="S::gusti.pangestu@binus.ac.id::7768735c-5c0d-4d9b-b550-ead0b3c82a30" providerId="AD" clId="Web-{CE3EDE46-5A29-B0DA-503C-90F3093E0DF2}" dt="2022-11-17T02:46:04.361" v="84"/>
          <ac:spMkLst>
            <pc:docMk/>
            <pc:sldMk cId="2301636605" sldId="296"/>
            <ac:spMk id="2" creationId="{B48C2AE9-E331-7958-15CD-63DA57763CE7}"/>
          </ac:spMkLst>
        </pc:spChg>
        <pc:spChg chg="mod ord">
          <ac:chgData name="Gusti Pangestu" userId="S::gusti.pangestu@binus.ac.id::7768735c-5c0d-4d9b-b550-ead0b3c82a30" providerId="AD" clId="Web-{CE3EDE46-5A29-B0DA-503C-90F3093E0DF2}" dt="2022-11-17T02:46:04.361" v="84"/>
          <ac:spMkLst>
            <pc:docMk/>
            <pc:sldMk cId="2301636605" sldId="296"/>
            <ac:spMk id="3" creationId="{E3E777C0-8FB7-C65C-56C4-F6BA3B60593F}"/>
          </ac:spMkLst>
        </pc:spChg>
        <pc:picChg chg="add mod">
          <ac:chgData name="Gusti Pangestu" userId="S::gusti.pangestu@binus.ac.id::7768735c-5c0d-4d9b-b550-ead0b3c82a30" providerId="AD" clId="Web-{CE3EDE46-5A29-B0DA-503C-90F3093E0DF2}" dt="2022-11-17T02:46:04.361" v="84"/>
          <ac:picMkLst>
            <pc:docMk/>
            <pc:sldMk cId="2301636605" sldId="296"/>
            <ac:picMk id="4" creationId="{479F3450-FDC9-16B6-63F3-28C32AE60EA7}"/>
          </ac:picMkLst>
        </pc:picChg>
      </pc:sldChg>
      <pc:sldChg chg="addSp delSp modSp new mod modClrScheme chgLayout">
        <pc:chgData name="Gusti Pangestu" userId="S::gusti.pangestu@binus.ac.id::7768735c-5c0d-4d9b-b550-ead0b3c82a30" providerId="AD" clId="Web-{CE3EDE46-5A29-B0DA-503C-90F3093E0DF2}" dt="2022-11-17T02:58:34.138" v="119"/>
        <pc:sldMkLst>
          <pc:docMk/>
          <pc:sldMk cId="2568124687" sldId="297"/>
        </pc:sldMkLst>
        <pc:spChg chg="mod ord">
          <ac:chgData name="Gusti Pangestu" userId="S::gusti.pangestu@binus.ac.id::7768735c-5c0d-4d9b-b550-ead0b3c82a30" providerId="AD" clId="Web-{CE3EDE46-5A29-B0DA-503C-90F3093E0DF2}" dt="2022-11-17T02:58:31.106" v="118"/>
          <ac:spMkLst>
            <pc:docMk/>
            <pc:sldMk cId="2568124687" sldId="297"/>
            <ac:spMk id="2" creationId="{CB715408-0DF7-2FEE-EC89-772E8AACCD76}"/>
          </ac:spMkLst>
        </pc:spChg>
        <pc:spChg chg="del mod ord">
          <ac:chgData name="Gusti Pangestu" userId="S::gusti.pangestu@binus.ac.id::7768735c-5c0d-4d9b-b550-ead0b3c82a30" providerId="AD" clId="Web-{CE3EDE46-5A29-B0DA-503C-90F3093E0DF2}" dt="2022-11-17T02:58:34.138" v="119"/>
          <ac:spMkLst>
            <pc:docMk/>
            <pc:sldMk cId="2568124687" sldId="297"/>
            <ac:spMk id="3" creationId="{F0582F19-7330-1AAC-5479-F83EA9FC21E7}"/>
          </ac:spMkLst>
        </pc:spChg>
        <pc:spChg chg="del">
          <ac:chgData name="Gusti Pangestu" userId="S::gusti.pangestu@binus.ac.id::7768735c-5c0d-4d9b-b550-ead0b3c82a30" providerId="AD" clId="Web-{CE3EDE46-5A29-B0DA-503C-90F3093E0DF2}" dt="2022-11-17T02:58:31.106" v="118"/>
          <ac:spMkLst>
            <pc:docMk/>
            <pc:sldMk cId="2568124687" sldId="297"/>
            <ac:spMk id="4" creationId="{D7548E84-2546-3A42-5B73-E298665ADD37}"/>
          </ac:spMkLst>
        </pc:spChg>
        <pc:picChg chg="add mod ord">
          <ac:chgData name="Gusti Pangestu" userId="S::gusti.pangestu@binus.ac.id::7768735c-5c0d-4d9b-b550-ead0b3c82a30" providerId="AD" clId="Web-{CE3EDE46-5A29-B0DA-503C-90F3093E0DF2}" dt="2022-11-17T02:58:34.138" v="119"/>
          <ac:picMkLst>
            <pc:docMk/>
            <pc:sldMk cId="2568124687" sldId="297"/>
            <ac:picMk id="5" creationId="{BAB171C5-00AE-6911-18FF-1C0281F79BDE}"/>
          </ac:picMkLst>
        </pc:picChg>
      </pc:sldChg>
      <pc:sldChg chg="modSp new del">
        <pc:chgData name="Gusti Pangestu" userId="S::gusti.pangestu@binus.ac.id::7768735c-5c0d-4d9b-b550-ead0b3c82a30" providerId="AD" clId="Web-{CE3EDE46-5A29-B0DA-503C-90F3093E0DF2}" dt="2022-11-17T02:55:07.845" v="97"/>
        <pc:sldMkLst>
          <pc:docMk/>
          <pc:sldMk cId="3739284830" sldId="297"/>
        </pc:sldMkLst>
        <pc:spChg chg="mod">
          <ac:chgData name="Gusti Pangestu" userId="S::gusti.pangestu@binus.ac.id::7768735c-5c0d-4d9b-b550-ead0b3c82a30" providerId="AD" clId="Web-{CE3EDE46-5A29-B0DA-503C-90F3093E0DF2}" dt="2022-11-17T02:55:07.157" v="96" actId="20577"/>
          <ac:spMkLst>
            <pc:docMk/>
            <pc:sldMk cId="3739284830" sldId="297"/>
            <ac:spMk id="2" creationId="{7F64B7DE-455C-0D22-DD1C-CB06EAEC75C4}"/>
          </ac:spMkLst>
        </pc:spChg>
      </pc:sldChg>
      <pc:sldChg chg="addSp delSp modSp new">
        <pc:chgData name="Gusti Pangestu" userId="S::gusti.pangestu@binus.ac.id::7768735c-5c0d-4d9b-b550-ead0b3c82a30" providerId="AD" clId="Web-{CE3EDE46-5A29-B0DA-503C-90F3093E0DF2}" dt="2022-11-17T03:31:36.515" v="124" actId="14100"/>
        <pc:sldMkLst>
          <pc:docMk/>
          <pc:sldMk cId="1685238828" sldId="298"/>
        </pc:sldMkLst>
        <pc:spChg chg="del">
          <ac:chgData name="Gusti Pangestu" userId="S::gusti.pangestu@binus.ac.id::7768735c-5c0d-4d9b-b550-ead0b3c82a30" providerId="AD" clId="Web-{CE3EDE46-5A29-B0DA-503C-90F3093E0DF2}" dt="2022-11-17T03:31:25.249" v="122"/>
          <ac:spMkLst>
            <pc:docMk/>
            <pc:sldMk cId="1685238828" sldId="298"/>
            <ac:spMk id="2" creationId="{86222EB7-46A5-B329-4713-55BED742F115}"/>
          </ac:spMkLst>
        </pc:spChg>
        <pc:spChg chg="del">
          <ac:chgData name="Gusti Pangestu" userId="S::gusti.pangestu@binus.ac.id::7768735c-5c0d-4d9b-b550-ead0b3c82a30" providerId="AD" clId="Web-{CE3EDE46-5A29-B0DA-503C-90F3093E0DF2}" dt="2022-11-17T03:31:23.093" v="121"/>
          <ac:spMkLst>
            <pc:docMk/>
            <pc:sldMk cId="1685238828" sldId="298"/>
            <ac:spMk id="3" creationId="{2743A34F-EFF0-F950-6647-02A0622EAECE}"/>
          </ac:spMkLst>
        </pc:spChg>
        <pc:picChg chg="add mod ord">
          <ac:chgData name="Gusti Pangestu" userId="S::gusti.pangestu@binus.ac.id::7768735c-5c0d-4d9b-b550-ead0b3c82a30" providerId="AD" clId="Web-{CE3EDE46-5A29-B0DA-503C-90F3093E0DF2}" dt="2022-11-17T03:31:36.515" v="124" actId="14100"/>
          <ac:picMkLst>
            <pc:docMk/>
            <pc:sldMk cId="1685238828" sldId="298"/>
            <ac:picMk id="4" creationId="{7930E9D0-B875-6F14-A628-223A28A139C2}"/>
          </ac:picMkLst>
        </pc:picChg>
      </pc:sldChg>
      <pc:sldChg chg="modSp new">
        <pc:chgData name="Gusti Pangestu" userId="S::gusti.pangestu@binus.ac.id::7768735c-5c0d-4d9b-b550-ead0b3c82a30" providerId="AD" clId="Web-{CE3EDE46-5A29-B0DA-503C-90F3093E0DF2}" dt="2022-11-17T03:43:03.632" v="136" actId="20577"/>
        <pc:sldMkLst>
          <pc:docMk/>
          <pc:sldMk cId="2835585452" sldId="299"/>
        </pc:sldMkLst>
        <pc:spChg chg="mod">
          <ac:chgData name="Gusti Pangestu" userId="S::gusti.pangestu@binus.ac.id::7768735c-5c0d-4d9b-b550-ead0b3c82a30" providerId="AD" clId="Web-{CE3EDE46-5A29-B0DA-503C-90F3093E0DF2}" dt="2022-11-17T03:40:30.798" v="127" actId="20577"/>
          <ac:spMkLst>
            <pc:docMk/>
            <pc:sldMk cId="2835585452" sldId="299"/>
            <ac:spMk id="2" creationId="{AD388A89-AE3B-2FF2-D754-C6EF6E90C86E}"/>
          </ac:spMkLst>
        </pc:spChg>
        <pc:spChg chg="mod">
          <ac:chgData name="Gusti Pangestu" userId="S::gusti.pangestu@binus.ac.id::7768735c-5c0d-4d9b-b550-ead0b3c82a30" providerId="AD" clId="Web-{CE3EDE46-5A29-B0DA-503C-90F3093E0DF2}" dt="2022-11-17T03:43:03.632" v="136" actId="20577"/>
          <ac:spMkLst>
            <pc:docMk/>
            <pc:sldMk cId="2835585452" sldId="299"/>
            <ac:spMk id="3" creationId="{0713FFE9-84CC-230D-AAD8-CBD136347397}"/>
          </ac:spMkLst>
        </pc:spChg>
      </pc:sldChg>
      <pc:sldChg chg="addSp delSp modSp new">
        <pc:chgData name="Gusti Pangestu" userId="S::gusti.pangestu@binus.ac.id::7768735c-5c0d-4d9b-b550-ead0b3c82a30" providerId="AD" clId="Web-{CE3EDE46-5A29-B0DA-503C-90F3093E0DF2}" dt="2022-11-17T03:43:15.929" v="141" actId="14100"/>
        <pc:sldMkLst>
          <pc:docMk/>
          <pc:sldMk cId="317275369" sldId="300"/>
        </pc:sldMkLst>
        <pc:spChg chg="del">
          <ac:chgData name="Gusti Pangestu" userId="S::gusti.pangestu@binus.ac.id::7768735c-5c0d-4d9b-b550-ead0b3c82a30" providerId="AD" clId="Web-{CE3EDE46-5A29-B0DA-503C-90F3093E0DF2}" dt="2022-11-17T03:43:09.444" v="139"/>
          <ac:spMkLst>
            <pc:docMk/>
            <pc:sldMk cId="317275369" sldId="300"/>
            <ac:spMk id="2" creationId="{C77E3A43-B892-5120-BF83-E6AC5B0E987D}"/>
          </ac:spMkLst>
        </pc:spChg>
        <pc:spChg chg="del">
          <ac:chgData name="Gusti Pangestu" userId="S::gusti.pangestu@binus.ac.id::7768735c-5c0d-4d9b-b550-ead0b3c82a30" providerId="AD" clId="Web-{CE3EDE46-5A29-B0DA-503C-90F3093E0DF2}" dt="2022-11-17T03:43:08.194" v="138"/>
          <ac:spMkLst>
            <pc:docMk/>
            <pc:sldMk cId="317275369" sldId="300"/>
            <ac:spMk id="3" creationId="{FDE3CB3A-592D-86DB-09DB-341C51D07C60}"/>
          </ac:spMkLst>
        </pc:spChg>
        <pc:picChg chg="add mod ord">
          <ac:chgData name="Gusti Pangestu" userId="S::gusti.pangestu@binus.ac.id::7768735c-5c0d-4d9b-b550-ead0b3c82a30" providerId="AD" clId="Web-{CE3EDE46-5A29-B0DA-503C-90F3093E0DF2}" dt="2022-11-17T03:43:15.929" v="141" actId="14100"/>
          <ac:picMkLst>
            <pc:docMk/>
            <pc:sldMk cId="317275369" sldId="300"/>
            <ac:picMk id="4" creationId="{875DDD9D-E608-EB60-E37D-8AD219F59A95}"/>
          </ac:picMkLst>
        </pc:picChg>
      </pc:sldChg>
      <pc:sldChg chg="addSp delSp modSp new">
        <pc:chgData name="Gusti Pangestu" userId="S::gusti.pangestu@binus.ac.id::7768735c-5c0d-4d9b-b550-ead0b3c82a30" providerId="AD" clId="Web-{CE3EDE46-5A29-B0DA-503C-90F3093E0DF2}" dt="2022-11-17T03:44:27.931" v="151" actId="1076"/>
        <pc:sldMkLst>
          <pc:docMk/>
          <pc:sldMk cId="340465697" sldId="301"/>
        </pc:sldMkLst>
        <pc:spChg chg="del">
          <ac:chgData name="Gusti Pangestu" userId="S::gusti.pangestu@binus.ac.id::7768735c-5c0d-4d9b-b550-ead0b3c82a30" providerId="AD" clId="Web-{CE3EDE46-5A29-B0DA-503C-90F3093E0DF2}" dt="2022-11-17T03:43:43.492" v="145"/>
          <ac:spMkLst>
            <pc:docMk/>
            <pc:sldMk cId="340465697" sldId="301"/>
            <ac:spMk id="2" creationId="{EC62EFC4-CD99-1AA2-7814-4DCB03127051}"/>
          </ac:spMkLst>
        </pc:spChg>
        <pc:spChg chg="mod">
          <ac:chgData name="Gusti Pangestu" userId="S::gusti.pangestu@binus.ac.id::7768735c-5c0d-4d9b-b550-ead0b3c82a30" providerId="AD" clId="Web-{CE3EDE46-5A29-B0DA-503C-90F3093E0DF2}" dt="2022-11-17T03:43:50.961" v="148" actId="20577"/>
          <ac:spMkLst>
            <pc:docMk/>
            <pc:sldMk cId="340465697" sldId="301"/>
            <ac:spMk id="3" creationId="{04CA0DB7-C969-8F34-EBC5-0A1CA6B6A299}"/>
          </ac:spMkLst>
        </pc:spChg>
        <pc:picChg chg="add mod">
          <ac:chgData name="Gusti Pangestu" userId="S::gusti.pangestu@binus.ac.id::7768735c-5c0d-4d9b-b550-ead0b3c82a30" providerId="AD" clId="Web-{CE3EDE46-5A29-B0DA-503C-90F3093E0DF2}" dt="2022-11-17T03:44:27.931" v="151" actId="1076"/>
          <ac:picMkLst>
            <pc:docMk/>
            <pc:sldMk cId="340465697" sldId="301"/>
            <ac:picMk id="4" creationId="{C5C3CC95-7D0D-0668-5A4F-A71CBBDA1C2A}"/>
          </ac:picMkLst>
        </pc:picChg>
      </pc:sldChg>
      <pc:sldChg chg="addSp modSp new mod modClrScheme chgLayout">
        <pc:chgData name="Gusti Pangestu" userId="S::gusti.pangestu@binus.ac.id::7768735c-5c0d-4d9b-b550-ead0b3c82a30" providerId="AD" clId="Web-{CE3EDE46-5A29-B0DA-503C-90F3093E0DF2}" dt="2022-11-17T03:45:39.809" v="165"/>
        <pc:sldMkLst>
          <pc:docMk/>
          <pc:sldMk cId="270357174" sldId="302"/>
        </pc:sldMkLst>
        <pc:spChg chg="mod">
          <ac:chgData name="Gusti Pangestu" userId="S::gusti.pangestu@binus.ac.id::7768735c-5c0d-4d9b-b550-ead0b3c82a30" providerId="AD" clId="Web-{CE3EDE46-5A29-B0DA-503C-90F3093E0DF2}" dt="2022-11-17T03:45:39.809" v="165"/>
          <ac:spMkLst>
            <pc:docMk/>
            <pc:sldMk cId="270357174" sldId="302"/>
            <ac:spMk id="2" creationId="{D0AE0A2E-773E-4A59-C6AC-DBEAAA9FB938}"/>
          </ac:spMkLst>
        </pc:spChg>
        <pc:spChg chg="mod">
          <ac:chgData name="Gusti Pangestu" userId="S::gusti.pangestu@binus.ac.id::7768735c-5c0d-4d9b-b550-ead0b3c82a30" providerId="AD" clId="Web-{CE3EDE46-5A29-B0DA-503C-90F3093E0DF2}" dt="2022-11-17T03:45:39.809" v="165"/>
          <ac:spMkLst>
            <pc:docMk/>
            <pc:sldMk cId="270357174" sldId="302"/>
            <ac:spMk id="3" creationId="{8135665F-00E6-3AD5-A713-3784CE126332}"/>
          </ac:spMkLst>
        </pc:spChg>
        <pc:picChg chg="add mod">
          <ac:chgData name="Gusti Pangestu" userId="S::gusti.pangestu@binus.ac.id::7768735c-5c0d-4d9b-b550-ead0b3c82a30" providerId="AD" clId="Web-{CE3EDE46-5A29-B0DA-503C-90F3093E0DF2}" dt="2022-11-17T03:45:39.809" v="165"/>
          <ac:picMkLst>
            <pc:docMk/>
            <pc:sldMk cId="270357174" sldId="302"/>
            <ac:picMk id="4" creationId="{1FF8FC84-FA2E-8322-8789-64B9E656F80A}"/>
          </ac:picMkLst>
        </pc:picChg>
      </pc:sldChg>
      <pc:sldChg chg="addSp delSp modSp new mod modClrScheme chgLayout">
        <pc:chgData name="Gusti Pangestu" userId="S::gusti.pangestu@binus.ac.id::7768735c-5c0d-4d9b-b550-ead0b3c82a30" providerId="AD" clId="Web-{CE3EDE46-5A29-B0DA-503C-90F3093E0DF2}" dt="2022-11-17T03:48:44.862" v="179" actId="1076"/>
        <pc:sldMkLst>
          <pc:docMk/>
          <pc:sldMk cId="3376913443" sldId="303"/>
        </pc:sldMkLst>
        <pc:spChg chg="del mod ord">
          <ac:chgData name="Gusti Pangestu" userId="S::gusti.pangestu@binus.ac.id::7768735c-5c0d-4d9b-b550-ead0b3c82a30" providerId="AD" clId="Web-{CE3EDE46-5A29-B0DA-503C-90F3093E0DF2}" dt="2022-11-17T03:48:14.767" v="172"/>
          <ac:spMkLst>
            <pc:docMk/>
            <pc:sldMk cId="3376913443" sldId="303"/>
            <ac:spMk id="2" creationId="{A225D54F-594D-F360-C88D-DC513B42E063}"/>
          </ac:spMkLst>
        </pc:spChg>
        <pc:spChg chg="mod ord">
          <ac:chgData name="Gusti Pangestu" userId="S::gusti.pangestu@binus.ac.id::7768735c-5c0d-4d9b-b550-ead0b3c82a30" providerId="AD" clId="Web-{CE3EDE46-5A29-B0DA-503C-90F3093E0DF2}" dt="2022-11-17T03:48:35.814" v="176" actId="20577"/>
          <ac:spMkLst>
            <pc:docMk/>
            <pc:sldMk cId="3376913443" sldId="303"/>
            <ac:spMk id="3" creationId="{E2E65916-B84B-49D0-F866-A4E8397EA4BE}"/>
          </ac:spMkLst>
        </pc:spChg>
        <pc:spChg chg="del">
          <ac:chgData name="Gusti Pangestu" userId="S::gusti.pangestu@binus.ac.id::7768735c-5c0d-4d9b-b550-ead0b3c82a30" providerId="AD" clId="Web-{CE3EDE46-5A29-B0DA-503C-90F3093E0DF2}" dt="2022-11-17T03:47:58.532" v="167"/>
          <ac:spMkLst>
            <pc:docMk/>
            <pc:sldMk cId="3376913443" sldId="303"/>
            <ac:spMk id="4" creationId="{497094A1-11E6-2355-8655-9F54400A1661}"/>
          </ac:spMkLst>
        </pc:spChg>
        <pc:picChg chg="add mod">
          <ac:chgData name="Gusti Pangestu" userId="S::gusti.pangestu@binus.ac.id::7768735c-5c0d-4d9b-b550-ead0b3c82a30" providerId="AD" clId="Web-{CE3EDE46-5A29-B0DA-503C-90F3093E0DF2}" dt="2022-11-17T03:48:44.862" v="179" actId="1076"/>
          <ac:picMkLst>
            <pc:docMk/>
            <pc:sldMk cId="3376913443" sldId="303"/>
            <ac:picMk id="5" creationId="{CE84D2DF-7C68-DCDC-AE3E-28BA09A72302}"/>
          </ac:picMkLst>
        </pc:picChg>
      </pc:sldChg>
      <pc:sldChg chg="addSp modSp new mod modClrScheme chgLayout">
        <pc:chgData name="Gusti Pangestu" userId="S::gusti.pangestu@binus.ac.id::7768735c-5c0d-4d9b-b550-ead0b3c82a30" providerId="AD" clId="Web-{CE3EDE46-5A29-B0DA-503C-90F3093E0DF2}" dt="2022-11-17T03:53:15.542" v="189"/>
        <pc:sldMkLst>
          <pc:docMk/>
          <pc:sldMk cId="1025671823" sldId="304"/>
        </pc:sldMkLst>
        <pc:spChg chg="mod">
          <ac:chgData name="Gusti Pangestu" userId="S::gusti.pangestu@binus.ac.id::7768735c-5c0d-4d9b-b550-ead0b3c82a30" providerId="AD" clId="Web-{CE3EDE46-5A29-B0DA-503C-90F3093E0DF2}" dt="2022-11-17T03:53:15.542" v="189"/>
          <ac:spMkLst>
            <pc:docMk/>
            <pc:sldMk cId="1025671823" sldId="304"/>
            <ac:spMk id="2" creationId="{7303DF75-5F72-79EC-D07F-882E863917E8}"/>
          </ac:spMkLst>
        </pc:spChg>
        <pc:spChg chg="mod">
          <ac:chgData name="Gusti Pangestu" userId="S::gusti.pangestu@binus.ac.id::7768735c-5c0d-4d9b-b550-ead0b3c82a30" providerId="AD" clId="Web-{CE3EDE46-5A29-B0DA-503C-90F3093E0DF2}" dt="2022-11-17T03:53:15.542" v="189"/>
          <ac:spMkLst>
            <pc:docMk/>
            <pc:sldMk cId="1025671823" sldId="304"/>
            <ac:spMk id="3" creationId="{4D087624-CEB3-DD3B-4D5B-A9F5B54901CB}"/>
          </ac:spMkLst>
        </pc:spChg>
        <pc:picChg chg="add mod">
          <ac:chgData name="Gusti Pangestu" userId="S::gusti.pangestu@binus.ac.id::7768735c-5c0d-4d9b-b550-ead0b3c82a30" providerId="AD" clId="Web-{CE3EDE46-5A29-B0DA-503C-90F3093E0DF2}" dt="2022-11-17T03:53:15.542" v="189"/>
          <ac:picMkLst>
            <pc:docMk/>
            <pc:sldMk cId="1025671823" sldId="304"/>
            <ac:picMk id="4" creationId="{2A8E65D2-7CB6-2913-1F58-563B0C2AAA7D}"/>
          </ac:picMkLst>
        </pc:picChg>
      </pc:sldChg>
      <pc:sldChg chg="delSp modSp new mod modClrScheme chgLayout">
        <pc:chgData name="Gusti Pangestu" userId="S::gusti.pangestu@binus.ac.id::7768735c-5c0d-4d9b-b550-ead0b3c82a30" providerId="AD" clId="Web-{CE3EDE46-5A29-B0DA-503C-90F3093E0DF2}" dt="2022-11-17T04:00:22.432" v="211" actId="20577"/>
        <pc:sldMkLst>
          <pc:docMk/>
          <pc:sldMk cId="3455937725" sldId="305"/>
        </pc:sldMkLst>
        <pc:spChg chg="mod ord">
          <ac:chgData name="Gusti Pangestu" userId="S::gusti.pangestu@binus.ac.id::7768735c-5c0d-4d9b-b550-ead0b3c82a30" providerId="AD" clId="Web-{CE3EDE46-5A29-B0DA-503C-90F3093E0DF2}" dt="2022-11-17T03:59:28.695" v="196" actId="20577"/>
          <ac:spMkLst>
            <pc:docMk/>
            <pc:sldMk cId="3455937725" sldId="305"/>
            <ac:spMk id="2" creationId="{731BCE32-38BD-C5E7-14B9-93348319C488}"/>
          </ac:spMkLst>
        </pc:spChg>
        <pc:spChg chg="mod ord">
          <ac:chgData name="Gusti Pangestu" userId="S::gusti.pangestu@binus.ac.id::7768735c-5c0d-4d9b-b550-ead0b3c82a30" providerId="AD" clId="Web-{CE3EDE46-5A29-B0DA-503C-90F3093E0DF2}" dt="2022-11-17T04:00:22.432" v="211" actId="20577"/>
          <ac:spMkLst>
            <pc:docMk/>
            <pc:sldMk cId="3455937725" sldId="305"/>
            <ac:spMk id="3" creationId="{6067493C-F4FA-DA22-FD2D-A2D7092580E3}"/>
          </ac:spMkLst>
        </pc:spChg>
        <pc:spChg chg="del">
          <ac:chgData name="Gusti Pangestu" userId="S::gusti.pangestu@binus.ac.id::7768735c-5c0d-4d9b-b550-ead0b3c82a30" providerId="AD" clId="Web-{CE3EDE46-5A29-B0DA-503C-90F3093E0DF2}" dt="2022-11-17T03:53:37.215" v="193"/>
          <ac:spMkLst>
            <pc:docMk/>
            <pc:sldMk cId="3455937725" sldId="305"/>
            <ac:spMk id="4" creationId="{3F99530A-A5EF-DC96-2CD8-6A877C8C44CE}"/>
          </ac:spMkLst>
        </pc:spChg>
      </pc:sldChg>
      <pc:sldChg chg="addSp delSp modSp new mod modClrScheme chgLayout">
        <pc:chgData name="Gusti Pangestu" userId="S::gusti.pangestu@binus.ac.id::7768735c-5c0d-4d9b-b550-ead0b3c82a30" providerId="AD" clId="Web-{CE3EDE46-5A29-B0DA-503C-90F3093E0DF2}" dt="2022-11-17T04:02:53.499" v="224"/>
        <pc:sldMkLst>
          <pc:docMk/>
          <pc:sldMk cId="3782674666" sldId="306"/>
        </pc:sldMkLst>
        <pc:spChg chg="del">
          <ac:chgData name="Gusti Pangestu" userId="S::gusti.pangestu@binus.ac.id::7768735c-5c0d-4d9b-b550-ead0b3c82a30" providerId="AD" clId="Web-{CE3EDE46-5A29-B0DA-503C-90F3093E0DF2}" dt="2022-11-17T04:02:53.499" v="224"/>
          <ac:spMkLst>
            <pc:docMk/>
            <pc:sldMk cId="3782674666" sldId="306"/>
            <ac:spMk id="2" creationId="{EB237232-848C-FEAA-CF9D-94BEA2242F99}"/>
          </ac:spMkLst>
        </pc:spChg>
        <pc:spChg chg="mod">
          <ac:chgData name="Gusti Pangestu" userId="S::gusti.pangestu@binus.ac.id::7768735c-5c0d-4d9b-b550-ead0b3c82a30" providerId="AD" clId="Web-{CE3EDE46-5A29-B0DA-503C-90F3093E0DF2}" dt="2022-11-17T04:02:53.499" v="224"/>
          <ac:spMkLst>
            <pc:docMk/>
            <pc:sldMk cId="3782674666" sldId="306"/>
            <ac:spMk id="3" creationId="{10E3F144-202C-73FF-828C-BCF70A5C8CED}"/>
          </ac:spMkLst>
        </pc:spChg>
        <pc:spChg chg="add mod">
          <ac:chgData name="Gusti Pangestu" userId="S::gusti.pangestu@binus.ac.id::7768735c-5c0d-4d9b-b550-ead0b3c82a30" providerId="AD" clId="Web-{CE3EDE46-5A29-B0DA-503C-90F3093E0DF2}" dt="2022-11-17T04:02:53.499" v="224"/>
          <ac:spMkLst>
            <pc:docMk/>
            <pc:sldMk cId="3782674666" sldId="306"/>
            <ac:spMk id="9" creationId="{BB5E12FA-F918-7E2A-C0FC-7044C4F0C160}"/>
          </ac:spMkLst>
        </pc:spChg>
        <pc:picChg chg="add mod">
          <ac:chgData name="Gusti Pangestu" userId="S::gusti.pangestu@binus.ac.id::7768735c-5c0d-4d9b-b550-ead0b3c82a30" providerId="AD" clId="Web-{CE3EDE46-5A29-B0DA-503C-90F3093E0DF2}" dt="2022-11-17T04:02:53.499" v="224"/>
          <ac:picMkLst>
            <pc:docMk/>
            <pc:sldMk cId="3782674666" sldId="306"/>
            <ac:picMk id="4" creationId="{AA950DF1-2023-C330-1AF7-08BA705D97C3}"/>
          </ac:picMkLst>
        </pc:picChg>
      </pc:sldChg>
      <pc:sldChg chg="addSp delSp modSp new mod modClrScheme chgLayout">
        <pc:chgData name="Gusti Pangestu" userId="S::gusti.pangestu@binus.ac.id::7768735c-5c0d-4d9b-b550-ead0b3c82a30" providerId="AD" clId="Web-{CE3EDE46-5A29-B0DA-503C-90F3093E0DF2}" dt="2022-11-17T04:03:19.984" v="227"/>
        <pc:sldMkLst>
          <pc:docMk/>
          <pc:sldMk cId="88950683" sldId="307"/>
        </pc:sldMkLst>
        <pc:spChg chg="mod ord">
          <ac:chgData name="Gusti Pangestu" userId="S::gusti.pangestu@binus.ac.id::7768735c-5c0d-4d9b-b550-ead0b3c82a30" providerId="AD" clId="Web-{CE3EDE46-5A29-B0DA-503C-90F3093E0DF2}" dt="2022-11-17T04:03:16.812" v="226"/>
          <ac:spMkLst>
            <pc:docMk/>
            <pc:sldMk cId="88950683" sldId="307"/>
            <ac:spMk id="2" creationId="{8B4A2945-A288-1880-BA85-8BAE8B026AB6}"/>
          </ac:spMkLst>
        </pc:spChg>
        <pc:spChg chg="del mod ord">
          <ac:chgData name="Gusti Pangestu" userId="S::gusti.pangestu@binus.ac.id::7768735c-5c0d-4d9b-b550-ead0b3c82a30" providerId="AD" clId="Web-{CE3EDE46-5A29-B0DA-503C-90F3093E0DF2}" dt="2022-11-17T04:03:19.984" v="227"/>
          <ac:spMkLst>
            <pc:docMk/>
            <pc:sldMk cId="88950683" sldId="307"/>
            <ac:spMk id="3" creationId="{8879BB75-1EBD-C105-BF0A-161F4021DEAD}"/>
          </ac:spMkLst>
        </pc:spChg>
        <pc:spChg chg="del">
          <ac:chgData name="Gusti Pangestu" userId="S::gusti.pangestu@binus.ac.id::7768735c-5c0d-4d9b-b550-ead0b3c82a30" providerId="AD" clId="Web-{CE3EDE46-5A29-B0DA-503C-90F3093E0DF2}" dt="2022-11-17T04:03:16.812" v="226"/>
          <ac:spMkLst>
            <pc:docMk/>
            <pc:sldMk cId="88950683" sldId="307"/>
            <ac:spMk id="4" creationId="{3CF5BF90-DCE9-4F69-6321-6F778D8B4083}"/>
          </ac:spMkLst>
        </pc:spChg>
        <pc:picChg chg="add mod ord">
          <ac:chgData name="Gusti Pangestu" userId="S::gusti.pangestu@binus.ac.id::7768735c-5c0d-4d9b-b550-ead0b3c82a30" providerId="AD" clId="Web-{CE3EDE46-5A29-B0DA-503C-90F3093E0DF2}" dt="2022-11-17T04:03:19.984" v="227"/>
          <ac:picMkLst>
            <pc:docMk/>
            <pc:sldMk cId="88950683" sldId="307"/>
            <ac:picMk id="5" creationId="{04F99E08-3B17-8ED7-2C2B-4BE64E743139}"/>
          </ac:picMkLst>
        </pc:picChg>
      </pc:sldChg>
      <pc:sldChg chg="addSp modSp new">
        <pc:chgData name="Gusti Pangestu" userId="S::gusti.pangestu@binus.ac.id::7768735c-5c0d-4d9b-b550-ead0b3c82a30" providerId="AD" clId="Web-{CE3EDE46-5A29-B0DA-503C-90F3093E0DF2}" dt="2022-11-17T04:04:46.518" v="239" actId="14100"/>
        <pc:sldMkLst>
          <pc:docMk/>
          <pc:sldMk cId="1661426597" sldId="308"/>
        </pc:sldMkLst>
        <pc:spChg chg="mod">
          <ac:chgData name="Gusti Pangestu" userId="S::gusti.pangestu@binus.ac.id::7768735c-5c0d-4d9b-b550-ead0b3c82a30" providerId="AD" clId="Web-{CE3EDE46-5A29-B0DA-503C-90F3093E0DF2}" dt="2022-11-17T04:04:40.753" v="236" actId="20577"/>
          <ac:spMkLst>
            <pc:docMk/>
            <pc:sldMk cId="1661426597" sldId="308"/>
            <ac:spMk id="3" creationId="{22413E9F-F9B1-E779-4398-D4E97B8A262B}"/>
          </ac:spMkLst>
        </pc:spChg>
        <pc:picChg chg="add mod">
          <ac:chgData name="Gusti Pangestu" userId="S::gusti.pangestu@binus.ac.id::7768735c-5c0d-4d9b-b550-ead0b3c82a30" providerId="AD" clId="Web-{CE3EDE46-5A29-B0DA-503C-90F3093E0DF2}" dt="2022-11-17T04:04:46.518" v="239" actId="14100"/>
          <ac:picMkLst>
            <pc:docMk/>
            <pc:sldMk cId="1661426597" sldId="308"/>
            <ac:picMk id="4" creationId="{09C5250E-C0D3-26A6-3785-D069E8BCB9C5}"/>
          </ac:picMkLst>
        </pc:picChg>
      </pc:sldChg>
      <pc:sldChg chg="addSp modSp new">
        <pc:chgData name="Gusti Pangestu" userId="S::gusti.pangestu@binus.ac.id::7768735c-5c0d-4d9b-b550-ead0b3c82a30" providerId="AD" clId="Web-{CE3EDE46-5A29-B0DA-503C-90F3093E0DF2}" dt="2022-11-17T04:05:23.442" v="253" actId="14100"/>
        <pc:sldMkLst>
          <pc:docMk/>
          <pc:sldMk cId="2364365303" sldId="309"/>
        </pc:sldMkLst>
        <pc:spChg chg="mod">
          <ac:chgData name="Gusti Pangestu" userId="S::gusti.pangestu@binus.ac.id::7768735c-5c0d-4d9b-b550-ead0b3c82a30" providerId="AD" clId="Web-{CE3EDE46-5A29-B0DA-503C-90F3093E0DF2}" dt="2022-11-17T04:05:02.238" v="244" actId="20577"/>
          <ac:spMkLst>
            <pc:docMk/>
            <pc:sldMk cId="2364365303" sldId="309"/>
            <ac:spMk id="2" creationId="{9EBABF4B-E4EC-3E81-1FD8-5CCE24BA3651}"/>
          </ac:spMkLst>
        </pc:spChg>
        <pc:spChg chg="mod">
          <ac:chgData name="Gusti Pangestu" userId="S::gusti.pangestu@binus.ac.id::7768735c-5c0d-4d9b-b550-ead0b3c82a30" providerId="AD" clId="Web-{CE3EDE46-5A29-B0DA-503C-90F3093E0DF2}" dt="2022-11-17T04:05:17.660" v="250" actId="20577"/>
          <ac:spMkLst>
            <pc:docMk/>
            <pc:sldMk cId="2364365303" sldId="309"/>
            <ac:spMk id="3" creationId="{FD3CA73C-081E-3856-D82F-297280400BD0}"/>
          </ac:spMkLst>
        </pc:spChg>
        <pc:picChg chg="add mod">
          <ac:chgData name="Gusti Pangestu" userId="S::gusti.pangestu@binus.ac.id::7768735c-5c0d-4d9b-b550-ead0b3c82a30" providerId="AD" clId="Web-{CE3EDE46-5A29-B0DA-503C-90F3093E0DF2}" dt="2022-11-17T04:05:23.442" v="253" actId="14100"/>
          <ac:picMkLst>
            <pc:docMk/>
            <pc:sldMk cId="2364365303" sldId="309"/>
            <ac:picMk id="4" creationId="{CD455C02-7B7C-134E-BB13-120E3B58B0DC}"/>
          </ac:picMkLst>
        </pc:picChg>
      </pc:sldChg>
      <pc:sldChg chg="addSp modSp new mod modClrScheme chgLayout">
        <pc:chgData name="Gusti Pangestu" userId="S::gusti.pangestu@binus.ac.id::7768735c-5c0d-4d9b-b550-ead0b3c82a30" providerId="AD" clId="Web-{CE3EDE46-5A29-B0DA-503C-90F3093E0DF2}" dt="2022-11-17T04:07:14.789" v="271"/>
        <pc:sldMkLst>
          <pc:docMk/>
          <pc:sldMk cId="636280278" sldId="310"/>
        </pc:sldMkLst>
        <pc:spChg chg="mod">
          <ac:chgData name="Gusti Pangestu" userId="S::gusti.pangestu@binus.ac.id::7768735c-5c0d-4d9b-b550-ead0b3c82a30" providerId="AD" clId="Web-{CE3EDE46-5A29-B0DA-503C-90F3093E0DF2}" dt="2022-11-17T04:07:14.789" v="271"/>
          <ac:spMkLst>
            <pc:docMk/>
            <pc:sldMk cId="636280278" sldId="310"/>
            <ac:spMk id="2" creationId="{EC6B442E-BD01-2BC2-3BC5-7661BBEFF2F3}"/>
          </ac:spMkLst>
        </pc:spChg>
        <pc:spChg chg="mod">
          <ac:chgData name="Gusti Pangestu" userId="S::gusti.pangestu@binus.ac.id::7768735c-5c0d-4d9b-b550-ead0b3c82a30" providerId="AD" clId="Web-{CE3EDE46-5A29-B0DA-503C-90F3093E0DF2}" dt="2022-11-17T04:07:14.789" v="271"/>
          <ac:spMkLst>
            <pc:docMk/>
            <pc:sldMk cId="636280278" sldId="310"/>
            <ac:spMk id="3" creationId="{AF34AF92-6FE0-C084-FFFB-27502E7725AC}"/>
          </ac:spMkLst>
        </pc:spChg>
        <pc:picChg chg="add mod">
          <ac:chgData name="Gusti Pangestu" userId="S::gusti.pangestu@binus.ac.id::7768735c-5c0d-4d9b-b550-ead0b3c82a30" providerId="AD" clId="Web-{CE3EDE46-5A29-B0DA-503C-90F3093E0DF2}" dt="2022-11-17T04:07:14.789" v="271"/>
          <ac:picMkLst>
            <pc:docMk/>
            <pc:sldMk cId="636280278" sldId="310"/>
            <ac:picMk id="4" creationId="{6DC4E7F5-6E06-1172-E070-272ADABA3FA6}"/>
          </ac:picMkLst>
        </pc:picChg>
      </pc:sldChg>
      <pc:sldChg chg="addSp delSp modSp new mod modClrScheme chgLayout">
        <pc:chgData name="Gusti Pangestu" userId="S::gusti.pangestu@binus.ac.id::7768735c-5c0d-4d9b-b550-ead0b3c82a30" providerId="AD" clId="Web-{CE3EDE46-5A29-B0DA-503C-90F3093E0DF2}" dt="2022-11-17T04:07:51.775" v="277" actId="1076"/>
        <pc:sldMkLst>
          <pc:docMk/>
          <pc:sldMk cId="781249497" sldId="311"/>
        </pc:sldMkLst>
        <pc:spChg chg="del mod ord">
          <ac:chgData name="Gusti Pangestu" userId="S::gusti.pangestu@binus.ac.id::7768735c-5c0d-4d9b-b550-ead0b3c82a30" providerId="AD" clId="Web-{CE3EDE46-5A29-B0DA-503C-90F3093E0DF2}" dt="2022-11-17T04:07:45.415" v="275"/>
          <ac:spMkLst>
            <pc:docMk/>
            <pc:sldMk cId="781249497" sldId="311"/>
            <ac:spMk id="2" creationId="{C3E481FA-EB35-17FF-670E-0E8681C1CA31}"/>
          </ac:spMkLst>
        </pc:spChg>
        <pc:spChg chg="del mod ord">
          <ac:chgData name="Gusti Pangestu" userId="S::gusti.pangestu@binus.ac.id::7768735c-5c0d-4d9b-b550-ead0b3c82a30" providerId="AD" clId="Web-{CE3EDE46-5A29-B0DA-503C-90F3093E0DF2}" dt="2022-11-17T04:07:42.759" v="274"/>
          <ac:spMkLst>
            <pc:docMk/>
            <pc:sldMk cId="781249497" sldId="311"/>
            <ac:spMk id="3" creationId="{3189DD37-B7EE-F348-2796-465527FDB539}"/>
          </ac:spMkLst>
        </pc:spChg>
        <pc:spChg chg="del">
          <ac:chgData name="Gusti Pangestu" userId="S::gusti.pangestu@binus.ac.id::7768735c-5c0d-4d9b-b550-ead0b3c82a30" providerId="AD" clId="Web-{CE3EDE46-5A29-B0DA-503C-90F3093E0DF2}" dt="2022-11-17T04:07:40.290" v="273"/>
          <ac:spMkLst>
            <pc:docMk/>
            <pc:sldMk cId="781249497" sldId="311"/>
            <ac:spMk id="4" creationId="{6EBD2339-CA94-008A-384C-19B40E63296A}"/>
          </ac:spMkLst>
        </pc:spChg>
        <pc:picChg chg="add mod ord">
          <ac:chgData name="Gusti Pangestu" userId="S::gusti.pangestu@binus.ac.id::7768735c-5c0d-4d9b-b550-ead0b3c82a30" providerId="AD" clId="Web-{CE3EDE46-5A29-B0DA-503C-90F3093E0DF2}" dt="2022-11-17T04:07:51.775" v="277" actId="1076"/>
          <ac:picMkLst>
            <pc:docMk/>
            <pc:sldMk cId="781249497" sldId="311"/>
            <ac:picMk id="5" creationId="{1F8B7E8C-B761-DF6C-F637-9F129B7404BE}"/>
          </ac:picMkLst>
        </pc:picChg>
      </pc:sldChg>
      <pc:sldChg chg="addSp delSp modSp new">
        <pc:chgData name="Gusti Pangestu" userId="S::gusti.pangestu@binus.ac.id::7768735c-5c0d-4d9b-b550-ead0b3c82a30" providerId="AD" clId="Web-{CE3EDE46-5A29-B0DA-503C-90F3093E0DF2}" dt="2022-11-17T04:09:58.091" v="286"/>
        <pc:sldMkLst>
          <pc:docMk/>
          <pc:sldMk cId="1569435913" sldId="312"/>
        </pc:sldMkLst>
        <pc:spChg chg="mod">
          <ac:chgData name="Gusti Pangestu" userId="S::gusti.pangestu@binus.ac.id::7768735c-5c0d-4d9b-b550-ead0b3c82a30" providerId="AD" clId="Web-{CE3EDE46-5A29-B0DA-503C-90F3093E0DF2}" dt="2022-11-17T04:09:55.826" v="285" actId="20577"/>
          <ac:spMkLst>
            <pc:docMk/>
            <pc:sldMk cId="1569435913" sldId="312"/>
            <ac:spMk id="2" creationId="{EEA26AC2-052D-61E9-614C-464B5C18AD35}"/>
          </ac:spMkLst>
        </pc:spChg>
        <pc:spChg chg="del">
          <ac:chgData name="Gusti Pangestu" userId="S::gusti.pangestu@binus.ac.id::7768735c-5c0d-4d9b-b550-ead0b3c82a30" providerId="AD" clId="Web-{CE3EDE46-5A29-B0DA-503C-90F3093E0DF2}" dt="2022-11-17T04:09:58.091" v="286"/>
          <ac:spMkLst>
            <pc:docMk/>
            <pc:sldMk cId="1569435913" sldId="312"/>
            <ac:spMk id="3" creationId="{15A3F560-7B9D-2124-82DD-F8B4CAD3D15F}"/>
          </ac:spMkLst>
        </pc:spChg>
        <pc:picChg chg="add mod ord">
          <ac:chgData name="Gusti Pangestu" userId="S::gusti.pangestu@binus.ac.id::7768735c-5c0d-4d9b-b550-ead0b3c82a30" providerId="AD" clId="Web-{CE3EDE46-5A29-B0DA-503C-90F3093E0DF2}" dt="2022-11-17T04:09:58.091" v="286"/>
          <ac:picMkLst>
            <pc:docMk/>
            <pc:sldMk cId="1569435913" sldId="312"/>
            <ac:picMk id="4" creationId="{61C644C3-817B-F58D-A7D7-FEFE83D0B8AC}"/>
          </ac:picMkLst>
        </pc:picChg>
      </pc:sldChg>
      <pc:sldChg chg="addSp delSp modSp new">
        <pc:chgData name="Gusti Pangestu" userId="S::gusti.pangestu@binus.ac.id::7768735c-5c0d-4d9b-b550-ead0b3c82a30" providerId="AD" clId="Web-{CE3EDE46-5A29-B0DA-503C-90F3093E0DF2}" dt="2022-11-17T04:10:50.609" v="294" actId="1076"/>
        <pc:sldMkLst>
          <pc:docMk/>
          <pc:sldMk cId="604071880" sldId="313"/>
        </pc:sldMkLst>
        <pc:spChg chg="del">
          <ac:chgData name="Gusti Pangestu" userId="S::gusti.pangestu@binus.ac.id::7768735c-5c0d-4d9b-b550-ead0b3c82a30" providerId="AD" clId="Web-{CE3EDE46-5A29-B0DA-503C-90F3093E0DF2}" dt="2022-11-17T04:10:24.670" v="290"/>
          <ac:spMkLst>
            <pc:docMk/>
            <pc:sldMk cId="604071880" sldId="313"/>
            <ac:spMk id="2" creationId="{6BB407FF-E39F-8369-B8DA-20133C67E009}"/>
          </ac:spMkLst>
        </pc:spChg>
        <pc:spChg chg="del">
          <ac:chgData name="Gusti Pangestu" userId="S::gusti.pangestu@binus.ac.id::7768735c-5c0d-4d9b-b550-ead0b3c82a30" providerId="AD" clId="Web-{CE3EDE46-5A29-B0DA-503C-90F3093E0DF2}" dt="2022-11-17T04:10:20.639" v="288"/>
          <ac:spMkLst>
            <pc:docMk/>
            <pc:sldMk cId="604071880" sldId="313"/>
            <ac:spMk id="3" creationId="{3CC882E8-F35D-0F0B-DE1A-84F69CC9B0C4}"/>
          </ac:spMkLst>
        </pc:spChg>
        <pc:picChg chg="add mod ord">
          <ac:chgData name="Gusti Pangestu" userId="S::gusti.pangestu@binus.ac.id::7768735c-5c0d-4d9b-b550-ead0b3c82a30" providerId="AD" clId="Web-{CE3EDE46-5A29-B0DA-503C-90F3093E0DF2}" dt="2022-11-17T04:10:27.577" v="291" actId="1076"/>
          <ac:picMkLst>
            <pc:docMk/>
            <pc:sldMk cId="604071880" sldId="313"/>
            <ac:picMk id="4" creationId="{51649065-1BCE-7218-44ED-93F61A85A938}"/>
          </ac:picMkLst>
        </pc:picChg>
        <pc:picChg chg="add mod">
          <ac:chgData name="Gusti Pangestu" userId="S::gusti.pangestu@binus.ac.id::7768735c-5c0d-4d9b-b550-ead0b3c82a30" providerId="AD" clId="Web-{CE3EDE46-5A29-B0DA-503C-90F3093E0DF2}" dt="2022-11-17T04:10:50.609" v="294" actId="1076"/>
          <ac:picMkLst>
            <pc:docMk/>
            <pc:sldMk cId="604071880" sldId="313"/>
            <ac:picMk id="5" creationId="{5F173CBC-5026-04AB-E189-4D99B8FCF4A7}"/>
          </ac:picMkLst>
        </pc:picChg>
      </pc:sldChg>
      <pc:sldChg chg="addSp delSp modSp new">
        <pc:chgData name="Gusti Pangestu" userId="S::gusti.pangestu@binus.ac.id::7768735c-5c0d-4d9b-b550-ead0b3c82a30" providerId="AD" clId="Web-{CE3EDE46-5A29-B0DA-503C-90F3093E0DF2}" dt="2022-11-17T04:11:32.829" v="300" actId="1076"/>
        <pc:sldMkLst>
          <pc:docMk/>
          <pc:sldMk cId="3205491912" sldId="314"/>
        </pc:sldMkLst>
        <pc:spChg chg="del">
          <ac:chgData name="Gusti Pangestu" userId="S::gusti.pangestu@binus.ac.id::7768735c-5c0d-4d9b-b550-ead0b3c82a30" providerId="AD" clId="Web-{CE3EDE46-5A29-B0DA-503C-90F3093E0DF2}" dt="2022-11-17T04:11:24.328" v="297"/>
          <ac:spMkLst>
            <pc:docMk/>
            <pc:sldMk cId="3205491912" sldId="314"/>
            <ac:spMk id="2" creationId="{78452CDD-F2EE-5106-09A7-71CE604937BE}"/>
          </ac:spMkLst>
        </pc:spChg>
        <pc:spChg chg="del">
          <ac:chgData name="Gusti Pangestu" userId="S::gusti.pangestu@binus.ac.id::7768735c-5c0d-4d9b-b550-ead0b3c82a30" providerId="AD" clId="Web-{CE3EDE46-5A29-B0DA-503C-90F3093E0DF2}" dt="2022-11-17T04:11:18.594" v="296"/>
          <ac:spMkLst>
            <pc:docMk/>
            <pc:sldMk cId="3205491912" sldId="314"/>
            <ac:spMk id="3" creationId="{37DD0374-51DB-7869-AD64-30EC2EE30A78}"/>
          </ac:spMkLst>
        </pc:spChg>
        <pc:picChg chg="add mod ord">
          <ac:chgData name="Gusti Pangestu" userId="S::gusti.pangestu@binus.ac.id::7768735c-5c0d-4d9b-b550-ead0b3c82a30" providerId="AD" clId="Web-{CE3EDE46-5A29-B0DA-503C-90F3093E0DF2}" dt="2022-11-17T04:11:32.829" v="300" actId="1076"/>
          <ac:picMkLst>
            <pc:docMk/>
            <pc:sldMk cId="3205491912" sldId="314"/>
            <ac:picMk id="4" creationId="{C5861838-B016-AE50-A35A-DD2A24E3EB34}"/>
          </ac:picMkLst>
        </pc:picChg>
      </pc:sldChg>
      <pc:sldChg chg="addSp delSp modSp new">
        <pc:chgData name="Gusti Pangestu" userId="S::gusti.pangestu@binus.ac.id::7768735c-5c0d-4d9b-b550-ead0b3c82a30" providerId="AD" clId="Web-{CE3EDE46-5A29-B0DA-503C-90F3093E0DF2}" dt="2022-11-17T04:12:11.346" v="305" actId="1076"/>
        <pc:sldMkLst>
          <pc:docMk/>
          <pc:sldMk cId="1587019659" sldId="315"/>
        </pc:sldMkLst>
        <pc:spChg chg="del">
          <ac:chgData name="Gusti Pangestu" userId="S::gusti.pangestu@binus.ac.id::7768735c-5c0d-4d9b-b550-ead0b3c82a30" providerId="AD" clId="Web-{CE3EDE46-5A29-B0DA-503C-90F3093E0DF2}" dt="2022-11-17T04:12:03.470" v="303"/>
          <ac:spMkLst>
            <pc:docMk/>
            <pc:sldMk cId="1587019659" sldId="315"/>
            <ac:spMk id="2" creationId="{30E65B33-072B-8AD0-F4B1-27524923D5FD}"/>
          </ac:spMkLst>
        </pc:spChg>
        <pc:spChg chg="del">
          <ac:chgData name="Gusti Pangestu" userId="S::gusti.pangestu@binus.ac.id::7768735c-5c0d-4d9b-b550-ead0b3c82a30" providerId="AD" clId="Web-{CE3EDE46-5A29-B0DA-503C-90F3093E0DF2}" dt="2022-11-17T04:12:01.345" v="302"/>
          <ac:spMkLst>
            <pc:docMk/>
            <pc:sldMk cId="1587019659" sldId="315"/>
            <ac:spMk id="3" creationId="{1B941369-7B4E-C6BA-A1EE-E17E6666F324}"/>
          </ac:spMkLst>
        </pc:spChg>
        <pc:picChg chg="add mod ord">
          <ac:chgData name="Gusti Pangestu" userId="S::gusti.pangestu@binus.ac.id::7768735c-5c0d-4d9b-b550-ead0b3c82a30" providerId="AD" clId="Web-{CE3EDE46-5A29-B0DA-503C-90F3093E0DF2}" dt="2022-11-17T04:12:11.346" v="305" actId="1076"/>
          <ac:picMkLst>
            <pc:docMk/>
            <pc:sldMk cId="1587019659" sldId="315"/>
            <ac:picMk id="4" creationId="{FE065EB0-F959-E414-2C9C-23BAB9D995DF}"/>
          </ac:picMkLst>
        </pc:picChg>
      </pc:sldChg>
    </pc:docChg>
  </pc:docChgLst>
  <pc:docChgLst>
    <pc:chgData name="Gusti Pangestu" userId="7768735c-5c0d-4d9b-b550-ead0b3c82a30" providerId="ADAL" clId="{F89C377E-197E-465E-A4E6-441D20C309D9}"/>
    <pc:docChg chg="undo custSel addSld delSld modSld modSection">
      <pc:chgData name="Gusti Pangestu" userId="7768735c-5c0d-4d9b-b550-ead0b3c82a30" providerId="ADAL" clId="{F89C377E-197E-465E-A4E6-441D20C309D9}" dt="2022-12-12T06:09:13.183" v="297" actId="20577"/>
      <pc:docMkLst>
        <pc:docMk/>
      </pc:docMkLst>
      <pc:sldChg chg="modSp mod">
        <pc:chgData name="Gusti Pangestu" userId="7768735c-5c0d-4d9b-b550-ead0b3c82a30" providerId="ADAL" clId="{F89C377E-197E-465E-A4E6-441D20C309D9}" dt="2022-12-12T03:56:34.904" v="34" actId="6549"/>
        <pc:sldMkLst>
          <pc:docMk/>
          <pc:sldMk cId="1545682022" sldId="290"/>
        </pc:sldMkLst>
        <pc:spChg chg="mod">
          <ac:chgData name="Gusti Pangestu" userId="7768735c-5c0d-4d9b-b550-ead0b3c82a30" providerId="ADAL" clId="{F89C377E-197E-465E-A4E6-441D20C309D9}" dt="2022-12-12T03:56:34.904" v="34" actId="6549"/>
          <ac:spMkLst>
            <pc:docMk/>
            <pc:sldMk cId="1545682022" sldId="290"/>
            <ac:spMk id="3" creationId="{CFBE6DC7-A61F-27FA-B9A7-7018AFBF0075}"/>
          </ac:spMkLst>
        </pc:spChg>
      </pc:sldChg>
      <pc:sldChg chg="del">
        <pc:chgData name="Gusti Pangestu" userId="7768735c-5c0d-4d9b-b550-ead0b3c82a30" providerId="ADAL" clId="{F89C377E-197E-465E-A4E6-441D20C309D9}" dt="2022-12-12T03:55:58.531" v="0" actId="47"/>
        <pc:sldMkLst>
          <pc:docMk/>
          <pc:sldMk cId="862529639" sldId="291"/>
        </pc:sldMkLst>
      </pc:sldChg>
      <pc:sldChg chg="modSp new mod">
        <pc:chgData name="Gusti Pangestu" userId="7768735c-5c0d-4d9b-b550-ead0b3c82a30" providerId="ADAL" clId="{F89C377E-197E-465E-A4E6-441D20C309D9}" dt="2022-12-12T03:58:43.709" v="63" actId="20577"/>
        <pc:sldMkLst>
          <pc:docMk/>
          <pc:sldMk cId="1840497081" sldId="291"/>
        </pc:sldMkLst>
        <pc:spChg chg="mod">
          <ac:chgData name="Gusti Pangestu" userId="7768735c-5c0d-4d9b-b550-ead0b3c82a30" providerId="ADAL" clId="{F89C377E-197E-465E-A4E6-441D20C309D9}" dt="2022-12-12T03:57:42.363" v="44" actId="20577"/>
          <ac:spMkLst>
            <pc:docMk/>
            <pc:sldMk cId="1840497081" sldId="291"/>
            <ac:spMk id="2" creationId="{DB261134-4842-B07E-1E8B-367EF47B2C87}"/>
          </ac:spMkLst>
        </pc:spChg>
        <pc:spChg chg="mod">
          <ac:chgData name="Gusti Pangestu" userId="7768735c-5c0d-4d9b-b550-ead0b3c82a30" providerId="ADAL" clId="{F89C377E-197E-465E-A4E6-441D20C309D9}" dt="2022-12-12T03:58:43.709" v="63" actId="20577"/>
          <ac:spMkLst>
            <pc:docMk/>
            <pc:sldMk cId="1840497081" sldId="291"/>
            <ac:spMk id="3" creationId="{E6FCC895-85A2-85E3-7713-583D48A43E80}"/>
          </ac:spMkLst>
        </pc:spChg>
      </pc:sldChg>
      <pc:sldChg chg="del">
        <pc:chgData name="Gusti Pangestu" userId="7768735c-5c0d-4d9b-b550-ead0b3c82a30" providerId="ADAL" clId="{F89C377E-197E-465E-A4E6-441D20C309D9}" dt="2022-12-12T03:55:58.531" v="0" actId="47"/>
        <pc:sldMkLst>
          <pc:docMk/>
          <pc:sldMk cId="389853168" sldId="292"/>
        </pc:sldMkLst>
      </pc:sldChg>
      <pc:sldChg chg="modSp new mod">
        <pc:chgData name="Gusti Pangestu" userId="7768735c-5c0d-4d9b-b550-ead0b3c82a30" providerId="ADAL" clId="{F89C377E-197E-465E-A4E6-441D20C309D9}" dt="2022-12-12T03:59:58.322" v="79" actId="20577"/>
        <pc:sldMkLst>
          <pc:docMk/>
          <pc:sldMk cId="862834757" sldId="292"/>
        </pc:sldMkLst>
        <pc:spChg chg="mod">
          <ac:chgData name="Gusti Pangestu" userId="7768735c-5c0d-4d9b-b550-ead0b3c82a30" providerId="ADAL" clId="{F89C377E-197E-465E-A4E6-441D20C309D9}" dt="2022-12-12T03:58:53.169" v="65"/>
          <ac:spMkLst>
            <pc:docMk/>
            <pc:sldMk cId="862834757" sldId="292"/>
            <ac:spMk id="2" creationId="{DA2D16E1-8A59-7700-1F94-7F1CEDA7079A}"/>
          </ac:spMkLst>
        </pc:spChg>
        <pc:spChg chg="mod">
          <ac:chgData name="Gusti Pangestu" userId="7768735c-5c0d-4d9b-b550-ead0b3c82a30" providerId="ADAL" clId="{F89C377E-197E-465E-A4E6-441D20C309D9}" dt="2022-12-12T03:59:58.322" v="79" actId="20577"/>
          <ac:spMkLst>
            <pc:docMk/>
            <pc:sldMk cId="862834757" sldId="292"/>
            <ac:spMk id="3" creationId="{56DCD6EC-A630-A2A3-6E94-BDF81D472A56}"/>
          </ac:spMkLst>
        </pc:spChg>
      </pc:sldChg>
      <pc:sldChg chg="addSp delSp modSp new mod">
        <pc:chgData name="Gusti Pangestu" userId="7768735c-5c0d-4d9b-b550-ead0b3c82a30" providerId="ADAL" clId="{F89C377E-197E-465E-A4E6-441D20C309D9}" dt="2022-12-12T04:01:42.350" v="84" actId="1076"/>
        <pc:sldMkLst>
          <pc:docMk/>
          <pc:sldMk cId="95377788" sldId="293"/>
        </pc:sldMkLst>
        <pc:spChg chg="del">
          <ac:chgData name="Gusti Pangestu" userId="7768735c-5c0d-4d9b-b550-ead0b3c82a30" providerId="ADAL" clId="{F89C377E-197E-465E-A4E6-441D20C309D9}" dt="2022-12-12T04:01:34.951" v="82" actId="478"/>
          <ac:spMkLst>
            <pc:docMk/>
            <pc:sldMk cId="95377788" sldId="293"/>
            <ac:spMk id="2" creationId="{15911C53-A714-FD8B-6495-7E8278697A88}"/>
          </ac:spMkLst>
        </pc:spChg>
        <pc:spChg chg="del">
          <ac:chgData name="Gusti Pangestu" userId="7768735c-5c0d-4d9b-b550-ead0b3c82a30" providerId="ADAL" clId="{F89C377E-197E-465E-A4E6-441D20C309D9}" dt="2022-12-12T04:01:32.968" v="81" actId="22"/>
          <ac:spMkLst>
            <pc:docMk/>
            <pc:sldMk cId="95377788" sldId="293"/>
            <ac:spMk id="3" creationId="{C6844173-1028-006A-2B62-61E761B931D8}"/>
          </ac:spMkLst>
        </pc:spChg>
        <pc:picChg chg="add mod ord">
          <ac:chgData name="Gusti Pangestu" userId="7768735c-5c0d-4d9b-b550-ead0b3c82a30" providerId="ADAL" clId="{F89C377E-197E-465E-A4E6-441D20C309D9}" dt="2022-12-12T04:01:42.350" v="84" actId="1076"/>
          <ac:picMkLst>
            <pc:docMk/>
            <pc:sldMk cId="95377788" sldId="293"/>
            <ac:picMk id="5" creationId="{D6886ED8-0FDF-A7FF-216E-9A7CB5196E70}"/>
          </ac:picMkLst>
        </pc:picChg>
      </pc:sldChg>
      <pc:sldChg chg="del">
        <pc:chgData name="Gusti Pangestu" userId="7768735c-5c0d-4d9b-b550-ead0b3c82a30" providerId="ADAL" clId="{F89C377E-197E-465E-A4E6-441D20C309D9}" dt="2022-12-12T03:55:58.531" v="0" actId="47"/>
        <pc:sldMkLst>
          <pc:docMk/>
          <pc:sldMk cId="3520273111" sldId="293"/>
        </pc:sldMkLst>
      </pc:sldChg>
      <pc:sldChg chg="addSp modSp new mod modClrScheme chgLayout">
        <pc:chgData name="Gusti Pangestu" userId="7768735c-5c0d-4d9b-b550-ead0b3c82a30" providerId="ADAL" clId="{F89C377E-197E-465E-A4E6-441D20C309D9}" dt="2022-12-12T04:06:56.223" v="101" actId="26606"/>
        <pc:sldMkLst>
          <pc:docMk/>
          <pc:sldMk cId="2893177997" sldId="294"/>
        </pc:sldMkLst>
        <pc:spChg chg="mod">
          <ac:chgData name="Gusti Pangestu" userId="7768735c-5c0d-4d9b-b550-ead0b3c82a30" providerId="ADAL" clId="{F89C377E-197E-465E-A4E6-441D20C309D9}" dt="2022-12-12T04:06:56.223" v="101" actId="26606"/>
          <ac:spMkLst>
            <pc:docMk/>
            <pc:sldMk cId="2893177997" sldId="294"/>
            <ac:spMk id="2" creationId="{35DFA146-81F6-4AFF-8151-9DB6ED9E8D4B}"/>
          </ac:spMkLst>
        </pc:spChg>
        <pc:spChg chg="mod">
          <ac:chgData name="Gusti Pangestu" userId="7768735c-5c0d-4d9b-b550-ead0b3c82a30" providerId="ADAL" clId="{F89C377E-197E-465E-A4E6-441D20C309D9}" dt="2022-12-12T04:06:56.223" v="101" actId="26606"/>
          <ac:spMkLst>
            <pc:docMk/>
            <pc:sldMk cId="2893177997" sldId="294"/>
            <ac:spMk id="3" creationId="{C5FA1901-6C12-624A-5710-6FE1132EBD02}"/>
          </ac:spMkLst>
        </pc:spChg>
        <pc:picChg chg="add mod">
          <ac:chgData name="Gusti Pangestu" userId="7768735c-5c0d-4d9b-b550-ead0b3c82a30" providerId="ADAL" clId="{F89C377E-197E-465E-A4E6-441D20C309D9}" dt="2022-12-12T04:06:56.223" v="101" actId="26606"/>
          <ac:picMkLst>
            <pc:docMk/>
            <pc:sldMk cId="2893177997" sldId="294"/>
            <ac:picMk id="5" creationId="{739E8D4F-2254-0515-76C1-03E8E08E8BB6}"/>
          </ac:picMkLst>
        </pc:picChg>
      </pc:sldChg>
      <pc:sldChg chg="del">
        <pc:chgData name="Gusti Pangestu" userId="7768735c-5c0d-4d9b-b550-ead0b3c82a30" providerId="ADAL" clId="{F89C377E-197E-465E-A4E6-441D20C309D9}" dt="2022-12-12T03:55:58.531" v="0" actId="47"/>
        <pc:sldMkLst>
          <pc:docMk/>
          <pc:sldMk cId="3050537162" sldId="294"/>
        </pc:sldMkLst>
      </pc:sldChg>
      <pc:sldChg chg="del">
        <pc:chgData name="Gusti Pangestu" userId="7768735c-5c0d-4d9b-b550-ead0b3c82a30" providerId="ADAL" clId="{F89C377E-197E-465E-A4E6-441D20C309D9}" dt="2022-12-12T03:55:58.531" v="0" actId="47"/>
        <pc:sldMkLst>
          <pc:docMk/>
          <pc:sldMk cId="212346741" sldId="295"/>
        </pc:sldMkLst>
      </pc:sldChg>
      <pc:sldChg chg="addSp delSp modSp new mod modClrScheme chgLayout">
        <pc:chgData name="Gusti Pangestu" userId="7768735c-5c0d-4d9b-b550-ead0b3c82a30" providerId="ADAL" clId="{F89C377E-197E-465E-A4E6-441D20C309D9}" dt="2022-12-12T04:09:35.553" v="113" actId="1076"/>
        <pc:sldMkLst>
          <pc:docMk/>
          <pc:sldMk cId="3348046177" sldId="295"/>
        </pc:sldMkLst>
        <pc:spChg chg="mod ord">
          <ac:chgData name="Gusti Pangestu" userId="7768735c-5c0d-4d9b-b550-ead0b3c82a30" providerId="ADAL" clId="{F89C377E-197E-465E-A4E6-441D20C309D9}" dt="2022-12-12T04:09:28.009" v="111" actId="26606"/>
          <ac:spMkLst>
            <pc:docMk/>
            <pc:sldMk cId="3348046177" sldId="295"/>
            <ac:spMk id="2" creationId="{1B3B131C-8929-07B1-8144-4ACBC06F7E9F}"/>
          </ac:spMkLst>
        </pc:spChg>
        <pc:spChg chg="del mod ord">
          <ac:chgData name="Gusti Pangestu" userId="7768735c-5c0d-4d9b-b550-ead0b3c82a30" providerId="ADAL" clId="{F89C377E-197E-465E-A4E6-441D20C309D9}" dt="2022-12-12T04:08:21.056" v="104" actId="700"/>
          <ac:spMkLst>
            <pc:docMk/>
            <pc:sldMk cId="3348046177" sldId="295"/>
            <ac:spMk id="3" creationId="{96B89D2D-2465-B169-C2FA-C3DCC67394E4}"/>
          </ac:spMkLst>
        </pc:spChg>
        <pc:spChg chg="del">
          <ac:chgData name="Gusti Pangestu" userId="7768735c-5c0d-4d9b-b550-ead0b3c82a30" providerId="ADAL" clId="{F89C377E-197E-465E-A4E6-441D20C309D9}" dt="2022-12-12T04:08:21.056" v="104" actId="700"/>
          <ac:spMkLst>
            <pc:docMk/>
            <pc:sldMk cId="3348046177" sldId="295"/>
            <ac:spMk id="4" creationId="{089CE6B3-AD87-8655-60F1-9C9AD6475A3F}"/>
          </ac:spMkLst>
        </pc:spChg>
        <pc:spChg chg="add mod ord">
          <ac:chgData name="Gusti Pangestu" userId="7768735c-5c0d-4d9b-b550-ead0b3c82a30" providerId="ADAL" clId="{F89C377E-197E-465E-A4E6-441D20C309D9}" dt="2022-12-12T04:09:28.009" v="111" actId="26606"/>
          <ac:spMkLst>
            <pc:docMk/>
            <pc:sldMk cId="3348046177" sldId="295"/>
            <ac:spMk id="5" creationId="{96956050-134C-4B4D-95EF-94CC337F7E10}"/>
          </ac:spMkLst>
        </pc:spChg>
        <pc:picChg chg="add mod">
          <ac:chgData name="Gusti Pangestu" userId="7768735c-5c0d-4d9b-b550-ead0b3c82a30" providerId="ADAL" clId="{F89C377E-197E-465E-A4E6-441D20C309D9}" dt="2022-12-12T04:09:35.553" v="113" actId="1076"/>
          <ac:picMkLst>
            <pc:docMk/>
            <pc:sldMk cId="3348046177" sldId="295"/>
            <ac:picMk id="7" creationId="{8ED4C68A-3D39-5696-BE24-3CB67180B1EC}"/>
          </ac:picMkLst>
        </pc:picChg>
      </pc:sldChg>
      <pc:sldChg chg="del">
        <pc:chgData name="Gusti Pangestu" userId="7768735c-5c0d-4d9b-b550-ead0b3c82a30" providerId="ADAL" clId="{F89C377E-197E-465E-A4E6-441D20C309D9}" dt="2022-12-12T03:55:58.531" v="0" actId="47"/>
        <pc:sldMkLst>
          <pc:docMk/>
          <pc:sldMk cId="2711160603" sldId="296"/>
        </pc:sldMkLst>
      </pc:sldChg>
      <pc:sldChg chg="addSp delSp modSp new mod modClrScheme chgLayout">
        <pc:chgData name="Gusti Pangestu" userId="7768735c-5c0d-4d9b-b550-ead0b3c82a30" providerId="ADAL" clId="{F89C377E-197E-465E-A4E6-441D20C309D9}" dt="2022-12-12T04:12:08.127" v="126" actId="1076"/>
        <pc:sldMkLst>
          <pc:docMk/>
          <pc:sldMk cId="3063669724" sldId="296"/>
        </pc:sldMkLst>
        <pc:spChg chg="del mod ord">
          <ac:chgData name="Gusti Pangestu" userId="7768735c-5c0d-4d9b-b550-ead0b3c82a30" providerId="ADAL" clId="{F89C377E-197E-465E-A4E6-441D20C309D9}" dt="2022-12-12T04:10:20.532" v="118" actId="700"/>
          <ac:spMkLst>
            <pc:docMk/>
            <pc:sldMk cId="3063669724" sldId="296"/>
            <ac:spMk id="2" creationId="{3ECAD0B6-D1BD-F3B6-A9B8-51EEFA43F74D}"/>
          </ac:spMkLst>
        </pc:spChg>
        <pc:spChg chg="del mod ord">
          <ac:chgData name="Gusti Pangestu" userId="7768735c-5c0d-4d9b-b550-ead0b3c82a30" providerId="ADAL" clId="{F89C377E-197E-465E-A4E6-441D20C309D9}" dt="2022-12-12T04:10:20.532" v="118" actId="700"/>
          <ac:spMkLst>
            <pc:docMk/>
            <pc:sldMk cId="3063669724" sldId="296"/>
            <ac:spMk id="3" creationId="{732B1A39-267C-45AF-37D9-FFA7FA97222D}"/>
          </ac:spMkLst>
        </pc:spChg>
        <pc:spChg chg="del">
          <ac:chgData name="Gusti Pangestu" userId="7768735c-5c0d-4d9b-b550-ead0b3c82a30" providerId="ADAL" clId="{F89C377E-197E-465E-A4E6-441D20C309D9}" dt="2022-12-12T04:10:20.532" v="118" actId="700"/>
          <ac:spMkLst>
            <pc:docMk/>
            <pc:sldMk cId="3063669724" sldId="296"/>
            <ac:spMk id="4" creationId="{5CF68DBE-841C-3DA8-244C-024F91F51017}"/>
          </ac:spMkLst>
        </pc:spChg>
        <pc:spChg chg="add mod ord">
          <ac:chgData name="Gusti Pangestu" userId="7768735c-5c0d-4d9b-b550-ead0b3c82a30" providerId="ADAL" clId="{F89C377E-197E-465E-A4E6-441D20C309D9}" dt="2022-12-12T04:11:31.838" v="122"/>
          <ac:spMkLst>
            <pc:docMk/>
            <pc:sldMk cId="3063669724" sldId="296"/>
            <ac:spMk id="5" creationId="{6254C7BE-A9EF-CB6A-02FE-6EF5A0DF5346}"/>
          </ac:spMkLst>
        </pc:spChg>
        <pc:spChg chg="add del mod ord">
          <ac:chgData name="Gusti Pangestu" userId="7768735c-5c0d-4d9b-b550-ead0b3c82a30" providerId="ADAL" clId="{F89C377E-197E-465E-A4E6-441D20C309D9}" dt="2022-12-12T04:11:49.235" v="123" actId="22"/>
          <ac:spMkLst>
            <pc:docMk/>
            <pc:sldMk cId="3063669724" sldId="296"/>
            <ac:spMk id="6" creationId="{F50BD830-4708-A2E8-18B6-847F4B916E70}"/>
          </ac:spMkLst>
        </pc:spChg>
        <pc:picChg chg="add mod ord">
          <ac:chgData name="Gusti Pangestu" userId="7768735c-5c0d-4d9b-b550-ead0b3c82a30" providerId="ADAL" clId="{F89C377E-197E-465E-A4E6-441D20C309D9}" dt="2022-12-12T04:11:52.210" v="124" actId="1076"/>
          <ac:picMkLst>
            <pc:docMk/>
            <pc:sldMk cId="3063669724" sldId="296"/>
            <ac:picMk id="8" creationId="{3538FB60-C180-B265-2EC3-DAC30425BAA7}"/>
          </ac:picMkLst>
        </pc:picChg>
        <pc:picChg chg="add mod">
          <ac:chgData name="Gusti Pangestu" userId="7768735c-5c0d-4d9b-b550-ead0b3c82a30" providerId="ADAL" clId="{F89C377E-197E-465E-A4E6-441D20C309D9}" dt="2022-12-12T04:12:08.127" v="126" actId="1076"/>
          <ac:picMkLst>
            <pc:docMk/>
            <pc:sldMk cId="3063669724" sldId="296"/>
            <ac:picMk id="10" creationId="{C5392B72-EEE8-FDC7-A133-825C93736497}"/>
          </ac:picMkLst>
        </pc:picChg>
      </pc:sldChg>
      <pc:sldChg chg="addSp modSp new mod">
        <pc:chgData name="Gusti Pangestu" userId="7768735c-5c0d-4d9b-b550-ead0b3c82a30" providerId="ADAL" clId="{F89C377E-197E-465E-A4E6-441D20C309D9}" dt="2022-12-12T04:22:00.240" v="153" actId="1076"/>
        <pc:sldMkLst>
          <pc:docMk/>
          <pc:sldMk cId="621401421" sldId="297"/>
        </pc:sldMkLst>
        <pc:spChg chg="mod">
          <ac:chgData name="Gusti Pangestu" userId="7768735c-5c0d-4d9b-b550-ead0b3c82a30" providerId="ADAL" clId="{F89C377E-197E-465E-A4E6-441D20C309D9}" dt="2022-12-12T04:18:04.061" v="143" actId="20577"/>
          <ac:spMkLst>
            <pc:docMk/>
            <pc:sldMk cId="621401421" sldId="297"/>
            <ac:spMk id="2" creationId="{452D5FDC-DA03-E658-F7E9-68D143A9F96A}"/>
          </ac:spMkLst>
        </pc:spChg>
        <pc:spChg chg="mod">
          <ac:chgData name="Gusti Pangestu" userId="7768735c-5c0d-4d9b-b550-ead0b3c82a30" providerId="ADAL" clId="{F89C377E-197E-465E-A4E6-441D20C309D9}" dt="2022-12-12T04:21:45.727" v="149"/>
          <ac:spMkLst>
            <pc:docMk/>
            <pc:sldMk cId="621401421" sldId="297"/>
            <ac:spMk id="3" creationId="{F70348FD-010B-6A2E-87EB-B9DA5F3AA1C9}"/>
          </ac:spMkLst>
        </pc:spChg>
        <pc:picChg chg="add mod">
          <ac:chgData name="Gusti Pangestu" userId="7768735c-5c0d-4d9b-b550-ead0b3c82a30" providerId="ADAL" clId="{F89C377E-197E-465E-A4E6-441D20C309D9}" dt="2022-12-12T04:22:00.240" v="153" actId="1076"/>
          <ac:picMkLst>
            <pc:docMk/>
            <pc:sldMk cId="621401421" sldId="297"/>
            <ac:picMk id="5" creationId="{F5FE04FC-EA88-C3EB-3A93-760D109BDA33}"/>
          </ac:picMkLst>
        </pc:picChg>
      </pc:sldChg>
      <pc:sldChg chg="del">
        <pc:chgData name="Gusti Pangestu" userId="7768735c-5c0d-4d9b-b550-ead0b3c82a30" providerId="ADAL" clId="{F89C377E-197E-465E-A4E6-441D20C309D9}" dt="2022-12-12T03:55:58.531" v="0" actId="47"/>
        <pc:sldMkLst>
          <pc:docMk/>
          <pc:sldMk cId="1881632681" sldId="297"/>
        </pc:sldMkLst>
      </pc:sldChg>
      <pc:sldChg chg="modSp new del mod">
        <pc:chgData name="Gusti Pangestu" userId="7768735c-5c0d-4d9b-b550-ead0b3c82a30" providerId="ADAL" clId="{F89C377E-197E-465E-A4E6-441D20C309D9}" dt="2022-12-12T04:10:15.729" v="117" actId="47"/>
        <pc:sldMkLst>
          <pc:docMk/>
          <pc:sldMk cId="2276760796" sldId="297"/>
        </pc:sldMkLst>
        <pc:spChg chg="mod">
          <ac:chgData name="Gusti Pangestu" userId="7768735c-5c0d-4d9b-b550-ead0b3c82a30" providerId="ADAL" clId="{F89C377E-197E-465E-A4E6-441D20C309D9}" dt="2022-12-12T04:10:06.051" v="116"/>
          <ac:spMkLst>
            <pc:docMk/>
            <pc:sldMk cId="2276760796" sldId="297"/>
            <ac:spMk id="2" creationId="{18948BA6-6A10-6BE9-66FA-5C1C98EE3ECE}"/>
          </ac:spMkLst>
        </pc:spChg>
      </pc:sldChg>
      <pc:sldChg chg="addSp delSp modSp new mod">
        <pc:chgData name="Gusti Pangestu" userId="7768735c-5c0d-4d9b-b550-ead0b3c82a30" providerId="ADAL" clId="{F89C377E-197E-465E-A4E6-441D20C309D9}" dt="2022-12-12T04:22:22.276" v="157" actId="1076"/>
        <pc:sldMkLst>
          <pc:docMk/>
          <pc:sldMk cId="1357288573" sldId="298"/>
        </pc:sldMkLst>
        <pc:spChg chg="del">
          <ac:chgData name="Gusti Pangestu" userId="7768735c-5c0d-4d9b-b550-ead0b3c82a30" providerId="ADAL" clId="{F89C377E-197E-465E-A4E6-441D20C309D9}" dt="2022-12-12T04:22:13.897" v="156" actId="478"/>
          <ac:spMkLst>
            <pc:docMk/>
            <pc:sldMk cId="1357288573" sldId="298"/>
            <ac:spMk id="2" creationId="{83D9939C-8FE4-CDB5-3D3C-87DD53859764}"/>
          </ac:spMkLst>
        </pc:spChg>
        <pc:spChg chg="del">
          <ac:chgData name="Gusti Pangestu" userId="7768735c-5c0d-4d9b-b550-ead0b3c82a30" providerId="ADAL" clId="{F89C377E-197E-465E-A4E6-441D20C309D9}" dt="2022-12-12T04:22:11.647" v="155" actId="22"/>
          <ac:spMkLst>
            <pc:docMk/>
            <pc:sldMk cId="1357288573" sldId="298"/>
            <ac:spMk id="3" creationId="{966E835B-EADC-9C9C-B817-C3317979AA77}"/>
          </ac:spMkLst>
        </pc:spChg>
        <pc:picChg chg="add mod ord">
          <ac:chgData name="Gusti Pangestu" userId="7768735c-5c0d-4d9b-b550-ead0b3c82a30" providerId="ADAL" clId="{F89C377E-197E-465E-A4E6-441D20C309D9}" dt="2022-12-12T04:22:22.276" v="157" actId="1076"/>
          <ac:picMkLst>
            <pc:docMk/>
            <pc:sldMk cId="1357288573" sldId="298"/>
            <ac:picMk id="5" creationId="{C86D2C45-B8FC-05CC-2B05-8E40F7AE9447}"/>
          </ac:picMkLst>
        </pc:picChg>
      </pc:sldChg>
      <pc:sldChg chg="del">
        <pc:chgData name="Gusti Pangestu" userId="7768735c-5c0d-4d9b-b550-ead0b3c82a30" providerId="ADAL" clId="{F89C377E-197E-465E-A4E6-441D20C309D9}" dt="2022-12-12T03:55:58.531" v="0" actId="47"/>
        <pc:sldMkLst>
          <pc:docMk/>
          <pc:sldMk cId="2531925851" sldId="298"/>
        </pc:sldMkLst>
      </pc:sldChg>
      <pc:sldChg chg="del">
        <pc:chgData name="Gusti Pangestu" userId="7768735c-5c0d-4d9b-b550-ead0b3c82a30" providerId="ADAL" clId="{F89C377E-197E-465E-A4E6-441D20C309D9}" dt="2022-12-12T03:55:58.531" v="0" actId="47"/>
        <pc:sldMkLst>
          <pc:docMk/>
          <pc:sldMk cId="1883384608" sldId="299"/>
        </pc:sldMkLst>
      </pc:sldChg>
      <pc:sldChg chg="addSp delSp modSp new mod">
        <pc:chgData name="Gusti Pangestu" userId="7768735c-5c0d-4d9b-b550-ead0b3c82a30" providerId="ADAL" clId="{F89C377E-197E-465E-A4E6-441D20C309D9}" dt="2022-12-12T04:32:51.874" v="169" actId="14100"/>
        <pc:sldMkLst>
          <pc:docMk/>
          <pc:sldMk cId="3892804438" sldId="299"/>
        </pc:sldMkLst>
        <pc:spChg chg="mod">
          <ac:chgData name="Gusti Pangestu" userId="7768735c-5c0d-4d9b-b550-ead0b3c82a30" providerId="ADAL" clId="{F89C377E-197E-465E-A4E6-441D20C309D9}" dt="2022-12-12T04:31:44.631" v="159"/>
          <ac:spMkLst>
            <pc:docMk/>
            <pc:sldMk cId="3892804438" sldId="299"/>
            <ac:spMk id="2" creationId="{843DF6D6-59BC-C212-6A9F-3A0960DCF985}"/>
          </ac:spMkLst>
        </pc:spChg>
        <pc:spChg chg="del">
          <ac:chgData name="Gusti Pangestu" userId="7768735c-5c0d-4d9b-b550-ead0b3c82a30" providerId="ADAL" clId="{F89C377E-197E-465E-A4E6-441D20C309D9}" dt="2022-12-12T04:32:03.624" v="160" actId="22"/>
          <ac:spMkLst>
            <pc:docMk/>
            <pc:sldMk cId="3892804438" sldId="299"/>
            <ac:spMk id="3" creationId="{7540F592-E92F-5605-0AE5-D3C32CA10702}"/>
          </ac:spMkLst>
        </pc:spChg>
        <pc:spChg chg="add mod">
          <ac:chgData name="Gusti Pangestu" userId="7768735c-5c0d-4d9b-b550-ead0b3c82a30" providerId="ADAL" clId="{F89C377E-197E-465E-A4E6-441D20C309D9}" dt="2022-12-12T04:32:51.874" v="169" actId="14100"/>
          <ac:spMkLst>
            <pc:docMk/>
            <pc:sldMk cId="3892804438" sldId="299"/>
            <ac:spMk id="7" creationId="{041220A7-A060-4714-BE56-B40B93436E6E}"/>
          </ac:spMkLst>
        </pc:spChg>
        <pc:picChg chg="add mod ord">
          <ac:chgData name="Gusti Pangestu" userId="7768735c-5c0d-4d9b-b550-ead0b3c82a30" providerId="ADAL" clId="{F89C377E-197E-465E-A4E6-441D20C309D9}" dt="2022-12-12T04:32:09.929" v="161" actId="1076"/>
          <ac:picMkLst>
            <pc:docMk/>
            <pc:sldMk cId="3892804438" sldId="299"/>
            <ac:picMk id="5" creationId="{5F05C273-1EDE-7F07-7C1F-C3C0CE73FE91}"/>
          </ac:picMkLst>
        </pc:picChg>
      </pc:sldChg>
      <pc:sldChg chg="del">
        <pc:chgData name="Gusti Pangestu" userId="7768735c-5c0d-4d9b-b550-ead0b3c82a30" providerId="ADAL" clId="{F89C377E-197E-465E-A4E6-441D20C309D9}" dt="2022-12-12T03:55:58.531" v="0" actId="47"/>
        <pc:sldMkLst>
          <pc:docMk/>
          <pc:sldMk cId="23841198" sldId="300"/>
        </pc:sldMkLst>
      </pc:sldChg>
      <pc:sldChg chg="addSp delSp modSp new mod">
        <pc:chgData name="Gusti Pangestu" userId="7768735c-5c0d-4d9b-b550-ead0b3c82a30" providerId="ADAL" clId="{F89C377E-197E-465E-A4E6-441D20C309D9}" dt="2022-12-12T04:34:43.590" v="190" actId="20577"/>
        <pc:sldMkLst>
          <pc:docMk/>
          <pc:sldMk cId="3986061941" sldId="300"/>
        </pc:sldMkLst>
        <pc:spChg chg="del">
          <ac:chgData name="Gusti Pangestu" userId="7768735c-5c0d-4d9b-b550-ead0b3c82a30" providerId="ADAL" clId="{F89C377E-197E-465E-A4E6-441D20C309D9}" dt="2022-12-12T04:33:06.266" v="171" actId="478"/>
          <ac:spMkLst>
            <pc:docMk/>
            <pc:sldMk cId="3986061941" sldId="300"/>
            <ac:spMk id="2" creationId="{DD55494B-D2FD-ECB3-5CDD-0BF906ABF22D}"/>
          </ac:spMkLst>
        </pc:spChg>
        <pc:spChg chg="del">
          <ac:chgData name="Gusti Pangestu" userId="7768735c-5c0d-4d9b-b550-ead0b3c82a30" providerId="ADAL" clId="{F89C377E-197E-465E-A4E6-441D20C309D9}" dt="2022-12-12T04:33:07.881" v="172" actId="478"/>
          <ac:spMkLst>
            <pc:docMk/>
            <pc:sldMk cId="3986061941" sldId="300"/>
            <ac:spMk id="3" creationId="{E9D49306-2F54-A3A7-6A61-26B481EA2EA9}"/>
          </ac:spMkLst>
        </pc:spChg>
        <pc:spChg chg="add mod">
          <ac:chgData name="Gusti Pangestu" userId="7768735c-5c0d-4d9b-b550-ead0b3c82a30" providerId="ADAL" clId="{F89C377E-197E-465E-A4E6-441D20C309D9}" dt="2022-12-12T04:34:43.590" v="190" actId="20577"/>
          <ac:spMkLst>
            <pc:docMk/>
            <pc:sldMk cId="3986061941" sldId="300"/>
            <ac:spMk id="9" creationId="{03545CA6-31C3-AEBE-B612-ECAAEFBE32AB}"/>
          </ac:spMkLst>
        </pc:spChg>
        <pc:picChg chg="add mod">
          <ac:chgData name="Gusti Pangestu" userId="7768735c-5c0d-4d9b-b550-ead0b3c82a30" providerId="ADAL" clId="{F89C377E-197E-465E-A4E6-441D20C309D9}" dt="2022-12-12T04:34:22.591" v="179" actId="1076"/>
          <ac:picMkLst>
            <pc:docMk/>
            <pc:sldMk cId="3986061941" sldId="300"/>
            <ac:picMk id="5" creationId="{C5BE5FF8-A686-55F2-0CE0-0E3ADED8EE2E}"/>
          </ac:picMkLst>
        </pc:picChg>
        <pc:picChg chg="add mod">
          <ac:chgData name="Gusti Pangestu" userId="7768735c-5c0d-4d9b-b550-ead0b3c82a30" providerId="ADAL" clId="{F89C377E-197E-465E-A4E6-441D20C309D9}" dt="2022-12-12T04:33:33.347" v="176" actId="1076"/>
          <ac:picMkLst>
            <pc:docMk/>
            <pc:sldMk cId="3986061941" sldId="300"/>
            <ac:picMk id="7" creationId="{D5234021-11BA-51B7-6E1F-9DBA714E04B7}"/>
          </ac:picMkLst>
        </pc:picChg>
      </pc:sldChg>
      <pc:sldChg chg="del">
        <pc:chgData name="Gusti Pangestu" userId="7768735c-5c0d-4d9b-b550-ead0b3c82a30" providerId="ADAL" clId="{F89C377E-197E-465E-A4E6-441D20C309D9}" dt="2022-12-12T03:55:58.531" v="0" actId="47"/>
        <pc:sldMkLst>
          <pc:docMk/>
          <pc:sldMk cId="2336243321" sldId="301"/>
        </pc:sldMkLst>
      </pc:sldChg>
      <pc:sldChg chg="addSp delSp modSp new mod">
        <pc:chgData name="Gusti Pangestu" userId="7768735c-5c0d-4d9b-b550-ead0b3c82a30" providerId="ADAL" clId="{F89C377E-197E-465E-A4E6-441D20C309D9}" dt="2022-12-12T04:36:05.277" v="215" actId="20577"/>
        <pc:sldMkLst>
          <pc:docMk/>
          <pc:sldMk cId="2956555080" sldId="301"/>
        </pc:sldMkLst>
        <pc:spChg chg="del">
          <ac:chgData name="Gusti Pangestu" userId="7768735c-5c0d-4d9b-b550-ead0b3c82a30" providerId="ADAL" clId="{F89C377E-197E-465E-A4E6-441D20C309D9}" dt="2022-12-12T04:34:55.823" v="193" actId="478"/>
          <ac:spMkLst>
            <pc:docMk/>
            <pc:sldMk cId="2956555080" sldId="301"/>
            <ac:spMk id="2" creationId="{F9493BD0-EF77-8A4B-0727-125FD8C6DE6B}"/>
          </ac:spMkLst>
        </pc:spChg>
        <pc:spChg chg="del">
          <ac:chgData name="Gusti Pangestu" userId="7768735c-5c0d-4d9b-b550-ead0b3c82a30" providerId="ADAL" clId="{F89C377E-197E-465E-A4E6-441D20C309D9}" dt="2022-12-12T04:34:53.857" v="192" actId="22"/>
          <ac:spMkLst>
            <pc:docMk/>
            <pc:sldMk cId="2956555080" sldId="301"/>
            <ac:spMk id="3" creationId="{9E1123CC-5E98-0BC5-7DAE-A923B98E7C21}"/>
          </ac:spMkLst>
        </pc:spChg>
        <pc:spChg chg="add mod">
          <ac:chgData name="Gusti Pangestu" userId="7768735c-5c0d-4d9b-b550-ead0b3c82a30" providerId="ADAL" clId="{F89C377E-197E-465E-A4E6-441D20C309D9}" dt="2022-12-12T04:36:05.277" v="215" actId="20577"/>
          <ac:spMkLst>
            <pc:docMk/>
            <pc:sldMk cId="2956555080" sldId="301"/>
            <ac:spMk id="7" creationId="{7F30A97F-3686-A475-5844-203D126530C4}"/>
          </ac:spMkLst>
        </pc:spChg>
        <pc:picChg chg="add mod ord">
          <ac:chgData name="Gusti Pangestu" userId="7768735c-5c0d-4d9b-b550-ead0b3c82a30" providerId="ADAL" clId="{F89C377E-197E-465E-A4E6-441D20C309D9}" dt="2022-12-12T04:35:46.693" v="204" actId="1076"/>
          <ac:picMkLst>
            <pc:docMk/>
            <pc:sldMk cId="2956555080" sldId="301"/>
            <ac:picMk id="5" creationId="{65A2DFD2-C0AF-A92A-7A87-5F5EBE1ACF21}"/>
          </ac:picMkLst>
        </pc:picChg>
      </pc:sldChg>
      <pc:sldChg chg="modSp new mod">
        <pc:chgData name="Gusti Pangestu" userId="7768735c-5c0d-4d9b-b550-ead0b3c82a30" providerId="ADAL" clId="{F89C377E-197E-465E-A4E6-441D20C309D9}" dt="2022-12-12T06:09:13.183" v="297" actId="20577"/>
        <pc:sldMkLst>
          <pc:docMk/>
          <pc:sldMk cId="687154644" sldId="302"/>
        </pc:sldMkLst>
        <pc:spChg chg="mod">
          <ac:chgData name="Gusti Pangestu" userId="7768735c-5c0d-4d9b-b550-ead0b3c82a30" providerId="ADAL" clId="{F89C377E-197E-465E-A4E6-441D20C309D9}" dt="2022-12-12T04:37:27.180" v="273" actId="20577"/>
          <ac:spMkLst>
            <pc:docMk/>
            <pc:sldMk cId="687154644" sldId="302"/>
            <ac:spMk id="2" creationId="{7E8B917B-D9E0-E6ED-7162-3BBE6A2AFA8A}"/>
          </ac:spMkLst>
        </pc:spChg>
        <pc:spChg chg="mod">
          <ac:chgData name="Gusti Pangestu" userId="7768735c-5c0d-4d9b-b550-ead0b3c82a30" providerId="ADAL" clId="{F89C377E-197E-465E-A4E6-441D20C309D9}" dt="2022-12-12T06:09:13.183" v="297" actId="20577"/>
          <ac:spMkLst>
            <pc:docMk/>
            <pc:sldMk cId="687154644" sldId="302"/>
            <ac:spMk id="3" creationId="{30C6F67E-1398-3833-A19E-16372D4FDB04}"/>
          </ac:spMkLst>
        </pc:spChg>
      </pc:sldChg>
      <pc:sldChg chg="del">
        <pc:chgData name="Gusti Pangestu" userId="7768735c-5c0d-4d9b-b550-ead0b3c82a30" providerId="ADAL" clId="{F89C377E-197E-465E-A4E6-441D20C309D9}" dt="2022-12-12T03:55:58.531" v="0" actId="47"/>
        <pc:sldMkLst>
          <pc:docMk/>
          <pc:sldMk cId="2246630029" sldId="302"/>
        </pc:sldMkLst>
      </pc:sldChg>
      <pc:sldChg chg="del">
        <pc:chgData name="Gusti Pangestu" userId="7768735c-5c0d-4d9b-b550-ead0b3c82a30" providerId="ADAL" clId="{F89C377E-197E-465E-A4E6-441D20C309D9}" dt="2022-12-12T03:55:58.531" v="0" actId="47"/>
        <pc:sldMkLst>
          <pc:docMk/>
          <pc:sldMk cId="2427825456" sldId="303"/>
        </pc:sldMkLst>
      </pc:sldChg>
      <pc:sldChg chg="addSp delSp modSp new mod">
        <pc:chgData name="Gusti Pangestu" userId="7768735c-5c0d-4d9b-b550-ead0b3c82a30" providerId="ADAL" clId="{F89C377E-197E-465E-A4E6-441D20C309D9}" dt="2022-12-12T04:36:50.189" v="258" actId="26606"/>
        <pc:sldMkLst>
          <pc:docMk/>
          <pc:sldMk cId="4200006546" sldId="303"/>
        </pc:sldMkLst>
        <pc:spChg chg="mod">
          <ac:chgData name="Gusti Pangestu" userId="7768735c-5c0d-4d9b-b550-ead0b3c82a30" providerId="ADAL" clId="{F89C377E-197E-465E-A4E6-441D20C309D9}" dt="2022-12-12T04:36:50.189" v="258" actId="26606"/>
          <ac:spMkLst>
            <pc:docMk/>
            <pc:sldMk cId="4200006546" sldId="303"/>
            <ac:spMk id="2" creationId="{095879F1-8A23-188B-7AC2-C780A87B5878}"/>
          </ac:spMkLst>
        </pc:spChg>
        <pc:spChg chg="del">
          <ac:chgData name="Gusti Pangestu" userId="7768735c-5c0d-4d9b-b550-ead0b3c82a30" providerId="ADAL" clId="{F89C377E-197E-465E-A4E6-441D20C309D9}" dt="2022-12-12T04:36:41.836" v="256" actId="22"/>
          <ac:spMkLst>
            <pc:docMk/>
            <pc:sldMk cId="4200006546" sldId="303"/>
            <ac:spMk id="3" creationId="{C7A507F8-33B2-7C86-C28F-83CEDF342ABB}"/>
          </ac:spMkLst>
        </pc:spChg>
        <pc:picChg chg="add mod ord">
          <ac:chgData name="Gusti Pangestu" userId="7768735c-5c0d-4d9b-b550-ead0b3c82a30" providerId="ADAL" clId="{F89C377E-197E-465E-A4E6-441D20C309D9}" dt="2022-12-12T04:36:50.189" v="258" actId="26606"/>
          <ac:picMkLst>
            <pc:docMk/>
            <pc:sldMk cId="4200006546" sldId="303"/>
            <ac:picMk id="5" creationId="{C46C37FA-973A-433C-23DE-092639AC63A9}"/>
          </ac:picMkLst>
        </pc:picChg>
      </pc:sldChg>
      <pc:sldChg chg="del">
        <pc:chgData name="Gusti Pangestu" userId="7768735c-5c0d-4d9b-b550-ead0b3c82a30" providerId="ADAL" clId="{F89C377E-197E-465E-A4E6-441D20C309D9}" dt="2022-12-12T03:55:58.531" v="0" actId="47"/>
        <pc:sldMkLst>
          <pc:docMk/>
          <pc:sldMk cId="1646206652" sldId="304"/>
        </pc:sldMkLst>
      </pc:sldChg>
      <pc:sldChg chg="del">
        <pc:chgData name="Gusti Pangestu" userId="7768735c-5c0d-4d9b-b550-ead0b3c82a30" providerId="ADAL" clId="{F89C377E-197E-465E-A4E6-441D20C309D9}" dt="2022-12-12T03:55:58.531" v="0" actId="47"/>
        <pc:sldMkLst>
          <pc:docMk/>
          <pc:sldMk cId="1188252766" sldId="305"/>
        </pc:sldMkLst>
      </pc:sldChg>
      <pc:sldChg chg="del">
        <pc:chgData name="Gusti Pangestu" userId="7768735c-5c0d-4d9b-b550-ead0b3c82a30" providerId="ADAL" clId="{F89C377E-197E-465E-A4E6-441D20C309D9}" dt="2022-12-12T03:55:58.531" v="0" actId="47"/>
        <pc:sldMkLst>
          <pc:docMk/>
          <pc:sldMk cId="3237010557" sldId="306"/>
        </pc:sldMkLst>
      </pc:sldChg>
      <pc:sldChg chg="del">
        <pc:chgData name="Gusti Pangestu" userId="7768735c-5c0d-4d9b-b550-ead0b3c82a30" providerId="ADAL" clId="{F89C377E-197E-465E-A4E6-441D20C309D9}" dt="2022-12-12T03:55:58.531" v="0" actId="47"/>
        <pc:sldMkLst>
          <pc:docMk/>
          <pc:sldMk cId="934571703" sldId="307"/>
        </pc:sldMkLst>
      </pc:sldChg>
      <pc:sldChg chg="del">
        <pc:chgData name="Gusti Pangestu" userId="7768735c-5c0d-4d9b-b550-ead0b3c82a30" providerId="ADAL" clId="{F89C377E-197E-465E-A4E6-441D20C309D9}" dt="2022-12-12T03:55:58.531" v="0" actId="47"/>
        <pc:sldMkLst>
          <pc:docMk/>
          <pc:sldMk cId="1490100694" sldId="308"/>
        </pc:sldMkLst>
      </pc:sldChg>
    </pc:docChg>
  </pc:docChgLst>
  <pc:docChgLst>
    <pc:chgData name="Gusti Pangestu" userId="S::gusti.pangestu@binus.ac.id::7768735c-5c0d-4d9b-b550-ead0b3c82a30" providerId="AD" clId="Web-{2D93CF2B-77F8-A25B-D210-87A5597154A1}"/>
    <pc:docChg chg="addSld modSld modSection">
      <pc:chgData name="Gusti Pangestu" userId="S::gusti.pangestu@binus.ac.id::7768735c-5c0d-4d9b-b550-ead0b3c82a30" providerId="AD" clId="Web-{2D93CF2B-77F8-A25B-D210-87A5597154A1}" dt="2022-11-08T02:40:13.934" v="3" actId="20577"/>
      <pc:docMkLst>
        <pc:docMk/>
      </pc:docMkLst>
      <pc:sldChg chg="modSp new">
        <pc:chgData name="Gusti Pangestu" userId="S::gusti.pangestu@binus.ac.id::7768735c-5c0d-4d9b-b550-ead0b3c82a30" providerId="AD" clId="Web-{2D93CF2B-77F8-A25B-D210-87A5597154A1}" dt="2022-11-08T02:40:13.934" v="3" actId="20577"/>
        <pc:sldMkLst>
          <pc:docMk/>
          <pc:sldMk cId="2349906427" sldId="308"/>
        </pc:sldMkLst>
        <pc:spChg chg="mod">
          <ac:chgData name="Gusti Pangestu" userId="S::gusti.pangestu@binus.ac.id::7768735c-5c0d-4d9b-b550-ead0b3c82a30" providerId="AD" clId="Web-{2D93CF2B-77F8-A25B-D210-87A5597154A1}" dt="2022-11-08T02:40:13.934" v="3" actId="20577"/>
          <ac:spMkLst>
            <pc:docMk/>
            <pc:sldMk cId="2349906427" sldId="308"/>
            <ac:spMk id="2" creationId="{8F985375-C6B8-C22E-CA8A-4D16C270F34C}"/>
          </ac:spMkLst>
        </pc:spChg>
      </pc:sldChg>
    </pc:docChg>
  </pc:docChgLst>
  <pc:docChgLst>
    <pc:chgData name="Gusti Pangestu" userId="S::gusti.pangestu@binus.ac.id::7768735c-5c0d-4d9b-b550-ead0b3c82a30" providerId="AD" clId="Web-{FEBE4CCC-5D25-1200-0545-AEF373003FC1}"/>
    <pc:docChg chg="addSld delSld modSld modSection">
      <pc:chgData name="Gusti Pangestu" userId="S::gusti.pangestu@binus.ac.id::7768735c-5c0d-4d9b-b550-ead0b3c82a30" providerId="AD" clId="Web-{FEBE4CCC-5D25-1200-0545-AEF373003FC1}" dt="2020-11-08T21:04:49.476" v="21"/>
      <pc:docMkLst>
        <pc:docMk/>
      </pc:docMkLst>
      <pc:sldChg chg="new">
        <pc:chgData name="Gusti Pangestu" userId="S::gusti.pangestu@binus.ac.id::7768735c-5c0d-4d9b-b550-ead0b3c82a30" providerId="AD" clId="Web-{FEBE4CCC-5D25-1200-0545-AEF373003FC1}" dt="2020-11-08T21:04:49.476" v="21"/>
        <pc:sldMkLst>
          <pc:docMk/>
          <pc:sldMk cId="654055134" sldId="256"/>
        </pc:sldMkLst>
      </pc:sldChg>
      <pc:sldChg chg="del">
        <pc:chgData name="Gusti Pangestu" userId="S::gusti.pangestu@binus.ac.id::7768735c-5c0d-4d9b-b550-ead0b3c82a30" providerId="AD" clId="Web-{FEBE4CCC-5D25-1200-0545-AEF373003FC1}" dt="2020-11-08T21:04:46.851" v="20"/>
        <pc:sldMkLst>
          <pc:docMk/>
          <pc:sldMk cId="4204421142" sldId="256"/>
        </pc:sldMkLst>
      </pc:sldChg>
      <pc:sldChg chg="del">
        <pc:chgData name="Gusti Pangestu" userId="S::gusti.pangestu@binus.ac.id::7768735c-5c0d-4d9b-b550-ead0b3c82a30" providerId="AD" clId="Web-{FEBE4CCC-5D25-1200-0545-AEF373003FC1}" dt="2020-11-08T21:04:46.851" v="19"/>
        <pc:sldMkLst>
          <pc:docMk/>
          <pc:sldMk cId="994908812" sldId="257"/>
        </pc:sldMkLst>
      </pc:sldChg>
      <pc:sldChg chg="del">
        <pc:chgData name="Gusti Pangestu" userId="S::gusti.pangestu@binus.ac.id::7768735c-5c0d-4d9b-b550-ead0b3c82a30" providerId="AD" clId="Web-{FEBE4CCC-5D25-1200-0545-AEF373003FC1}" dt="2020-11-08T21:04:46.835" v="3"/>
        <pc:sldMkLst>
          <pc:docMk/>
          <pc:sldMk cId="2516975436" sldId="259"/>
        </pc:sldMkLst>
      </pc:sldChg>
      <pc:sldChg chg="del">
        <pc:chgData name="Gusti Pangestu" userId="S::gusti.pangestu@binus.ac.id::7768735c-5c0d-4d9b-b550-ead0b3c82a30" providerId="AD" clId="Web-{FEBE4CCC-5D25-1200-0545-AEF373003FC1}" dt="2020-11-08T21:04:46.851" v="18"/>
        <pc:sldMkLst>
          <pc:docMk/>
          <pc:sldMk cId="4186271631" sldId="264"/>
        </pc:sldMkLst>
      </pc:sldChg>
      <pc:sldChg chg="del">
        <pc:chgData name="Gusti Pangestu" userId="S::gusti.pangestu@binus.ac.id::7768735c-5c0d-4d9b-b550-ead0b3c82a30" providerId="AD" clId="Web-{FEBE4CCC-5D25-1200-0545-AEF373003FC1}" dt="2020-11-08T21:04:46.851" v="17"/>
        <pc:sldMkLst>
          <pc:docMk/>
          <pc:sldMk cId="3688710690" sldId="287"/>
        </pc:sldMkLst>
      </pc:sldChg>
      <pc:sldChg chg="del">
        <pc:chgData name="Gusti Pangestu" userId="S::gusti.pangestu@binus.ac.id::7768735c-5c0d-4d9b-b550-ead0b3c82a30" providerId="AD" clId="Web-{FEBE4CCC-5D25-1200-0545-AEF373003FC1}" dt="2020-11-08T21:04:46.851" v="16"/>
        <pc:sldMkLst>
          <pc:docMk/>
          <pc:sldMk cId="1186381382" sldId="309"/>
        </pc:sldMkLst>
      </pc:sldChg>
      <pc:sldChg chg="del">
        <pc:chgData name="Gusti Pangestu" userId="S::gusti.pangestu@binus.ac.id::7768735c-5c0d-4d9b-b550-ead0b3c82a30" providerId="AD" clId="Web-{FEBE4CCC-5D25-1200-0545-AEF373003FC1}" dt="2020-11-08T21:04:46.851" v="8"/>
        <pc:sldMkLst>
          <pc:docMk/>
          <pc:sldMk cId="65465427" sldId="346"/>
        </pc:sldMkLst>
      </pc:sldChg>
      <pc:sldChg chg="del">
        <pc:chgData name="Gusti Pangestu" userId="S::gusti.pangestu@binus.ac.id::7768735c-5c0d-4d9b-b550-ead0b3c82a30" providerId="AD" clId="Web-{FEBE4CCC-5D25-1200-0545-AEF373003FC1}" dt="2020-11-08T21:04:46.835" v="6"/>
        <pc:sldMkLst>
          <pc:docMk/>
          <pc:sldMk cId="757693215" sldId="347"/>
        </pc:sldMkLst>
      </pc:sldChg>
      <pc:sldChg chg="del">
        <pc:chgData name="Gusti Pangestu" userId="S::gusti.pangestu@binus.ac.id::7768735c-5c0d-4d9b-b550-ead0b3c82a30" providerId="AD" clId="Web-{FEBE4CCC-5D25-1200-0545-AEF373003FC1}" dt="2020-11-08T21:04:46.835" v="4"/>
        <pc:sldMkLst>
          <pc:docMk/>
          <pc:sldMk cId="1465585602" sldId="348"/>
        </pc:sldMkLst>
      </pc:sldChg>
      <pc:sldChg chg="del">
        <pc:chgData name="Gusti Pangestu" userId="S::gusti.pangestu@binus.ac.id::7768735c-5c0d-4d9b-b550-ead0b3c82a30" providerId="AD" clId="Web-{FEBE4CCC-5D25-1200-0545-AEF373003FC1}" dt="2020-11-08T21:04:46.851" v="9"/>
        <pc:sldMkLst>
          <pc:docMk/>
          <pc:sldMk cId="1597360731" sldId="353"/>
        </pc:sldMkLst>
      </pc:sldChg>
      <pc:sldChg chg="del">
        <pc:chgData name="Gusti Pangestu" userId="S::gusti.pangestu@binus.ac.id::7768735c-5c0d-4d9b-b550-ead0b3c82a30" providerId="AD" clId="Web-{FEBE4CCC-5D25-1200-0545-AEF373003FC1}" dt="2020-11-08T21:04:46.851" v="7"/>
        <pc:sldMkLst>
          <pc:docMk/>
          <pc:sldMk cId="1597360731" sldId="354"/>
        </pc:sldMkLst>
      </pc:sldChg>
      <pc:sldChg chg="del">
        <pc:chgData name="Gusti Pangestu" userId="S::gusti.pangestu@binus.ac.id::7768735c-5c0d-4d9b-b550-ead0b3c82a30" providerId="AD" clId="Web-{FEBE4CCC-5D25-1200-0545-AEF373003FC1}" dt="2020-11-08T21:04:46.835" v="5"/>
        <pc:sldMkLst>
          <pc:docMk/>
          <pc:sldMk cId="1597360731" sldId="355"/>
        </pc:sldMkLst>
      </pc:sldChg>
      <pc:sldChg chg="del">
        <pc:chgData name="Gusti Pangestu" userId="S::gusti.pangestu@binus.ac.id::7768735c-5c0d-4d9b-b550-ead0b3c82a30" providerId="AD" clId="Web-{FEBE4CCC-5D25-1200-0545-AEF373003FC1}" dt="2020-11-08T21:04:46.851" v="15"/>
        <pc:sldMkLst>
          <pc:docMk/>
          <pc:sldMk cId="1165641375" sldId="356"/>
        </pc:sldMkLst>
      </pc:sldChg>
      <pc:sldChg chg="del">
        <pc:chgData name="Gusti Pangestu" userId="S::gusti.pangestu@binus.ac.id::7768735c-5c0d-4d9b-b550-ead0b3c82a30" providerId="AD" clId="Web-{FEBE4CCC-5D25-1200-0545-AEF373003FC1}" dt="2020-11-08T21:04:46.851" v="14"/>
        <pc:sldMkLst>
          <pc:docMk/>
          <pc:sldMk cId="2219033991" sldId="357"/>
        </pc:sldMkLst>
      </pc:sldChg>
      <pc:sldChg chg="del">
        <pc:chgData name="Gusti Pangestu" userId="S::gusti.pangestu@binus.ac.id::7768735c-5c0d-4d9b-b550-ead0b3c82a30" providerId="AD" clId="Web-{FEBE4CCC-5D25-1200-0545-AEF373003FC1}" dt="2020-11-08T21:04:46.851" v="13"/>
        <pc:sldMkLst>
          <pc:docMk/>
          <pc:sldMk cId="1265282280" sldId="358"/>
        </pc:sldMkLst>
      </pc:sldChg>
      <pc:sldChg chg="del">
        <pc:chgData name="Gusti Pangestu" userId="S::gusti.pangestu@binus.ac.id::7768735c-5c0d-4d9b-b550-ead0b3c82a30" providerId="AD" clId="Web-{FEBE4CCC-5D25-1200-0545-AEF373003FC1}" dt="2020-11-08T21:04:46.851" v="12"/>
        <pc:sldMkLst>
          <pc:docMk/>
          <pc:sldMk cId="3269180244" sldId="359"/>
        </pc:sldMkLst>
      </pc:sldChg>
      <pc:sldChg chg="del">
        <pc:chgData name="Gusti Pangestu" userId="S::gusti.pangestu@binus.ac.id::7768735c-5c0d-4d9b-b550-ead0b3c82a30" providerId="AD" clId="Web-{FEBE4CCC-5D25-1200-0545-AEF373003FC1}" dt="2020-11-08T21:04:46.851" v="11"/>
        <pc:sldMkLst>
          <pc:docMk/>
          <pc:sldMk cId="2273681120" sldId="360"/>
        </pc:sldMkLst>
      </pc:sldChg>
      <pc:sldChg chg="del">
        <pc:chgData name="Gusti Pangestu" userId="S::gusti.pangestu@binus.ac.id::7768735c-5c0d-4d9b-b550-ead0b3c82a30" providerId="AD" clId="Web-{FEBE4CCC-5D25-1200-0545-AEF373003FC1}" dt="2020-11-08T21:04:46.851" v="10"/>
        <pc:sldMkLst>
          <pc:docMk/>
          <pc:sldMk cId="270913358" sldId="361"/>
        </pc:sldMkLst>
      </pc:sldChg>
      <pc:sldChg chg="delSp modSp new del mod modClrScheme chgLayout">
        <pc:chgData name="Gusti Pangestu" userId="S::gusti.pangestu@binus.ac.id::7768735c-5c0d-4d9b-b550-ead0b3c82a30" providerId="AD" clId="Web-{FEBE4CCC-5D25-1200-0545-AEF373003FC1}" dt="2020-11-08T21:04:46.835" v="2"/>
        <pc:sldMkLst>
          <pc:docMk/>
          <pc:sldMk cId="253952621" sldId="362"/>
        </pc:sldMkLst>
        <pc:spChg chg="mod ord">
          <ac:chgData name="Gusti Pangestu" userId="S::gusti.pangestu@binus.ac.id::7768735c-5c0d-4d9b-b550-ead0b3c82a30" providerId="AD" clId="Web-{FEBE4CCC-5D25-1200-0545-AEF373003FC1}" dt="2020-11-08T21:04:11.022" v="1"/>
          <ac:spMkLst>
            <pc:docMk/>
            <pc:sldMk cId="253952621" sldId="362"/>
            <ac:spMk id="2" creationId="{224B20C3-5909-4D46-ACE5-428B22D07EE2}"/>
          </ac:spMkLst>
        </pc:spChg>
        <pc:spChg chg="mod ord">
          <ac:chgData name="Gusti Pangestu" userId="S::gusti.pangestu@binus.ac.id::7768735c-5c0d-4d9b-b550-ead0b3c82a30" providerId="AD" clId="Web-{FEBE4CCC-5D25-1200-0545-AEF373003FC1}" dt="2020-11-08T21:04:11.022" v="1"/>
          <ac:spMkLst>
            <pc:docMk/>
            <pc:sldMk cId="253952621" sldId="362"/>
            <ac:spMk id="3" creationId="{00F7404C-2094-4998-9909-91A645005070}"/>
          </ac:spMkLst>
        </pc:spChg>
        <pc:spChg chg="del">
          <ac:chgData name="Gusti Pangestu" userId="S::gusti.pangestu@binus.ac.id::7768735c-5c0d-4d9b-b550-ead0b3c82a30" providerId="AD" clId="Web-{FEBE4CCC-5D25-1200-0545-AEF373003FC1}" dt="2020-11-08T21:04:11.022" v="1"/>
          <ac:spMkLst>
            <pc:docMk/>
            <pc:sldMk cId="253952621" sldId="362"/>
            <ac:spMk id="4" creationId="{5956C5DF-25F3-4A6B-8E08-A088F163FAE3}"/>
          </ac:spMkLst>
        </pc:spChg>
      </pc:sldChg>
    </pc:docChg>
  </pc:docChgLst>
  <pc:docChgLst>
    <pc:chgData name="Gusti Pangestu" userId="S::gusti.pangestu@binus.ac.id::7768735c-5c0d-4d9b-b550-ead0b3c82a30" providerId="AD" clId="Web-{4A07B62D-5FC8-B8E7-56D8-8F436EB36271}"/>
    <pc:docChg chg="addSld delSld modSld modSection">
      <pc:chgData name="Gusti Pangestu" userId="S::gusti.pangestu@binus.ac.id::7768735c-5c0d-4d9b-b550-ead0b3c82a30" providerId="AD" clId="Web-{4A07B62D-5FC8-B8E7-56D8-8F436EB36271}" dt="2022-10-27T04:20:36.460" v="197" actId="20577"/>
      <pc:docMkLst>
        <pc:docMk/>
      </pc:docMkLst>
      <pc:sldChg chg="modSp">
        <pc:chgData name="Gusti Pangestu" userId="S::gusti.pangestu@binus.ac.id::7768735c-5c0d-4d9b-b550-ead0b3c82a30" providerId="AD" clId="Web-{4A07B62D-5FC8-B8E7-56D8-8F436EB36271}" dt="2022-10-27T03:33:00.608" v="67" actId="20577"/>
        <pc:sldMkLst>
          <pc:docMk/>
          <pc:sldMk cId="109857222" sldId="258"/>
        </pc:sldMkLst>
        <pc:spChg chg="mod">
          <ac:chgData name="Gusti Pangestu" userId="S::gusti.pangestu@binus.ac.id::7768735c-5c0d-4d9b-b550-ead0b3c82a30" providerId="AD" clId="Web-{4A07B62D-5FC8-B8E7-56D8-8F436EB36271}" dt="2022-10-27T03:32:47.155" v="55" actId="20577"/>
          <ac:spMkLst>
            <pc:docMk/>
            <pc:sldMk cId="109857222" sldId="258"/>
            <ac:spMk id="2" creationId="{00000000-0000-0000-0000-000000000000}"/>
          </ac:spMkLst>
        </pc:spChg>
        <pc:spChg chg="mod">
          <ac:chgData name="Gusti Pangestu" userId="S::gusti.pangestu@binus.ac.id::7768735c-5c0d-4d9b-b550-ead0b3c82a30" providerId="AD" clId="Web-{4A07B62D-5FC8-B8E7-56D8-8F436EB36271}" dt="2022-10-27T03:33:00.608" v="67" actId="20577"/>
          <ac:spMkLst>
            <pc:docMk/>
            <pc:sldMk cId="109857222" sldId="258"/>
            <ac:spMk id="3" creationId="{00000000-0000-0000-0000-000000000000}"/>
          </ac:spMkLst>
        </pc:spChg>
      </pc:sldChg>
      <pc:sldChg chg="del">
        <pc:chgData name="Gusti Pangestu" userId="S::gusti.pangestu@binus.ac.id::7768735c-5c0d-4d9b-b550-ead0b3c82a30" providerId="AD" clId="Web-{4A07B62D-5FC8-B8E7-56D8-8F436EB36271}" dt="2022-10-27T03:32:17.654" v="28"/>
        <pc:sldMkLst>
          <pc:docMk/>
          <pc:sldMk cId="1744550803" sldId="259"/>
        </pc:sldMkLst>
      </pc:sldChg>
      <pc:sldChg chg="del">
        <pc:chgData name="Gusti Pangestu" userId="S::gusti.pangestu@binus.ac.id::7768735c-5c0d-4d9b-b550-ead0b3c82a30" providerId="AD" clId="Web-{4A07B62D-5FC8-B8E7-56D8-8F436EB36271}" dt="2022-10-27T03:32:17.654" v="27"/>
        <pc:sldMkLst>
          <pc:docMk/>
          <pc:sldMk cId="2444400246" sldId="260"/>
        </pc:sldMkLst>
      </pc:sldChg>
      <pc:sldChg chg="del">
        <pc:chgData name="Gusti Pangestu" userId="S::gusti.pangestu@binus.ac.id::7768735c-5c0d-4d9b-b550-ead0b3c82a30" providerId="AD" clId="Web-{4A07B62D-5FC8-B8E7-56D8-8F436EB36271}" dt="2022-10-27T03:32:17.623" v="26"/>
        <pc:sldMkLst>
          <pc:docMk/>
          <pc:sldMk cId="3227208170" sldId="261"/>
        </pc:sldMkLst>
      </pc:sldChg>
      <pc:sldChg chg="del">
        <pc:chgData name="Gusti Pangestu" userId="S::gusti.pangestu@binus.ac.id::7768735c-5c0d-4d9b-b550-ead0b3c82a30" providerId="AD" clId="Web-{4A07B62D-5FC8-B8E7-56D8-8F436EB36271}" dt="2022-10-27T03:32:17.623" v="25"/>
        <pc:sldMkLst>
          <pc:docMk/>
          <pc:sldMk cId="3586522301" sldId="262"/>
        </pc:sldMkLst>
      </pc:sldChg>
      <pc:sldChg chg="del">
        <pc:chgData name="Gusti Pangestu" userId="S::gusti.pangestu@binus.ac.id::7768735c-5c0d-4d9b-b550-ead0b3c82a30" providerId="AD" clId="Web-{4A07B62D-5FC8-B8E7-56D8-8F436EB36271}" dt="2022-10-27T03:32:17.591" v="24"/>
        <pc:sldMkLst>
          <pc:docMk/>
          <pc:sldMk cId="1358273460" sldId="263"/>
        </pc:sldMkLst>
      </pc:sldChg>
      <pc:sldChg chg="del">
        <pc:chgData name="Gusti Pangestu" userId="S::gusti.pangestu@binus.ac.id::7768735c-5c0d-4d9b-b550-ead0b3c82a30" providerId="AD" clId="Web-{4A07B62D-5FC8-B8E7-56D8-8F436EB36271}" dt="2022-10-27T03:32:17.591" v="23"/>
        <pc:sldMkLst>
          <pc:docMk/>
          <pc:sldMk cId="4186271631" sldId="264"/>
        </pc:sldMkLst>
      </pc:sldChg>
      <pc:sldChg chg="del">
        <pc:chgData name="Gusti Pangestu" userId="S::gusti.pangestu@binus.ac.id::7768735c-5c0d-4d9b-b550-ead0b3c82a30" providerId="AD" clId="Web-{4A07B62D-5FC8-B8E7-56D8-8F436EB36271}" dt="2022-10-27T03:32:17.591" v="22"/>
        <pc:sldMkLst>
          <pc:docMk/>
          <pc:sldMk cId="640388395" sldId="265"/>
        </pc:sldMkLst>
      </pc:sldChg>
      <pc:sldChg chg="del">
        <pc:chgData name="Gusti Pangestu" userId="S::gusti.pangestu@binus.ac.id::7768735c-5c0d-4d9b-b550-ead0b3c82a30" providerId="AD" clId="Web-{4A07B62D-5FC8-B8E7-56D8-8F436EB36271}" dt="2022-10-27T03:32:17.560" v="21"/>
        <pc:sldMkLst>
          <pc:docMk/>
          <pc:sldMk cId="2731352854" sldId="266"/>
        </pc:sldMkLst>
      </pc:sldChg>
      <pc:sldChg chg="del">
        <pc:chgData name="Gusti Pangestu" userId="S::gusti.pangestu@binus.ac.id::7768735c-5c0d-4d9b-b550-ead0b3c82a30" providerId="AD" clId="Web-{4A07B62D-5FC8-B8E7-56D8-8F436EB36271}" dt="2022-10-27T03:32:17.560" v="20"/>
        <pc:sldMkLst>
          <pc:docMk/>
          <pc:sldMk cId="2491614461" sldId="267"/>
        </pc:sldMkLst>
      </pc:sldChg>
      <pc:sldChg chg="del">
        <pc:chgData name="Gusti Pangestu" userId="S::gusti.pangestu@binus.ac.id::7768735c-5c0d-4d9b-b550-ead0b3c82a30" providerId="AD" clId="Web-{4A07B62D-5FC8-B8E7-56D8-8F436EB36271}" dt="2022-10-27T03:32:17.560" v="19"/>
        <pc:sldMkLst>
          <pc:docMk/>
          <pc:sldMk cId="2148684292" sldId="268"/>
        </pc:sldMkLst>
      </pc:sldChg>
      <pc:sldChg chg="del">
        <pc:chgData name="Gusti Pangestu" userId="S::gusti.pangestu@binus.ac.id::7768735c-5c0d-4d9b-b550-ead0b3c82a30" providerId="AD" clId="Web-{4A07B62D-5FC8-B8E7-56D8-8F436EB36271}" dt="2022-10-27T03:32:17.545" v="18"/>
        <pc:sldMkLst>
          <pc:docMk/>
          <pc:sldMk cId="3556607782" sldId="269"/>
        </pc:sldMkLst>
      </pc:sldChg>
      <pc:sldChg chg="del">
        <pc:chgData name="Gusti Pangestu" userId="S::gusti.pangestu@binus.ac.id::7768735c-5c0d-4d9b-b550-ead0b3c82a30" providerId="AD" clId="Web-{4A07B62D-5FC8-B8E7-56D8-8F436EB36271}" dt="2022-10-27T03:32:17.545" v="17"/>
        <pc:sldMkLst>
          <pc:docMk/>
          <pc:sldMk cId="1547233532" sldId="270"/>
        </pc:sldMkLst>
      </pc:sldChg>
      <pc:sldChg chg="del">
        <pc:chgData name="Gusti Pangestu" userId="S::gusti.pangestu@binus.ac.id::7768735c-5c0d-4d9b-b550-ead0b3c82a30" providerId="AD" clId="Web-{4A07B62D-5FC8-B8E7-56D8-8F436EB36271}" dt="2022-10-27T03:32:17.545" v="16"/>
        <pc:sldMkLst>
          <pc:docMk/>
          <pc:sldMk cId="536712598" sldId="271"/>
        </pc:sldMkLst>
      </pc:sldChg>
      <pc:sldChg chg="del">
        <pc:chgData name="Gusti Pangestu" userId="S::gusti.pangestu@binus.ac.id::7768735c-5c0d-4d9b-b550-ead0b3c82a30" providerId="AD" clId="Web-{4A07B62D-5FC8-B8E7-56D8-8F436EB36271}" dt="2022-10-27T03:32:17.545" v="15"/>
        <pc:sldMkLst>
          <pc:docMk/>
          <pc:sldMk cId="871585317" sldId="272"/>
        </pc:sldMkLst>
      </pc:sldChg>
      <pc:sldChg chg="del">
        <pc:chgData name="Gusti Pangestu" userId="S::gusti.pangestu@binus.ac.id::7768735c-5c0d-4d9b-b550-ead0b3c82a30" providerId="AD" clId="Web-{4A07B62D-5FC8-B8E7-56D8-8F436EB36271}" dt="2022-10-27T03:32:17.545" v="14"/>
        <pc:sldMkLst>
          <pc:docMk/>
          <pc:sldMk cId="2571191043" sldId="273"/>
        </pc:sldMkLst>
      </pc:sldChg>
      <pc:sldChg chg="del">
        <pc:chgData name="Gusti Pangestu" userId="S::gusti.pangestu@binus.ac.id::7768735c-5c0d-4d9b-b550-ead0b3c82a30" providerId="AD" clId="Web-{4A07B62D-5FC8-B8E7-56D8-8F436EB36271}" dt="2022-10-27T03:32:17.545" v="13"/>
        <pc:sldMkLst>
          <pc:docMk/>
          <pc:sldMk cId="3225170664" sldId="274"/>
        </pc:sldMkLst>
      </pc:sldChg>
      <pc:sldChg chg="del">
        <pc:chgData name="Gusti Pangestu" userId="S::gusti.pangestu@binus.ac.id::7768735c-5c0d-4d9b-b550-ead0b3c82a30" providerId="AD" clId="Web-{4A07B62D-5FC8-B8E7-56D8-8F436EB36271}" dt="2022-10-27T03:32:17.545" v="12"/>
        <pc:sldMkLst>
          <pc:docMk/>
          <pc:sldMk cId="785895188" sldId="275"/>
        </pc:sldMkLst>
      </pc:sldChg>
      <pc:sldChg chg="del">
        <pc:chgData name="Gusti Pangestu" userId="S::gusti.pangestu@binus.ac.id::7768735c-5c0d-4d9b-b550-ead0b3c82a30" providerId="AD" clId="Web-{4A07B62D-5FC8-B8E7-56D8-8F436EB36271}" dt="2022-10-27T03:32:17.529" v="11"/>
        <pc:sldMkLst>
          <pc:docMk/>
          <pc:sldMk cId="4271303309" sldId="276"/>
        </pc:sldMkLst>
      </pc:sldChg>
      <pc:sldChg chg="del">
        <pc:chgData name="Gusti Pangestu" userId="S::gusti.pangestu@binus.ac.id::7768735c-5c0d-4d9b-b550-ead0b3c82a30" providerId="AD" clId="Web-{4A07B62D-5FC8-B8E7-56D8-8F436EB36271}" dt="2022-10-27T03:32:17.529" v="10"/>
        <pc:sldMkLst>
          <pc:docMk/>
          <pc:sldMk cId="2117260491" sldId="277"/>
        </pc:sldMkLst>
      </pc:sldChg>
      <pc:sldChg chg="del">
        <pc:chgData name="Gusti Pangestu" userId="S::gusti.pangestu@binus.ac.id::7768735c-5c0d-4d9b-b550-ead0b3c82a30" providerId="AD" clId="Web-{4A07B62D-5FC8-B8E7-56D8-8F436EB36271}" dt="2022-10-27T03:32:17.529" v="9"/>
        <pc:sldMkLst>
          <pc:docMk/>
          <pc:sldMk cId="1015955173" sldId="278"/>
        </pc:sldMkLst>
      </pc:sldChg>
      <pc:sldChg chg="del">
        <pc:chgData name="Gusti Pangestu" userId="S::gusti.pangestu@binus.ac.id::7768735c-5c0d-4d9b-b550-ead0b3c82a30" providerId="AD" clId="Web-{4A07B62D-5FC8-B8E7-56D8-8F436EB36271}" dt="2022-10-27T03:32:17.513" v="8"/>
        <pc:sldMkLst>
          <pc:docMk/>
          <pc:sldMk cId="344992624" sldId="279"/>
        </pc:sldMkLst>
      </pc:sldChg>
      <pc:sldChg chg="del">
        <pc:chgData name="Gusti Pangestu" userId="S::gusti.pangestu@binus.ac.id::7768735c-5c0d-4d9b-b550-ead0b3c82a30" providerId="AD" clId="Web-{4A07B62D-5FC8-B8E7-56D8-8F436EB36271}" dt="2022-10-27T03:32:17.513" v="7"/>
        <pc:sldMkLst>
          <pc:docMk/>
          <pc:sldMk cId="90282252" sldId="280"/>
        </pc:sldMkLst>
      </pc:sldChg>
      <pc:sldChg chg="del">
        <pc:chgData name="Gusti Pangestu" userId="S::gusti.pangestu@binus.ac.id::7768735c-5c0d-4d9b-b550-ead0b3c82a30" providerId="AD" clId="Web-{4A07B62D-5FC8-B8E7-56D8-8F436EB36271}" dt="2022-10-27T03:32:17.513" v="6"/>
        <pc:sldMkLst>
          <pc:docMk/>
          <pc:sldMk cId="3410787883" sldId="281"/>
        </pc:sldMkLst>
      </pc:sldChg>
      <pc:sldChg chg="del">
        <pc:chgData name="Gusti Pangestu" userId="S::gusti.pangestu@binus.ac.id::7768735c-5c0d-4d9b-b550-ead0b3c82a30" providerId="AD" clId="Web-{4A07B62D-5FC8-B8E7-56D8-8F436EB36271}" dt="2022-10-27T03:32:17.513" v="5"/>
        <pc:sldMkLst>
          <pc:docMk/>
          <pc:sldMk cId="1227478321" sldId="282"/>
        </pc:sldMkLst>
      </pc:sldChg>
      <pc:sldChg chg="del">
        <pc:chgData name="Gusti Pangestu" userId="S::gusti.pangestu@binus.ac.id::7768735c-5c0d-4d9b-b550-ead0b3c82a30" providerId="AD" clId="Web-{4A07B62D-5FC8-B8E7-56D8-8F436EB36271}" dt="2022-10-27T03:32:17.513" v="4"/>
        <pc:sldMkLst>
          <pc:docMk/>
          <pc:sldMk cId="292231376" sldId="283"/>
        </pc:sldMkLst>
      </pc:sldChg>
      <pc:sldChg chg="del">
        <pc:chgData name="Gusti Pangestu" userId="S::gusti.pangestu@binus.ac.id::7768735c-5c0d-4d9b-b550-ead0b3c82a30" providerId="AD" clId="Web-{4A07B62D-5FC8-B8E7-56D8-8F436EB36271}" dt="2022-10-27T03:32:17.513" v="3"/>
        <pc:sldMkLst>
          <pc:docMk/>
          <pc:sldMk cId="2152450951" sldId="284"/>
        </pc:sldMkLst>
      </pc:sldChg>
      <pc:sldChg chg="del">
        <pc:chgData name="Gusti Pangestu" userId="S::gusti.pangestu@binus.ac.id::7768735c-5c0d-4d9b-b550-ead0b3c82a30" providerId="AD" clId="Web-{4A07B62D-5FC8-B8E7-56D8-8F436EB36271}" dt="2022-10-27T03:32:17.513" v="2"/>
        <pc:sldMkLst>
          <pc:docMk/>
          <pc:sldMk cId="2554036173" sldId="285"/>
        </pc:sldMkLst>
      </pc:sldChg>
      <pc:sldChg chg="del">
        <pc:chgData name="Gusti Pangestu" userId="S::gusti.pangestu@binus.ac.id::7768735c-5c0d-4d9b-b550-ead0b3c82a30" providerId="AD" clId="Web-{4A07B62D-5FC8-B8E7-56D8-8F436EB36271}" dt="2022-10-27T03:32:17.513" v="1"/>
        <pc:sldMkLst>
          <pc:docMk/>
          <pc:sldMk cId="1741353849" sldId="286"/>
        </pc:sldMkLst>
      </pc:sldChg>
      <pc:sldChg chg="del">
        <pc:chgData name="Gusti Pangestu" userId="S::gusti.pangestu@binus.ac.id::7768735c-5c0d-4d9b-b550-ead0b3c82a30" providerId="AD" clId="Web-{4A07B62D-5FC8-B8E7-56D8-8F436EB36271}" dt="2022-10-27T03:32:17.513" v="0"/>
        <pc:sldMkLst>
          <pc:docMk/>
          <pc:sldMk cId="2486734919" sldId="287"/>
        </pc:sldMkLst>
      </pc:sldChg>
      <pc:sldChg chg="modSp">
        <pc:chgData name="Gusti Pangestu" userId="S::gusti.pangestu@binus.ac.id::7768735c-5c0d-4d9b-b550-ead0b3c82a30" providerId="AD" clId="Web-{4A07B62D-5FC8-B8E7-56D8-8F436EB36271}" dt="2022-10-27T04:20:36.460" v="197" actId="20577"/>
        <pc:sldMkLst>
          <pc:docMk/>
          <pc:sldMk cId="1365886943" sldId="289"/>
        </pc:sldMkLst>
        <pc:spChg chg="mod">
          <ac:chgData name="Gusti Pangestu" userId="S::gusti.pangestu@binus.ac.id::7768735c-5c0d-4d9b-b550-ead0b3c82a30" providerId="AD" clId="Web-{4A07B62D-5FC8-B8E7-56D8-8F436EB36271}" dt="2022-10-27T04:20:36.460" v="197" actId="20577"/>
          <ac:spMkLst>
            <pc:docMk/>
            <pc:sldMk cId="1365886943" sldId="289"/>
            <ac:spMk id="5" creationId="{BFC9FBC7-A7B5-44F5-875A-9C78EE947DD2}"/>
          </ac:spMkLst>
        </pc:spChg>
      </pc:sldChg>
      <pc:sldChg chg="modSp new">
        <pc:chgData name="Gusti Pangestu" userId="S::gusti.pangestu@binus.ac.id::7768735c-5c0d-4d9b-b550-ead0b3c82a30" providerId="AD" clId="Web-{4A07B62D-5FC8-B8E7-56D8-8F436EB36271}" dt="2022-10-27T03:33:38.797" v="76" actId="20577"/>
        <pc:sldMkLst>
          <pc:docMk/>
          <pc:sldMk cId="1545682022" sldId="290"/>
        </pc:sldMkLst>
        <pc:spChg chg="mod">
          <ac:chgData name="Gusti Pangestu" userId="S::gusti.pangestu@binus.ac.id::7768735c-5c0d-4d9b-b550-ead0b3c82a30" providerId="AD" clId="Web-{4A07B62D-5FC8-B8E7-56D8-8F436EB36271}" dt="2022-10-27T03:33:24.281" v="73" actId="20577"/>
          <ac:spMkLst>
            <pc:docMk/>
            <pc:sldMk cId="1545682022" sldId="290"/>
            <ac:spMk id="2" creationId="{0D127130-CB93-C8BE-7021-F7979E8208C3}"/>
          </ac:spMkLst>
        </pc:spChg>
        <pc:spChg chg="mod">
          <ac:chgData name="Gusti Pangestu" userId="S::gusti.pangestu@binus.ac.id::7768735c-5c0d-4d9b-b550-ead0b3c82a30" providerId="AD" clId="Web-{4A07B62D-5FC8-B8E7-56D8-8F436EB36271}" dt="2022-10-27T03:33:38.797" v="76" actId="20577"/>
          <ac:spMkLst>
            <pc:docMk/>
            <pc:sldMk cId="1545682022" sldId="290"/>
            <ac:spMk id="3" creationId="{CFBE6DC7-A61F-27FA-B9A7-7018AFBF0075}"/>
          </ac:spMkLst>
        </pc:spChg>
      </pc:sldChg>
      <pc:sldChg chg="modSp new mod modClrScheme chgLayout">
        <pc:chgData name="Gusti Pangestu" userId="S::gusti.pangestu@binus.ac.id::7768735c-5c0d-4d9b-b550-ead0b3c82a30" providerId="AD" clId="Web-{4A07B62D-5FC8-B8E7-56D8-8F436EB36271}" dt="2022-10-27T03:33:55.203" v="83" actId="20577"/>
        <pc:sldMkLst>
          <pc:docMk/>
          <pc:sldMk cId="2466898216" sldId="291"/>
        </pc:sldMkLst>
        <pc:spChg chg="mod ord">
          <ac:chgData name="Gusti Pangestu" userId="S::gusti.pangestu@binus.ac.id::7768735c-5c0d-4d9b-b550-ead0b3c82a30" providerId="AD" clId="Web-{4A07B62D-5FC8-B8E7-56D8-8F436EB36271}" dt="2022-10-27T03:33:55.203" v="83" actId="20577"/>
          <ac:spMkLst>
            <pc:docMk/>
            <pc:sldMk cId="2466898216" sldId="291"/>
            <ac:spMk id="2" creationId="{1DA5B708-FC9B-00A9-922A-708391EAA17E}"/>
          </ac:spMkLst>
        </pc:spChg>
        <pc:spChg chg="mod ord">
          <ac:chgData name="Gusti Pangestu" userId="S::gusti.pangestu@binus.ac.id::7768735c-5c0d-4d9b-b550-ead0b3c82a30" providerId="AD" clId="Web-{4A07B62D-5FC8-B8E7-56D8-8F436EB36271}" dt="2022-10-27T03:33:48.531" v="78"/>
          <ac:spMkLst>
            <pc:docMk/>
            <pc:sldMk cId="2466898216" sldId="291"/>
            <ac:spMk id="3" creationId="{37081DDC-E11D-4A37-319D-F18FF771B1D3}"/>
          </ac:spMkLst>
        </pc:spChg>
      </pc:sldChg>
      <pc:sldChg chg="modSp new mod modClrScheme chgLayout">
        <pc:chgData name="Gusti Pangestu" userId="S::gusti.pangestu@binus.ac.id::7768735c-5c0d-4d9b-b550-ead0b3c82a30" providerId="AD" clId="Web-{4A07B62D-5FC8-B8E7-56D8-8F436EB36271}" dt="2022-10-27T03:34:48.205" v="93" actId="20577"/>
        <pc:sldMkLst>
          <pc:docMk/>
          <pc:sldMk cId="3525839078" sldId="292"/>
        </pc:sldMkLst>
        <pc:spChg chg="mod ord">
          <ac:chgData name="Gusti Pangestu" userId="S::gusti.pangestu@binus.ac.id::7768735c-5c0d-4d9b-b550-ead0b3c82a30" providerId="AD" clId="Web-{4A07B62D-5FC8-B8E7-56D8-8F436EB36271}" dt="2022-10-27T03:34:31.876" v="87" actId="20577"/>
          <ac:spMkLst>
            <pc:docMk/>
            <pc:sldMk cId="3525839078" sldId="292"/>
            <ac:spMk id="2" creationId="{0FD1391C-7614-D478-65D1-524193E45FC7}"/>
          </ac:spMkLst>
        </pc:spChg>
        <pc:spChg chg="mod ord">
          <ac:chgData name="Gusti Pangestu" userId="S::gusti.pangestu@binus.ac.id::7768735c-5c0d-4d9b-b550-ead0b3c82a30" providerId="AD" clId="Web-{4A07B62D-5FC8-B8E7-56D8-8F436EB36271}" dt="2022-10-27T03:34:48.205" v="93" actId="20577"/>
          <ac:spMkLst>
            <pc:docMk/>
            <pc:sldMk cId="3525839078" sldId="292"/>
            <ac:spMk id="3" creationId="{0873727D-BA01-A799-46C8-EC7DCCB11A3E}"/>
          </ac:spMkLst>
        </pc:spChg>
      </pc:sldChg>
      <pc:sldChg chg="modSp new">
        <pc:chgData name="Gusti Pangestu" userId="S::gusti.pangestu@binus.ac.id::7768735c-5c0d-4d9b-b550-ead0b3c82a30" providerId="AD" clId="Web-{4A07B62D-5FC8-B8E7-56D8-8F436EB36271}" dt="2022-10-27T03:36:31.973" v="121" actId="20577"/>
        <pc:sldMkLst>
          <pc:docMk/>
          <pc:sldMk cId="4076145057" sldId="293"/>
        </pc:sldMkLst>
        <pc:spChg chg="mod">
          <ac:chgData name="Gusti Pangestu" userId="S::gusti.pangestu@binus.ac.id::7768735c-5c0d-4d9b-b550-ead0b3c82a30" providerId="AD" clId="Web-{4A07B62D-5FC8-B8E7-56D8-8F436EB36271}" dt="2022-10-27T03:35:08.486" v="98" actId="20577"/>
          <ac:spMkLst>
            <pc:docMk/>
            <pc:sldMk cId="4076145057" sldId="293"/>
            <ac:spMk id="2" creationId="{33FB5CBE-178D-8513-456F-A822E6C8BEFF}"/>
          </ac:spMkLst>
        </pc:spChg>
        <pc:spChg chg="mod">
          <ac:chgData name="Gusti Pangestu" userId="S::gusti.pangestu@binus.ac.id::7768735c-5c0d-4d9b-b550-ead0b3c82a30" providerId="AD" clId="Web-{4A07B62D-5FC8-B8E7-56D8-8F436EB36271}" dt="2022-10-27T03:36:31.973" v="121" actId="20577"/>
          <ac:spMkLst>
            <pc:docMk/>
            <pc:sldMk cId="4076145057" sldId="293"/>
            <ac:spMk id="3" creationId="{E2727E9A-CE48-1885-0EF5-7B67BFB3EC92}"/>
          </ac:spMkLst>
        </pc:spChg>
      </pc:sldChg>
      <pc:sldChg chg="addSp delSp modSp new">
        <pc:chgData name="Gusti Pangestu" userId="S::gusti.pangestu@binus.ac.id::7768735c-5c0d-4d9b-b550-ead0b3c82a30" providerId="AD" clId="Web-{4A07B62D-5FC8-B8E7-56D8-8F436EB36271}" dt="2022-10-27T03:38:10.178" v="129" actId="1076"/>
        <pc:sldMkLst>
          <pc:docMk/>
          <pc:sldMk cId="1654806926" sldId="294"/>
        </pc:sldMkLst>
        <pc:spChg chg="del">
          <ac:chgData name="Gusti Pangestu" userId="S::gusti.pangestu@binus.ac.id::7768735c-5c0d-4d9b-b550-ead0b3c82a30" providerId="AD" clId="Web-{4A07B62D-5FC8-B8E7-56D8-8F436EB36271}" dt="2022-10-27T03:37:52.803" v="126"/>
          <ac:spMkLst>
            <pc:docMk/>
            <pc:sldMk cId="1654806926" sldId="294"/>
            <ac:spMk id="2" creationId="{B677F81A-B775-8269-F1F2-ACB6D365B45D}"/>
          </ac:spMkLst>
        </pc:spChg>
        <pc:spChg chg="del mod">
          <ac:chgData name="Gusti Pangestu" userId="S::gusti.pangestu@binus.ac.id::7768735c-5c0d-4d9b-b550-ead0b3c82a30" providerId="AD" clId="Web-{4A07B62D-5FC8-B8E7-56D8-8F436EB36271}" dt="2022-10-27T03:37:49.897" v="125"/>
          <ac:spMkLst>
            <pc:docMk/>
            <pc:sldMk cId="1654806926" sldId="294"/>
            <ac:spMk id="3" creationId="{A4F7337D-CF28-B38C-4966-E35FAD344E22}"/>
          </ac:spMkLst>
        </pc:spChg>
        <pc:spChg chg="add del">
          <ac:chgData name="Gusti Pangestu" userId="S::gusti.pangestu@binus.ac.id::7768735c-5c0d-4d9b-b550-ead0b3c82a30" providerId="AD" clId="Web-{4A07B62D-5FC8-B8E7-56D8-8F436EB36271}" dt="2022-10-27T03:38:00.178" v="127"/>
          <ac:spMkLst>
            <pc:docMk/>
            <pc:sldMk cId="1654806926" sldId="294"/>
            <ac:spMk id="9" creationId="{88CAE940-2F6D-D49B-1D77-795AE626C153}"/>
          </ac:spMkLst>
        </pc:spChg>
        <pc:picChg chg="add mod ord">
          <ac:chgData name="Gusti Pangestu" userId="S::gusti.pangestu@binus.ac.id::7768735c-5c0d-4d9b-b550-ead0b3c82a30" providerId="AD" clId="Web-{4A07B62D-5FC8-B8E7-56D8-8F436EB36271}" dt="2022-10-27T03:38:10.178" v="129" actId="1076"/>
          <ac:picMkLst>
            <pc:docMk/>
            <pc:sldMk cId="1654806926" sldId="294"/>
            <ac:picMk id="4" creationId="{32F0B99C-3514-5360-2C0F-FE302CBC16D1}"/>
          </ac:picMkLst>
        </pc:picChg>
      </pc:sldChg>
      <pc:sldChg chg="modSp new">
        <pc:chgData name="Gusti Pangestu" userId="S::gusti.pangestu@binus.ac.id::7768735c-5c0d-4d9b-b550-ead0b3c82a30" providerId="AD" clId="Web-{4A07B62D-5FC8-B8E7-56D8-8F436EB36271}" dt="2022-10-27T04:17:28.532" v="147" actId="20577"/>
        <pc:sldMkLst>
          <pc:docMk/>
          <pc:sldMk cId="1695190657" sldId="295"/>
        </pc:sldMkLst>
        <pc:spChg chg="mod">
          <ac:chgData name="Gusti Pangestu" userId="S::gusti.pangestu@binus.ac.id::7768735c-5c0d-4d9b-b550-ead0b3c82a30" providerId="AD" clId="Web-{4A07B62D-5FC8-B8E7-56D8-8F436EB36271}" dt="2022-10-27T04:17:28.532" v="147" actId="20577"/>
          <ac:spMkLst>
            <pc:docMk/>
            <pc:sldMk cId="1695190657" sldId="295"/>
            <ac:spMk id="2" creationId="{CE9CDD7E-610C-104F-E4D9-E4E57DECAC2C}"/>
          </ac:spMkLst>
        </pc:spChg>
        <pc:spChg chg="mod">
          <ac:chgData name="Gusti Pangestu" userId="S::gusti.pangestu@binus.ac.id::7768735c-5c0d-4d9b-b550-ead0b3c82a30" providerId="AD" clId="Web-{4A07B62D-5FC8-B8E7-56D8-8F436EB36271}" dt="2022-10-27T04:17:24.922" v="144" actId="20577"/>
          <ac:spMkLst>
            <pc:docMk/>
            <pc:sldMk cId="1695190657" sldId="295"/>
            <ac:spMk id="3" creationId="{868B0950-9FB9-A836-EF04-095A7B5E2363}"/>
          </ac:spMkLst>
        </pc:spChg>
      </pc:sldChg>
      <pc:sldChg chg="modSp new">
        <pc:chgData name="Gusti Pangestu" userId="S::gusti.pangestu@binus.ac.id::7768735c-5c0d-4d9b-b550-ead0b3c82a30" providerId="AD" clId="Web-{4A07B62D-5FC8-B8E7-56D8-8F436EB36271}" dt="2022-10-27T04:18:16.017" v="167" actId="20577"/>
        <pc:sldMkLst>
          <pc:docMk/>
          <pc:sldMk cId="1038788887" sldId="296"/>
        </pc:sldMkLst>
        <pc:spChg chg="mod">
          <ac:chgData name="Gusti Pangestu" userId="S::gusti.pangestu@binus.ac.id::7768735c-5c0d-4d9b-b550-ead0b3c82a30" providerId="AD" clId="Web-{4A07B62D-5FC8-B8E7-56D8-8F436EB36271}" dt="2022-10-27T04:17:35.547" v="154" actId="20577"/>
          <ac:spMkLst>
            <pc:docMk/>
            <pc:sldMk cId="1038788887" sldId="296"/>
            <ac:spMk id="2" creationId="{379435EB-2F4D-F994-FEBE-E84669BFF995}"/>
          </ac:spMkLst>
        </pc:spChg>
        <pc:spChg chg="mod">
          <ac:chgData name="Gusti Pangestu" userId="S::gusti.pangestu@binus.ac.id::7768735c-5c0d-4d9b-b550-ead0b3c82a30" providerId="AD" clId="Web-{4A07B62D-5FC8-B8E7-56D8-8F436EB36271}" dt="2022-10-27T04:18:16.017" v="167" actId="20577"/>
          <ac:spMkLst>
            <pc:docMk/>
            <pc:sldMk cId="1038788887" sldId="296"/>
            <ac:spMk id="3" creationId="{2A8DCDF0-75EE-995B-B3D4-3D2783C8D05E}"/>
          </ac:spMkLst>
        </pc:spChg>
      </pc:sldChg>
      <pc:sldChg chg="modSp new">
        <pc:chgData name="Gusti Pangestu" userId="S::gusti.pangestu@binus.ac.id::7768735c-5c0d-4d9b-b550-ead0b3c82a30" providerId="AD" clId="Web-{4A07B62D-5FC8-B8E7-56D8-8F436EB36271}" dt="2022-10-27T04:19:09.379" v="187" actId="20577"/>
        <pc:sldMkLst>
          <pc:docMk/>
          <pc:sldMk cId="1449165949" sldId="297"/>
        </pc:sldMkLst>
        <pc:spChg chg="mod">
          <ac:chgData name="Gusti Pangestu" userId="S::gusti.pangestu@binus.ac.id::7768735c-5c0d-4d9b-b550-ead0b3c82a30" providerId="AD" clId="Web-{4A07B62D-5FC8-B8E7-56D8-8F436EB36271}" dt="2022-10-27T04:18:21.565" v="173" actId="20577"/>
          <ac:spMkLst>
            <pc:docMk/>
            <pc:sldMk cId="1449165949" sldId="297"/>
            <ac:spMk id="2" creationId="{1BDB89C4-9F38-C573-7FEB-DBF372FEE009}"/>
          </ac:spMkLst>
        </pc:spChg>
        <pc:spChg chg="mod">
          <ac:chgData name="Gusti Pangestu" userId="S::gusti.pangestu@binus.ac.id::7768735c-5c0d-4d9b-b550-ead0b3c82a30" providerId="AD" clId="Web-{4A07B62D-5FC8-B8E7-56D8-8F436EB36271}" dt="2022-10-27T04:19:09.379" v="187" actId="20577"/>
          <ac:spMkLst>
            <pc:docMk/>
            <pc:sldMk cId="1449165949" sldId="297"/>
            <ac:spMk id="3" creationId="{7C1388C6-98A5-18A5-BD6E-039461A1C138}"/>
          </ac:spMkLst>
        </pc:spChg>
      </pc:sldChg>
      <pc:sldChg chg="modSp new">
        <pc:chgData name="Gusti Pangestu" userId="S::gusti.pangestu@binus.ac.id::7768735c-5c0d-4d9b-b550-ead0b3c82a30" providerId="AD" clId="Web-{4A07B62D-5FC8-B8E7-56D8-8F436EB36271}" dt="2022-10-27T04:19:35.583" v="193" actId="20577"/>
        <pc:sldMkLst>
          <pc:docMk/>
          <pc:sldMk cId="1604491517" sldId="298"/>
        </pc:sldMkLst>
        <pc:spChg chg="mod">
          <ac:chgData name="Gusti Pangestu" userId="S::gusti.pangestu@binus.ac.id::7768735c-5c0d-4d9b-b550-ead0b3c82a30" providerId="AD" clId="Web-{4A07B62D-5FC8-B8E7-56D8-8F436EB36271}" dt="2022-10-27T04:19:35.583" v="193" actId="20577"/>
          <ac:spMkLst>
            <pc:docMk/>
            <pc:sldMk cId="1604491517" sldId="298"/>
            <ac:spMk id="2" creationId="{60A60F9B-7090-48B0-C099-79A4FCD87C9C}"/>
          </ac:spMkLst>
        </pc:spChg>
        <pc:spChg chg="mod">
          <ac:chgData name="Gusti Pangestu" userId="S::gusti.pangestu@binus.ac.id::7768735c-5c0d-4d9b-b550-ead0b3c82a30" providerId="AD" clId="Web-{4A07B62D-5FC8-B8E7-56D8-8F436EB36271}" dt="2022-10-27T04:19:33.145" v="192" actId="20577"/>
          <ac:spMkLst>
            <pc:docMk/>
            <pc:sldMk cId="1604491517" sldId="298"/>
            <ac:spMk id="3" creationId="{9565EA00-A502-2E60-9160-59751FEB0489}"/>
          </ac:spMkLst>
        </pc:spChg>
      </pc:sldChg>
    </pc:docChg>
  </pc:docChgLst>
  <pc:docChgLst>
    <pc:chgData name="Gusti Pangestu" userId="S::gusti.pangestu@binus.ac.id::7768735c-5c0d-4d9b-b550-ead0b3c82a30" providerId="AD" clId="Web-{C85BC696-B738-F53D-98D5-65753C315CC0}"/>
    <pc:docChg chg="addSld delSld modSld modSection">
      <pc:chgData name="Gusti Pangestu" userId="S::gusti.pangestu@binus.ac.id::7768735c-5c0d-4d9b-b550-ead0b3c82a30" providerId="AD" clId="Web-{C85BC696-B738-F53D-98D5-65753C315CC0}" dt="2022-11-17T07:11:17.053" v="77" actId="20577"/>
      <pc:docMkLst>
        <pc:docMk/>
      </pc:docMkLst>
      <pc:sldChg chg="modSp">
        <pc:chgData name="Gusti Pangestu" userId="S::gusti.pangestu@binus.ac.id::7768735c-5c0d-4d9b-b550-ead0b3c82a30" providerId="AD" clId="Web-{C85BC696-B738-F53D-98D5-65753C315CC0}" dt="2022-11-17T06:32:55.635" v="2" actId="20577"/>
        <pc:sldMkLst>
          <pc:docMk/>
          <pc:sldMk cId="1545682022" sldId="290"/>
        </pc:sldMkLst>
        <pc:spChg chg="mod">
          <ac:chgData name="Gusti Pangestu" userId="S::gusti.pangestu@binus.ac.id::7768735c-5c0d-4d9b-b550-ead0b3c82a30" providerId="AD" clId="Web-{C85BC696-B738-F53D-98D5-65753C315CC0}" dt="2022-11-17T06:32:55.635" v="2" actId="20577"/>
          <ac:spMkLst>
            <pc:docMk/>
            <pc:sldMk cId="1545682022" sldId="290"/>
            <ac:spMk id="3" creationId="{CFBE6DC7-A61F-27FA-B9A7-7018AFBF0075}"/>
          </ac:spMkLst>
        </pc:spChg>
      </pc:sldChg>
      <pc:sldChg chg="addSp modSp new">
        <pc:chgData name="Gusti Pangestu" userId="S::gusti.pangestu@binus.ac.id::7768735c-5c0d-4d9b-b550-ead0b3c82a30" providerId="AD" clId="Web-{C85BC696-B738-F53D-98D5-65753C315CC0}" dt="2022-11-17T06:37:53.437" v="44" actId="14100"/>
        <pc:sldMkLst>
          <pc:docMk/>
          <pc:sldMk cId="862529639" sldId="291"/>
        </pc:sldMkLst>
        <pc:spChg chg="mod">
          <ac:chgData name="Gusti Pangestu" userId="S::gusti.pangestu@binus.ac.id::7768735c-5c0d-4d9b-b550-ead0b3c82a30" providerId="AD" clId="Web-{C85BC696-B738-F53D-98D5-65753C315CC0}" dt="2022-11-17T06:34:03.261" v="33" actId="20577"/>
          <ac:spMkLst>
            <pc:docMk/>
            <pc:sldMk cId="862529639" sldId="291"/>
            <ac:spMk id="2" creationId="{244DCDDE-684F-4312-619A-1B0E60F01277}"/>
          </ac:spMkLst>
        </pc:spChg>
        <pc:spChg chg="mod">
          <ac:chgData name="Gusti Pangestu" userId="S::gusti.pangestu@binus.ac.id::7768735c-5c0d-4d9b-b550-ead0b3c82a30" providerId="AD" clId="Web-{C85BC696-B738-F53D-98D5-65753C315CC0}" dt="2022-11-17T06:37:46.906" v="41" actId="20577"/>
          <ac:spMkLst>
            <pc:docMk/>
            <pc:sldMk cId="862529639" sldId="291"/>
            <ac:spMk id="3" creationId="{B6F4EBE5-9772-CE07-35BD-983FAFE4DE40}"/>
          </ac:spMkLst>
        </pc:spChg>
        <pc:picChg chg="add mod">
          <ac:chgData name="Gusti Pangestu" userId="S::gusti.pangestu@binus.ac.id::7768735c-5c0d-4d9b-b550-ead0b3c82a30" providerId="AD" clId="Web-{C85BC696-B738-F53D-98D5-65753C315CC0}" dt="2022-11-17T06:37:53.437" v="44" actId="14100"/>
          <ac:picMkLst>
            <pc:docMk/>
            <pc:sldMk cId="862529639" sldId="291"/>
            <ac:picMk id="4" creationId="{70D5BA5C-FA3A-0440-DE06-470582C8BDA3}"/>
          </ac:picMkLst>
        </pc:picChg>
      </pc:sldChg>
      <pc:sldChg chg="del">
        <pc:chgData name="Gusti Pangestu" userId="S::gusti.pangestu@binus.ac.id::7768735c-5c0d-4d9b-b550-ead0b3c82a30" providerId="AD" clId="Web-{C85BC696-B738-F53D-98D5-65753C315CC0}" dt="2022-11-17T06:33:01.244" v="27"/>
        <pc:sldMkLst>
          <pc:docMk/>
          <pc:sldMk cId="3825084955" sldId="291"/>
        </pc:sldMkLst>
      </pc:sldChg>
      <pc:sldChg chg="addSp delSp modSp new">
        <pc:chgData name="Gusti Pangestu" userId="S::gusti.pangestu@binus.ac.id::7768735c-5c0d-4d9b-b550-ead0b3c82a30" providerId="AD" clId="Web-{C85BC696-B738-F53D-98D5-65753C315CC0}" dt="2022-11-17T07:10:35.130" v="68" actId="1076"/>
        <pc:sldMkLst>
          <pc:docMk/>
          <pc:sldMk cId="389853168" sldId="292"/>
        </pc:sldMkLst>
        <pc:spChg chg="del">
          <ac:chgData name="Gusti Pangestu" userId="S::gusti.pangestu@binus.ac.id::7768735c-5c0d-4d9b-b550-ead0b3c82a30" providerId="AD" clId="Web-{C85BC696-B738-F53D-98D5-65753C315CC0}" dt="2022-11-17T06:38:07.391" v="46"/>
          <ac:spMkLst>
            <pc:docMk/>
            <pc:sldMk cId="389853168" sldId="292"/>
            <ac:spMk id="2" creationId="{AFC24774-3A58-F649-0FFD-536B83B88AB0}"/>
          </ac:spMkLst>
        </pc:spChg>
        <pc:spChg chg="mod">
          <ac:chgData name="Gusti Pangestu" userId="S::gusti.pangestu@binus.ac.id::7768735c-5c0d-4d9b-b550-ead0b3c82a30" providerId="AD" clId="Web-{C85BC696-B738-F53D-98D5-65753C315CC0}" dt="2022-11-17T07:10:26.161" v="64" actId="20577"/>
          <ac:spMkLst>
            <pc:docMk/>
            <pc:sldMk cId="389853168" sldId="292"/>
            <ac:spMk id="3" creationId="{069F0CBE-BF2F-2E87-932C-82337BE12E1D}"/>
          </ac:spMkLst>
        </pc:spChg>
        <pc:picChg chg="add mod">
          <ac:chgData name="Gusti Pangestu" userId="S::gusti.pangestu@binus.ac.id::7768735c-5c0d-4d9b-b550-ead0b3c82a30" providerId="AD" clId="Web-{C85BC696-B738-F53D-98D5-65753C315CC0}" dt="2022-11-17T07:01:19.381" v="53" actId="1076"/>
          <ac:picMkLst>
            <pc:docMk/>
            <pc:sldMk cId="389853168" sldId="292"/>
            <ac:picMk id="2" creationId="{B798C832-8BC3-6D81-BBB8-D67155B95F57}"/>
          </ac:picMkLst>
        </pc:picChg>
        <pc:picChg chg="add del">
          <ac:chgData name="Gusti Pangestu" userId="S::gusti.pangestu@binus.ac.id::7768735c-5c0d-4d9b-b550-ead0b3c82a30" providerId="AD" clId="Web-{C85BC696-B738-F53D-98D5-65753C315CC0}" dt="2022-11-17T07:09:57.489" v="59"/>
          <ac:picMkLst>
            <pc:docMk/>
            <pc:sldMk cId="389853168" sldId="292"/>
            <ac:picMk id="4" creationId="{5E39D01C-490A-1C84-05EF-D37719F24D7A}"/>
          </ac:picMkLst>
        </pc:picChg>
        <pc:picChg chg="add mod">
          <ac:chgData name="Gusti Pangestu" userId="S::gusti.pangestu@binus.ac.id::7768735c-5c0d-4d9b-b550-ead0b3c82a30" providerId="AD" clId="Web-{C85BC696-B738-F53D-98D5-65753C315CC0}" dt="2022-11-17T07:10:35.130" v="68" actId="1076"/>
          <ac:picMkLst>
            <pc:docMk/>
            <pc:sldMk cId="389853168" sldId="292"/>
            <ac:picMk id="5" creationId="{A4B19CA3-4795-14F0-0103-63A109236D89}"/>
          </ac:picMkLst>
        </pc:picChg>
      </pc:sldChg>
      <pc:sldChg chg="del">
        <pc:chgData name="Gusti Pangestu" userId="S::gusti.pangestu@binus.ac.id::7768735c-5c0d-4d9b-b550-ead0b3c82a30" providerId="AD" clId="Web-{C85BC696-B738-F53D-98D5-65753C315CC0}" dt="2022-11-17T06:33:01.229" v="26"/>
        <pc:sldMkLst>
          <pc:docMk/>
          <pc:sldMk cId="1339754843" sldId="292"/>
        </pc:sldMkLst>
      </pc:sldChg>
      <pc:sldChg chg="del">
        <pc:chgData name="Gusti Pangestu" userId="S::gusti.pangestu@binus.ac.id::7768735c-5c0d-4d9b-b550-ead0b3c82a30" providerId="AD" clId="Web-{C85BC696-B738-F53D-98D5-65753C315CC0}" dt="2022-11-17T06:33:01.229" v="25"/>
        <pc:sldMkLst>
          <pc:docMk/>
          <pc:sldMk cId="1054886527" sldId="293"/>
        </pc:sldMkLst>
      </pc:sldChg>
      <pc:sldChg chg="modSp new">
        <pc:chgData name="Gusti Pangestu" userId="S::gusti.pangestu@binus.ac.id::7768735c-5c0d-4d9b-b550-ead0b3c82a30" providerId="AD" clId="Web-{C85BC696-B738-F53D-98D5-65753C315CC0}" dt="2022-11-17T07:11:17.053" v="77" actId="20577"/>
        <pc:sldMkLst>
          <pc:docMk/>
          <pc:sldMk cId="3520273111" sldId="293"/>
        </pc:sldMkLst>
        <pc:spChg chg="mod">
          <ac:chgData name="Gusti Pangestu" userId="S::gusti.pangestu@binus.ac.id::7768735c-5c0d-4d9b-b550-ead0b3c82a30" providerId="AD" clId="Web-{C85BC696-B738-F53D-98D5-65753C315CC0}" dt="2022-11-17T07:11:00.537" v="72" actId="20577"/>
          <ac:spMkLst>
            <pc:docMk/>
            <pc:sldMk cId="3520273111" sldId="293"/>
            <ac:spMk id="2" creationId="{A824AE3C-3D9A-98B0-604B-30A020B57517}"/>
          </ac:spMkLst>
        </pc:spChg>
        <pc:spChg chg="mod">
          <ac:chgData name="Gusti Pangestu" userId="S::gusti.pangestu@binus.ac.id::7768735c-5c0d-4d9b-b550-ead0b3c82a30" providerId="AD" clId="Web-{C85BC696-B738-F53D-98D5-65753C315CC0}" dt="2022-11-17T07:11:17.053" v="77" actId="20577"/>
          <ac:spMkLst>
            <pc:docMk/>
            <pc:sldMk cId="3520273111" sldId="293"/>
            <ac:spMk id="3" creationId="{7332E425-2FBF-9FAC-F086-989178224689}"/>
          </ac:spMkLst>
        </pc:spChg>
      </pc:sldChg>
      <pc:sldChg chg="del">
        <pc:chgData name="Gusti Pangestu" userId="S::gusti.pangestu@binus.ac.id::7768735c-5c0d-4d9b-b550-ead0b3c82a30" providerId="AD" clId="Web-{C85BC696-B738-F53D-98D5-65753C315CC0}" dt="2022-11-17T06:33:01.229" v="24"/>
        <pc:sldMkLst>
          <pc:docMk/>
          <pc:sldMk cId="684104041" sldId="294"/>
        </pc:sldMkLst>
      </pc:sldChg>
      <pc:sldChg chg="del">
        <pc:chgData name="Gusti Pangestu" userId="S::gusti.pangestu@binus.ac.id::7768735c-5c0d-4d9b-b550-ead0b3c82a30" providerId="AD" clId="Web-{C85BC696-B738-F53D-98D5-65753C315CC0}" dt="2022-11-17T06:33:01.229" v="23"/>
        <pc:sldMkLst>
          <pc:docMk/>
          <pc:sldMk cId="3833624046" sldId="295"/>
        </pc:sldMkLst>
      </pc:sldChg>
      <pc:sldChg chg="del">
        <pc:chgData name="Gusti Pangestu" userId="S::gusti.pangestu@binus.ac.id::7768735c-5c0d-4d9b-b550-ead0b3c82a30" providerId="AD" clId="Web-{C85BC696-B738-F53D-98D5-65753C315CC0}" dt="2022-11-17T06:33:01.229" v="22"/>
        <pc:sldMkLst>
          <pc:docMk/>
          <pc:sldMk cId="2301636605" sldId="296"/>
        </pc:sldMkLst>
      </pc:sldChg>
      <pc:sldChg chg="del">
        <pc:chgData name="Gusti Pangestu" userId="S::gusti.pangestu@binus.ac.id::7768735c-5c0d-4d9b-b550-ead0b3c82a30" providerId="AD" clId="Web-{C85BC696-B738-F53D-98D5-65753C315CC0}" dt="2022-11-17T06:33:01.229" v="21"/>
        <pc:sldMkLst>
          <pc:docMk/>
          <pc:sldMk cId="2568124687" sldId="297"/>
        </pc:sldMkLst>
      </pc:sldChg>
      <pc:sldChg chg="del">
        <pc:chgData name="Gusti Pangestu" userId="S::gusti.pangestu@binus.ac.id::7768735c-5c0d-4d9b-b550-ead0b3c82a30" providerId="AD" clId="Web-{C85BC696-B738-F53D-98D5-65753C315CC0}" dt="2022-11-17T06:33:01.229" v="20"/>
        <pc:sldMkLst>
          <pc:docMk/>
          <pc:sldMk cId="1685238828" sldId="298"/>
        </pc:sldMkLst>
      </pc:sldChg>
      <pc:sldChg chg="del">
        <pc:chgData name="Gusti Pangestu" userId="S::gusti.pangestu@binus.ac.id::7768735c-5c0d-4d9b-b550-ead0b3c82a30" providerId="AD" clId="Web-{C85BC696-B738-F53D-98D5-65753C315CC0}" dt="2022-11-17T06:33:01.229" v="19"/>
        <pc:sldMkLst>
          <pc:docMk/>
          <pc:sldMk cId="2835585452" sldId="299"/>
        </pc:sldMkLst>
      </pc:sldChg>
      <pc:sldChg chg="del">
        <pc:chgData name="Gusti Pangestu" userId="S::gusti.pangestu@binus.ac.id::7768735c-5c0d-4d9b-b550-ead0b3c82a30" providerId="AD" clId="Web-{C85BC696-B738-F53D-98D5-65753C315CC0}" dt="2022-11-17T06:33:01.229" v="18"/>
        <pc:sldMkLst>
          <pc:docMk/>
          <pc:sldMk cId="317275369" sldId="300"/>
        </pc:sldMkLst>
      </pc:sldChg>
      <pc:sldChg chg="del">
        <pc:chgData name="Gusti Pangestu" userId="S::gusti.pangestu@binus.ac.id::7768735c-5c0d-4d9b-b550-ead0b3c82a30" providerId="AD" clId="Web-{C85BC696-B738-F53D-98D5-65753C315CC0}" dt="2022-11-17T06:33:01.229" v="17"/>
        <pc:sldMkLst>
          <pc:docMk/>
          <pc:sldMk cId="340465697" sldId="301"/>
        </pc:sldMkLst>
      </pc:sldChg>
      <pc:sldChg chg="del">
        <pc:chgData name="Gusti Pangestu" userId="S::gusti.pangestu@binus.ac.id::7768735c-5c0d-4d9b-b550-ead0b3c82a30" providerId="AD" clId="Web-{C85BC696-B738-F53D-98D5-65753C315CC0}" dt="2022-11-17T06:33:01.229" v="16"/>
        <pc:sldMkLst>
          <pc:docMk/>
          <pc:sldMk cId="270357174" sldId="302"/>
        </pc:sldMkLst>
      </pc:sldChg>
      <pc:sldChg chg="del">
        <pc:chgData name="Gusti Pangestu" userId="S::gusti.pangestu@binus.ac.id::7768735c-5c0d-4d9b-b550-ead0b3c82a30" providerId="AD" clId="Web-{C85BC696-B738-F53D-98D5-65753C315CC0}" dt="2022-11-17T06:33:01.229" v="15"/>
        <pc:sldMkLst>
          <pc:docMk/>
          <pc:sldMk cId="3376913443" sldId="303"/>
        </pc:sldMkLst>
      </pc:sldChg>
      <pc:sldChg chg="del">
        <pc:chgData name="Gusti Pangestu" userId="S::gusti.pangestu@binus.ac.id::7768735c-5c0d-4d9b-b550-ead0b3c82a30" providerId="AD" clId="Web-{C85BC696-B738-F53D-98D5-65753C315CC0}" dt="2022-11-17T06:33:01.229" v="14"/>
        <pc:sldMkLst>
          <pc:docMk/>
          <pc:sldMk cId="1025671823" sldId="304"/>
        </pc:sldMkLst>
      </pc:sldChg>
      <pc:sldChg chg="del">
        <pc:chgData name="Gusti Pangestu" userId="S::gusti.pangestu@binus.ac.id::7768735c-5c0d-4d9b-b550-ead0b3c82a30" providerId="AD" clId="Web-{C85BC696-B738-F53D-98D5-65753C315CC0}" dt="2022-11-17T06:33:01.229" v="13"/>
        <pc:sldMkLst>
          <pc:docMk/>
          <pc:sldMk cId="3455937725" sldId="305"/>
        </pc:sldMkLst>
      </pc:sldChg>
      <pc:sldChg chg="del">
        <pc:chgData name="Gusti Pangestu" userId="S::gusti.pangestu@binus.ac.id::7768735c-5c0d-4d9b-b550-ead0b3c82a30" providerId="AD" clId="Web-{C85BC696-B738-F53D-98D5-65753C315CC0}" dt="2022-11-17T06:33:01.229" v="12"/>
        <pc:sldMkLst>
          <pc:docMk/>
          <pc:sldMk cId="3782674666" sldId="306"/>
        </pc:sldMkLst>
      </pc:sldChg>
      <pc:sldChg chg="del">
        <pc:chgData name="Gusti Pangestu" userId="S::gusti.pangestu@binus.ac.id::7768735c-5c0d-4d9b-b550-ead0b3c82a30" providerId="AD" clId="Web-{C85BC696-B738-F53D-98D5-65753C315CC0}" dt="2022-11-17T06:33:01.229" v="11"/>
        <pc:sldMkLst>
          <pc:docMk/>
          <pc:sldMk cId="88950683" sldId="307"/>
        </pc:sldMkLst>
      </pc:sldChg>
      <pc:sldChg chg="del">
        <pc:chgData name="Gusti Pangestu" userId="S::gusti.pangestu@binus.ac.id::7768735c-5c0d-4d9b-b550-ead0b3c82a30" providerId="AD" clId="Web-{C85BC696-B738-F53D-98D5-65753C315CC0}" dt="2022-11-17T06:33:01.229" v="10"/>
        <pc:sldMkLst>
          <pc:docMk/>
          <pc:sldMk cId="1661426597" sldId="308"/>
        </pc:sldMkLst>
      </pc:sldChg>
      <pc:sldChg chg="del">
        <pc:chgData name="Gusti Pangestu" userId="S::gusti.pangestu@binus.ac.id::7768735c-5c0d-4d9b-b550-ead0b3c82a30" providerId="AD" clId="Web-{C85BC696-B738-F53D-98D5-65753C315CC0}" dt="2022-11-17T06:33:01.229" v="9"/>
        <pc:sldMkLst>
          <pc:docMk/>
          <pc:sldMk cId="2364365303" sldId="309"/>
        </pc:sldMkLst>
      </pc:sldChg>
      <pc:sldChg chg="del">
        <pc:chgData name="Gusti Pangestu" userId="S::gusti.pangestu@binus.ac.id::7768735c-5c0d-4d9b-b550-ead0b3c82a30" providerId="AD" clId="Web-{C85BC696-B738-F53D-98D5-65753C315CC0}" dt="2022-11-17T06:33:01.213" v="8"/>
        <pc:sldMkLst>
          <pc:docMk/>
          <pc:sldMk cId="636280278" sldId="310"/>
        </pc:sldMkLst>
      </pc:sldChg>
      <pc:sldChg chg="del">
        <pc:chgData name="Gusti Pangestu" userId="S::gusti.pangestu@binus.ac.id::7768735c-5c0d-4d9b-b550-ead0b3c82a30" providerId="AD" clId="Web-{C85BC696-B738-F53D-98D5-65753C315CC0}" dt="2022-11-17T06:33:01.213" v="7"/>
        <pc:sldMkLst>
          <pc:docMk/>
          <pc:sldMk cId="781249497" sldId="311"/>
        </pc:sldMkLst>
      </pc:sldChg>
      <pc:sldChg chg="del">
        <pc:chgData name="Gusti Pangestu" userId="S::gusti.pangestu@binus.ac.id::7768735c-5c0d-4d9b-b550-ead0b3c82a30" providerId="AD" clId="Web-{C85BC696-B738-F53D-98D5-65753C315CC0}" dt="2022-11-17T06:33:01.213" v="6"/>
        <pc:sldMkLst>
          <pc:docMk/>
          <pc:sldMk cId="1569435913" sldId="312"/>
        </pc:sldMkLst>
      </pc:sldChg>
      <pc:sldChg chg="del">
        <pc:chgData name="Gusti Pangestu" userId="S::gusti.pangestu@binus.ac.id::7768735c-5c0d-4d9b-b550-ead0b3c82a30" providerId="AD" clId="Web-{C85BC696-B738-F53D-98D5-65753C315CC0}" dt="2022-11-17T06:33:01.213" v="5"/>
        <pc:sldMkLst>
          <pc:docMk/>
          <pc:sldMk cId="604071880" sldId="313"/>
        </pc:sldMkLst>
      </pc:sldChg>
      <pc:sldChg chg="del">
        <pc:chgData name="Gusti Pangestu" userId="S::gusti.pangestu@binus.ac.id::7768735c-5c0d-4d9b-b550-ead0b3c82a30" providerId="AD" clId="Web-{C85BC696-B738-F53D-98D5-65753C315CC0}" dt="2022-11-17T06:33:01.213" v="4"/>
        <pc:sldMkLst>
          <pc:docMk/>
          <pc:sldMk cId="3205491912" sldId="314"/>
        </pc:sldMkLst>
      </pc:sldChg>
      <pc:sldChg chg="del">
        <pc:chgData name="Gusti Pangestu" userId="S::gusti.pangestu@binus.ac.id::7768735c-5c0d-4d9b-b550-ead0b3c82a30" providerId="AD" clId="Web-{C85BC696-B738-F53D-98D5-65753C315CC0}" dt="2022-11-17T06:33:01.213" v="3"/>
        <pc:sldMkLst>
          <pc:docMk/>
          <pc:sldMk cId="1587019659" sldId="315"/>
        </pc:sldMkLst>
      </pc:sldChg>
    </pc:docChg>
  </pc:docChgLst>
  <pc:docChgLst>
    <pc:chgData name="Gusti Pangestu" userId="7768735c-5c0d-4d9b-b550-ead0b3c82a30" providerId="ADAL" clId="{A228A050-C777-4D68-9F08-432EC40BDDDD}"/>
    <pc:docChg chg="custSel addSld delSld modSld sldOrd modSection">
      <pc:chgData name="Gusti Pangestu" userId="7768735c-5c0d-4d9b-b550-ead0b3c82a30" providerId="ADAL" clId="{A228A050-C777-4D68-9F08-432EC40BDDDD}" dt="2021-01-07T20:53:19.184" v="61" actId="12"/>
      <pc:docMkLst>
        <pc:docMk/>
      </pc:docMkLst>
      <pc:sldChg chg="del">
        <pc:chgData name="Gusti Pangestu" userId="7768735c-5c0d-4d9b-b550-ead0b3c82a30" providerId="ADAL" clId="{A228A050-C777-4D68-9F08-432EC40BDDDD}" dt="2021-01-07T20:50:36.705" v="15" actId="47"/>
        <pc:sldMkLst>
          <pc:docMk/>
          <pc:sldMk cId="654055134" sldId="256"/>
        </pc:sldMkLst>
      </pc:sldChg>
      <pc:sldChg chg="new del">
        <pc:chgData name="Gusti Pangestu" userId="7768735c-5c0d-4d9b-b550-ead0b3c82a30" providerId="ADAL" clId="{A228A050-C777-4D68-9F08-432EC40BDDDD}" dt="2021-01-07T20:50:36.705" v="15" actId="47"/>
        <pc:sldMkLst>
          <pc:docMk/>
          <pc:sldMk cId="2630684662" sldId="257"/>
        </pc:sldMkLst>
      </pc:sldChg>
      <pc:sldChg chg="modSp add mod ord">
        <pc:chgData name="Gusti Pangestu" userId="7768735c-5c0d-4d9b-b550-ead0b3c82a30" providerId="ADAL" clId="{A228A050-C777-4D68-9F08-432EC40BDDDD}" dt="2021-01-07T20:50:42.926" v="17"/>
        <pc:sldMkLst>
          <pc:docMk/>
          <pc:sldMk cId="109857222" sldId="258"/>
        </pc:sldMkLst>
        <pc:spChg chg="mod">
          <ac:chgData name="Gusti Pangestu" userId="7768735c-5c0d-4d9b-b550-ead0b3c82a30" providerId="ADAL" clId="{A228A050-C777-4D68-9F08-432EC40BDDDD}" dt="2021-01-07T20:50:31.032" v="10" actId="27636"/>
          <ac:spMkLst>
            <pc:docMk/>
            <pc:sldMk cId="109857222" sldId="258"/>
            <ac:spMk id="3" creationId="{00000000-0000-0000-0000-000000000000}"/>
          </ac:spMkLst>
        </pc:spChg>
      </pc:sldChg>
      <pc:sldChg chg="add">
        <pc:chgData name="Gusti Pangestu" userId="7768735c-5c0d-4d9b-b550-ead0b3c82a30" providerId="ADAL" clId="{A228A050-C777-4D68-9F08-432EC40BDDDD}" dt="2021-01-07T20:50:30.890" v="9"/>
        <pc:sldMkLst>
          <pc:docMk/>
          <pc:sldMk cId="1744550803" sldId="259"/>
        </pc:sldMkLst>
      </pc:sldChg>
      <pc:sldChg chg="delSp add setBg delDesignElem">
        <pc:chgData name="Gusti Pangestu" userId="7768735c-5c0d-4d9b-b550-ead0b3c82a30" providerId="ADAL" clId="{A228A050-C777-4D68-9F08-432EC40BDDDD}" dt="2021-01-07T20:50:30.890" v="9"/>
        <pc:sldMkLst>
          <pc:docMk/>
          <pc:sldMk cId="2444400246" sldId="260"/>
        </pc:sldMkLst>
        <pc:spChg chg="del">
          <ac:chgData name="Gusti Pangestu" userId="7768735c-5c0d-4d9b-b550-ead0b3c82a30" providerId="ADAL" clId="{A228A050-C777-4D68-9F08-432EC40BDDDD}" dt="2021-01-07T20:50:30.890" v="9"/>
          <ac:spMkLst>
            <pc:docMk/>
            <pc:sldMk cId="2444400246" sldId="260"/>
            <ac:spMk id="11" creationId="{46C2E80F-49A6-4372-B103-219D417A55ED}"/>
          </ac:spMkLst>
        </pc:spChg>
      </pc:sldChg>
      <pc:sldChg chg="delSp add setBg delDesignElem">
        <pc:chgData name="Gusti Pangestu" userId="7768735c-5c0d-4d9b-b550-ead0b3c82a30" providerId="ADAL" clId="{A228A050-C777-4D68-9F08-432EC40BDDDD}" dt="2021-01-07T20:50:30.890" v="9"/>
        <pc:sldMkLst>
          <pc:docMk/>
          <pc:sldMk cId="3227208170" sldId="261"/>
        </pc:sldMkLst>
        <pc:spChg chg="del">
          <ac:chgData name="Gusti Pangestu" userId="7768735c-5c0d-4d9b-b550-ead0b3c82a30" providerId="ADAL" clId="{A228A050-C777-4D68-9F08-432EC40BDDDD}" dt="2021-01-07T20:50:30.890" v="9"/>
          <ac:spMkLst>
            <pc:docMk/>
            <pc:sldMk cId="3227208170" sldId="261"/>
            <ac:spMk id="8" creationId="{5A292AEA-2528-46C0-B426-95822B6141FB}"/>
          </ac:spMkLst>
        </pc:spChg>
        <pc:spChg chg="del">
          <ac:chgData name="Gusti Pangestu" userId="7768735c-5c0d-4d9b-b550-ead0b3c82a30" providerId="ADAL" clId="{A228A050-C777-4D68-9F08-432EC40BDDDD}" dt="2021-01-07T20:50:30.890" v="9"/>
          <ac:spMkLst>
            <pc:docMk/>
            <pc:sldMk cId="3227208170" sldId="261"/>
            <ac:spMk id="10" creationId="{D8B7B198-E4DF-43CD-AD8C-199884323745}"/>
          </ac:spMkLst>
        </pc:spChg>
        <pc:spChg chg="del">
          <ac:chgData name="Gusti Pangestu" userId="7768735c-5c0d-4d9b-b550-ead0b3c82a30" providerId="ADAL" clId="{A228A050-C777-4D68-9F08-432EC40BDDDD}" dt="2021-01-07T20:50:30.890" v="9"/>
          <ac:spMkLst>
            <pc:docMk/>
            <pc:sldMk cId="3227208170" sldId="261"/>
            <ac:spMk id="12" creationId="{2BE67753-EA0E-4819-8D22-0B6600CF7231}"/>
          </ac:spMkLst>
        </pc:spChg>
        <pc:grpChg chg="del">
          <ac:chgData name="Gusti Pangestu" userId="7768735c-5c0d-4d9b-b550-ead0b3c82a30" providerId="ADAL" clId="{A228A050-C777-4D68-9F08-432EC40BDDDD}" dt="2021-01-07T20:50:30.890" v="9"/>
          <ac:grpSpMkLst>
            <pc:docMk/>
            <pc:sldMk cId="3227208170" sldId="261"/>
            <ac:grpSpMk id="14" creationId="{D76D63AC-0421-45EC-B383-E79A61A78C6B}"/>
          </ac:grpSpMkLst>
        </pc:grpChg>
        <pc:grpChg chg="del">
          <ac:chgData name="Gusti Pangestu" userId="7768735c-5c0d-4d9b-b550-ead0b3c82a30" providerId="ADAL" clId="{A228A050-C777-4D68-9F08-432EC40BDDDD}" dt="2021-01-07T20:50:30.890" v="9"/>
          <ac:grpSpMkLst>
            <pc:docMk/>
            <pc:sldMk cId="3227208170" sldId="261"/>
            <ac:grpSpMk id="23" creationId="{87F87F1B-42BA-4AC7-A4E2-41544DDB2CE3}"/>
          </ac:grpSpMkLst>
        </pc:grpChg>
        <pc:grpChg chg="del">
          <ac:chgData name="Gusti Pangestu" userId="7768735c-5c0d-4d9b-b550-ead0b3c82a30" providerId="ADAL" clId="{A228A050-C777-4D68-9F08-432EC40BDDDD}" dt="2021-01-07T20:50:30.890" v="9"/>
          <ac:grpSpMkLst>
            <pc:docMk/>
            <pc:sldMk cId="3227208170" sldId="261"/>
            <ac:grpSpMk id="29" creationId="{967346A5-7569-4F15-AB5D-BE3DADF192C0}"/>
          </ac:grpSpMkLst>
        </pc:grpChg>
      </pc:sldChg>
      <pc:sldChg chg="add">
        <pc:chgData name="Gusti Pangestu" userId="7768735c-5c0d-4d9b-b550-ead0b3c82a30" providerId="ADAL" clId="{A228A050-C777-4D68-9F08-432EC40BDDDD}" dt="2021-01-07T20:50:30.890" v="9"/>
        <pc:sldMkLst>
          <pc:docMk/>
          <pc:sldMk cId="3586522301" sldId="262"/>
        </pc:sldMkLst>
      </pc:sldChg>
      <pc:sldChg chg="delSp modSp add mod setBg delDesignElem">
        <pc:chgData name="Gusti Pangestu" userId="7768735c-5c0d-4d9b-b550-ead0b3c82a30" providerId="ADAL" clId="{A228A050-C777-4D68-9F08-432EC40BDDDD}" dt="2021-01-07T20:50:31.144" v="11" actId="27636"/>
        <pc:sldMkLst>
          <pc:docMk/>
          <pc:sldMk cId="1358273460" sldId="263"/>
        </pc:sldMkLst>
        <pc:spChg chg="mod">
          <ac:chgData name="Gusti Pangestu" userId="7768735c-5c0d-4d9b-b550-ead0b3c82a30" providerId="ADAL" clId="{A228A050-C777-4D68-9F08-432EC40BDDDD}" dt="2021-01-07T20:50:31.144" v="11" actId="27636"/>
          <ac:spMkLst>
            <pc:docMk/>
            <pc:sldMk cId="1358273460" sldId="263"/>
            <ac:spMk id="4" creationId="{C89EFB6E-43D7-4C58-8CA4-240152F0CFE6}"/>
          </ac:spMkLst>
        </pc:spChg>
        <pc:spChg chg="del">
          <ac:chgData name="Gusti Pangestu" userId="7768735c-5c0d-4d9b-b550-ead0b3c82a30" providerId="ADAL" clId="{A228A050-C777-4D68-9F08-432EC40BDDDD}" dt="2021-01-07T20:50:30.890" v="9"/>
          <ac:spMkLst>
            <pc:docMk/>
            <pc:sldMk cId="1358273460" sldId="263"/>
            <ac:spMk id="14" creationId="{C413D172-8B6A-47F5-9813-DE455773F3FB}"/>
          </ac:spMkLst>
        </pc:spChg>
      </pc:sldChg>
      <pc:sldChg chg="delSp add setBg delDesignElem">
        <pc:chgData name="Gusti Pangestu" userId="7768735c-5c0d-4d9b-b550-ead0b3c82a30" providerId="ADAL" clId="{A228A050-C777-4D68-9F08-432EC40BDDDD}" dt="2021-01-07T20:50:30.890" v="9"/>
        <pc:sldMkLst>
          <pc:docMk/>
          <pc:sldMk cId="4186271631" sldId="264"/>
        </pc:sldMkLst>
        <pc:cxnChg chg="del">
          <ac:chgData name="Gusti Pangestu" userId="7768735c-5c0d-4d9b-b550-ead0b3c82a30" providerId="ADAL" clId="{A228A050-C777-4D68-9F08-432EC40BDDDD}" dt="2021-01-07T20:50:30.890" v="9"/>
          <ac:cxnSpMkLst>
            <pc:docMk/>
            <pc:sldMk cId="4186271631" sldId="264"/>
            <ac:cxnSpMk id="11" creationId="{A7F400EE-A8A5-48AF-B4D6-291B52C6F0B0}"/>
          </ac:cxnSpMkLst>
        </pc:cxnChg>
      </pc:sldChg>
      <pc:sldChg chg="add">
        <pc:chgData name="Gusti Pangestu" userId="7768735c-5c0d-4d9b-b550-ead0b3c82a30" providerId="ADAL" clId="{A228A050-C777-4D68-9F08-432EC40BDDDD}" dt="2021-01-07T20:50:30.890" v="9"/>
        <pc:sldMkLst>
          <pc:docMk/>
          <pc:sldMk cId="640388395" sldId="265"/>
        </pc:sldMkLst>
      </pc:sldChg>
      <pc:sldChg chg="delSp add setBg delDesignElem">
        <pc:chgData name="Gusti Pangestu" userId="7768735c-5c0d-4d9b-b550-ead0b3c82a30" providerId="ADAL" clId="{A228A050-C777-4D68-9F08-432EC40BDDDD}" dt="2021-01-07T20:50:30.890" v="9"/>
        <pc:sldMkLst>
          <pc:docMk/>
          <pc:sldMk cId="2731352854" sldId="266"/>
        </pc:sldMkLst>
        <pc:spChg chg="del">
          <ac:chgData name="Gusti Pangestu" userId="7768735c-5c0d-4d9b-b550-ead0b3c82a30" providerId="ADAL" clId="{A228A050-C777-4D68-9F08-432EC40BDDDD}" dt="2021-01-07T20:50:30.890" v="9"/>
          <ac:spMkLst>
            <pc:docMk/>
            <pc:sldMk cId="2731352854" sldId="266"/>
            <ac:spMk id="10" creationId="{F13C74B1-5B17-4795-BED0-7140497B445A}"/>
          </ac:spMkLst>
        </pc:spChg>
        <pc:spChg chg="del">
          <ac:chgData name="Gusti Pangestu" userId="7768735c-5c0d-4d9b-b550-ead0b3c82a30" providerId="ADAL" clId="{A228A050-C777-4D68-9F08-432EC40BDDDD}" dt="2021-01-07T20:50:30.890" v="9"/>
          <ac:spMkLst>
            <pc:docMk/>
            <pc:sldMk cId="2731352854" sldId="266"/>
            <ac:spMk id="12" creationId="{D4974D33-8DC5-464E-8C6D-BE58F0669C17}"/>
          </ac:spMkLst>
        </pc:spChg>
      </pc:sldChg>
      <pc:sldChg chg="delSp add setBg delDesignElem">
        <pc:chgData name="Gusti Pangestu" userId="7768735c-5c0d-4d9b-b550-ead0b3c82a30" providerId="ADAL" clId="{A228A050-C777-4D68-9F08-432EC40BDDDD}" dt="2021-01-07T20:50:30.890" v="9"/>
        <pc:sldMkLst>
          <pc:docMk/>
          <pc:sldMk cId="2491614461" sldId="267"/>
        </pc:sldMkLst>
        <pc:spChg chg="del">
          <ac:chgData name="Gusti Pangestu" userId="7768735c-5c0d-4d9b-b550-ead0b3c82a30" providerId="ADAL" clId="{A228A050-C777-4D68-9F08-432EC40BDDDD}" dt="2021-01-07T20:50:30.890" v="9"/>
          <ac:spMkLst>
            <pc:docMk/>
            <pc:sldMk cId="2491614461" sldId="267"/>
            <ac:spMk id="8" creationId="{2A8AA5BC-4F7A-4226-8F99-6D824B226A97}"/>
          </ac:spMkLst>
        </pc:spChg>
        <pc:spChg chg="del">
          <ac:chgData name="Gusti Pangestu" userId="7768735c-5c0d-4d9b-b550-ead0b3c82a30" providerId="ADAL" clId="{A228A050-C777-4D68-9F08-432EC40BDDDD}" dt="2021-01-07T20:50:30.890" v="9"/>
          <ac:spMkLst>
            <pc:docMk/>
            <pc:sldMk cId="2491614461" sldId="267"/>
            <ac:spMk id="10" creationId="{3E5445C6-DD42-4979-86FF-03730E8C6DB0}"/>
          </ac:spMkLst>
        </pc:spChg>
        <pc:cxnChg chg="del">
          <ac:chgData name="Gusti Pangestu" userId="7768735c-5c0d-4d9b-b550-ead0b3c82a30" providerId="ADAL" clId="{A228A050-C777-4D68-9F08-432EC40BDDDD}" dt="2021-01-07T20:50:30.890" v="9"/>
          <ac:cxnSpMkLst>
            <pc:docMk/>
            <pc:sldMk cId="2491614461" sldId="267"/>
            <ac:cxnSpMk id="12" creationId="{45000665-DFC7-417E-8FD7-516A0F15C975}"/>
          </ac:cxnSpMkLst>
        </pc:cxnChg>
      </pc:sldChg>
      <pc:sldChg chg="add">
        <pc:chgData name="Gusti Pangestu" userId="7768735c-5c0d-4d9b-b550-ead0b3c82a30" providerId="ADAL" clId="{A228A050-C777-4D68-9F08-432EC40BDDDD}" dt="2021-01-07T20:50:30.890" v="9"/>
        <pc:sldMkLst>
          <pc:docMk/>
          <pc:sldMk cId="2148684292" sldId="268"/>
        </pc:sldMkLst>
      </pc:sldChg>
      <pc:sldChg chg="add">
        <pc:chgData name="Gusti Pangestu" userId="7768735c-5c0d-4d9b-b550-ead0b3c82a30" providerId="ADAL" clId="{A228A050-C777-4D68-9F08-432EC40BDDDD}" dt="2021-01-07T20:50:30.890" v="9"/>
        <pc:sldMkLst>
          <pc:docMk/>
          <pc:sldMk cId="3556607782" sldId="269"/>
        </pc:sldMkLst>
      </pc:sldChg>
      <pc:sldChg chg="delSp add setBg delDesignElem">
        <pc:chgData name="Gusti Pangestu" userId="7768735c-5c0d-4d9b-b550-ead0b3c82a30" providerId="ADAL" clId="{A228A050-C777-4D68-9F08-432EC40BDDDD}" dt="2021-01-07T20:50:30.890" v="9"/>
        <pc:sldMkLst>
          <pc:docMk/>
          <pc:sldMk cId="1547233532" sldId="270"/>
        </pc:sldMkLst>
        <pc:spChg chg="del">
          <ac:chgData name="Gusti Pangestu" userId="7768735c-5c0d-4d9b-b550-ead0b3c82a30" providerId="ADAL" clId="{A228A050-C777-4D68-9F08-432EC40BDDDD}" dt="2021-01-07T20:50:30.890" v="9"/>
          <ac:spMkLst>
            <pc:docMk/>
            <pc:sldMk cId="1547233532" sldId="270"/>
            <ac:spMk id="7" creationId="{60E9A6ED-B880-44EA-8D60-C9D3C82CCBD2}"/>
          </ac:spMkLst>
        </pc:spChg>
      </pc:sldChg>
      <pc:sldChg chg="add">
        <pc:chgData name="Gusti Pangestu" userId="7768735c-5c0d-4d9b-b550-ead0b3c82a30" providerId="ADAL" clId="{A228A050-C777-4D68-9F08-432EC40BDDDD}" dt="2021-01-07T20:50:30.890" v="9"/>
        <pc:sldMkLst>
          <pc:docMk/>
          <pc:sldMk cId="536712598" sldId="271"/>
        </pc:sldMkLst>
      </pc:sldChg>
      <pc:sldChg chg="add">
        <pc:chgData name="Gusti Pangestu" userId="7768735c-5c0d-4d9b-b550-ead0b3c82a30" providerId="ADAL" clId="{A228A050-C777-4D68-9F08-432EC40BDDDD}" dt="2021-01-07T20:50:30.890" v="9"/>
        <pc:sldMkLst>
          <pc:docMk/>
          <pc:sldMk cId="871585317" sldId="272"/>
        </pc:sldMkLst>
      </pc:sldChg>
      <pc:sldChg chg="add">
        <pc:chgData name="Gusti Pangestu" userId="7768735c-5c0d-4d9b-b550-ead0b3c82a30" providerId="ADAL" clId="{A228A050-C777-4D68-9F08-432EC40BDDDD}" dt="2021-01-07T20:50:30.890" v="9"/>
        <pc:sldMkLst>
          <pc:docMk/>
          <pc:sldMk cId="2571191043" sldId="273"/>
        </pc:sldMkLst>
      </pc:sldChg>
      <pc:sldChg chg="add">
        <pc:chgData name="Gusti Pangestu" userId="7768735c-5c0d-4d9b-b550-ead0b3c82a30" providerId="ADAL" clId="{A228A050-C777-4D68-9F08-432EC40BDDDD}" dt="2021-01-07T20:50:30.890" v="9"/>
        <pc:sldMkLst>
          <pc:docMk/>
          <pc:sldMk cId="3225170664" sldId="274"/>
        </pc:sldMkLst>
      </pc:sldChg>
      <pc:sldChg chg="delSp add setBg delDesignElem">
        <pc:chgData name="Gusti Pangestu" userId="7768735c-5c0d-4d9b-b550-ead0b3c82a30" providerId="ADAL" clId="{A228A050-C777-4D68-9F08-432EC40BDDDD}" dt="2021-01-07T20:50:30.890" v="9"/>
        <pc:sldMkLst>
          <pc:docMk/>
          <pc:sldMk cId="785895188" sldId="275"/>
        </pc:sldMkLst>
        <pc:spChg chg="del">
          <ac:chgData name="Gusti Pangestu" userId="7768735c-5c0d-4d9b-b550-ead0b3c82a30" providerId="ADAL" clId="{A228A050-C777-4D68-9F08-432EC40BDDDD}" dt="2021-01-07T20:50:30.890" v="9"/>
          <ac:spMkLst>
            <pc:docMk/>
            <pc:sldMk cId="785895188" sldId="275"/>
            <ac:spMk id="9" creationId="{46C2E80F-49A6-4372-B103-219D417A55ED}"/>
          </ac:spMkLst>
        </pc:spChg>
      </pc:sldChg>
      <pc:sldChg chg="modSp add mod">
        <pc:chgData name="Gusti Pangestu" userId="7768735c-5c0d-4d9b-b550-ead0b3c82a30" providerId="ADAL" clId="{A228A050-C777-4D68-9F08-432EC40BDDDD}" dt="2021-01-07T20:50:31.223" v="12" actId="27636"/>
        <pc:sldMkLst>
          <pc:docMk/>
          <pc:sldMk cId="4271303309" sldId="276"/>
        </pc:sldMkLst>
        <pc:spChg chg="mod">
          <ac:chgData name="Gusti Pangestu" userId="7768735c-5c0d-4d9b-b550-ead0b3c82a30" providerId="ADAL" clId="{A228A050-C777-4D68-9F08-432EC40BDDDD}" dt="2021-01-07T20:50:31.223" v="12" actId="27636"/>
          <ac:spMkLst>
            <pc:docMk/>
            <pc:sldMk cId="4271303309" sldId="276"/>
            <ac:spMk id="3" creationId="{51B93F0A-E9F7-46C2-8E5B-DE6787A459FA}"/>
          </ac:spMkLst>
        </pc:spChg>
      </pc:sldChg>
      <pc:sldChg chg="add">
        <pc:chgData name="Gusti Pangestu" userId="7768735c-5c0d-4d9b-b550-ead0b3c82a30" providerId="ADAL" clId="{A228A050-C777-4D68-9F08-432EC40BDDDD}" dt="2021-01-07T20:50:30.890" v="9"/>
        <pc:sldMkLst>
          <pc:docMk/>
          <pc:sldMk cId="2117260491" sldId="277"/>
        </pc:sldMkLst>
      </pc:sldChg>
      <pc:sldChg chg="add">
        <pc:chgData name="Gusti Pangestu" userId="7768735c-5c0d-4d9b-b550-ead0b3c82a30" providerId="ADAL" clId="{A228A050-C777-4D68-9F08-432EC40BDDDD}" dt="2021-01-07T20:50:30.890" v="9"/>
        <pc:sldMkLst>
          <pc:docMk/>
          <pc:sldMk cId="1015955173" sldId="278"/>
        </pc:sldMkLst>
      </pc:sldChg>
      <pc:sldChg chg="add">
        <pc:chgData name="Gusti Pangestu" userId="7768735c-5c0d-4d9b-b550-ead0b3c82a30" providerId="ADAL" clId="{A228A050-C777-4D68-9F08-432EC40BDDDD}" dt="2021-01-07T20:50:30.890" v="9"/>
        <pc:sldMkLst>
          <pc:docMk/>
          <pc:sldMk cId="344992624" sldId="279"/>
        </pc:sldMkLst>
      </pc:sldChg>
      <pc:sldChg chg="add">
        <pc:chgData name="Gusti Pangestu" userId="7768735c-5c0d-4d9b-b550-ead0b3c82a30" providerId="ADAL" clId="{A228A050-C777-4D68-9F08-432EC40BDDDD}" dt="2021-01-07T20:50:30.890" v="9"/>
        <pc:sldMkLst>
          <pc:docMk/>
          <pc:sldMk cId="90282252" sldId="280"/>
        </pc:sldMkLst>
      </pc:sldChg>
      <pc:sldChg chg="add">
        <pc:chgData name="Gusti Pangestu" userId="7768735c-5c0d-4d9b-b550-ead0b3c82a30" providerId="ADAL" clId="{A228A050-C777-4D68-9F08-432EC40BDDDD}" dt="2021-01-07T20:50:30.890" v="9"/>
        <pc:sldMkLst>
          <pc:docMk/>
          <pc:sldMk cId="3410787883" sldId="281"/>
        </pc:sldMkLst>
      </pc:sldChg>
      <pc:sldChg chg="add">
        <pc:chgData name="Gusti Pangestu" userId="7768735c-5c0d-4d9b-b550-ead0b3c82a30" providerId="ADAL" clId="{A228A050-C777-4D68-9F08-432EC40BDDDD}" dt="2021-01-07T20:50:30.890" v="9"/>
        <pc:sldMkLst>
          <pc:docMk/>
          <pc:sldMk cId="1227478321" sldId="282"/>
        </pc:sldMkLst>
      </pc:sldChg>
      <pc:sldChg chg="modSp add mod">
        <pc:chgData name="Gusti Pangestu" userId="7768735c-5c0d-4d9b-b550-ead0b3c82a30" providerId="ADAL" clId="{A228A050-C777-4D68-9F08-432EC40BDDDD}" dt="2021-01-07T20:50:31.277" v="13" actId="27636"/>
        <pc:sldMkLst>
          <pc:docMk/>
          <pc:sldMk cId="292231376" sldId="283"/>
        </pc:sldMkLst>
        <pc:spChg chg="mod">
          <ac:chgData name="Gusti Pangestu" userId="7768735c-5c0d-4d9b-b550-ead0b3c82a30" providerId="ADAL" clId="{A228A050-C777-4D68-9F08-432EC40BDDDD}" dt="2021-01-07T20:50:31.277" v="13" actId="27636"/>
          <ac:spMkLst>
            <pc:docMk/>
            <pc:sldMk cId="292231376" sldId="283"/>
            <ac:spMk id="3" creationId="{1DD5EFC8-2115-4E3E-89B5-91646468B7F1}"/>
          </ac:spMkLst>
        </pc:spChg>
      </pc:sldChg>
      <pc:sldChg chg="modSp add mod">
        <pc:chgData name="Gusti Pangestu" userId="7768735c-5c0d-4d9b-b550-ead0b3c82a30" providerId="ADAL" clId="{A228A050-C777-4D68-9F08-432EC40BDDDD}" dt="2021-01-07T20:50:31.289" v="14" actId="27636"/>
        <pc:sldMkLst>
          <pc:docMk/>
          <pc:sldMk cId="2152450951" sldId="284"/>
        </pc:sldMkLst>
        <pc:spChg chg="mod">
          <ac:chgData name="Gusti Pangestu" userId="7768735c-5c0d-4d9b-b550-ead0b3c82a30" providerId="ADAL" clId="{A228A050-C777-4D68-9F08-432EC40BDDDD}" dt="2021-01-07T20:50:31.289" v="14" actId="27636"/>
          <ac:spMkLst>
            <pc:docMk/>
            <pc:sldMk cId="2152450951" sldId="284"/>
            <ac:spMk id="3" creationId="{E7B1C3F7-9691-4C1B-8220-DEADB47A784A}"/>
          </ac:spMkLst>
        </pc:spChg>
      </pc:sldChg>
      <pc:sldChg chg="add">
        <pc:chgData name="Gusti Pangestu" userId="7768735c-5c0d-4d9b-b550-ead0b3c82a30" providerId="ADAL" clId="{A228A050-C777-4D68-9F08-432EC40BDDDD}" dt="2021-01-07T20:50:30.890" v="9"/>
        <pc:sldMkLst>
          <pc:docMk/>
          <pc:sldMk cId="2554036173" sldId="285"/>
        </pc:sldMkLst>
      </pc:sldChg>
      <pc:sldChg chg="add">
        <pc:chgData name="Gusti Pangestu" userId="7768735c-5c0d-4d9b-b550-ead0b3c82a30" providerId="ADAL" clId="{A228A050-C777-4D68-9F08-432EC40BDDDD}" dt="2021-01-07T20:50:30.890" v="9"/>
        <pc:sldMkLst>
          <pc:docMk/>
          <pc:sldMk cId="1741353849" sldId="286"/>
        </pc:sldMkLst>
      </pc:sldChg>
      <pc:sldChg chg="add">
        <pc:chgData name="Gusti Pangestu" userId="7768735c-5c0d-4d9b-b550-ead0b3c82a30" providerId="ADAL" clId="{A228A050-C777-4D68-9F08-432EC40BDDDD}" dt="2021-01-07T20:50:30.890" v="9"/>
        <pc:sldMkLst>
          <pc:docMk/>
          <pc:sldMk cId="2486734919" sldId="287"/>
        </pc:sldMkLst>
      </pc:sldChg>
      <pc:sldChg chg="modSp new mod">
        <pc:chgData name="Gusti Pangestu" userId="7768735c-5c0d-4d9b-b550-ead0b3c82a30" providerId="ADAL" clId="{A228A050-C777-4D68-9F08-432EC40BDDDD}" dt="2021-01-07T20:51:51.029" v="39" actId="20577"/>
        <pc:sldMkLst>
          <pc:docMk/>
          <pc:sldMk cId="1727291188" sldId="288"/>
        </pc:sldMkLst>
        <pc:spChg chg="mod">
          <ac:chgData name="Gusti Pangestu" userId="7768735c-5c0d-4d9b-b550-ead0b3c82a30" providerId="ADAL" clId="{A228A050-C777-4D68-9F08-432EC40BDDDD}" dt="2021-01-07T20:51:13.661" v="36" actId="20577"/>
          <ac:spMkLst>
            <pc:docMk/>
            <pc:sldMk cId="1727291188" sldId="288"/>
            <ac:spMk id="2" creationId="{F85E616B-94C1-4821-AA95-497C64ADBC5C}"/>
          </ac:spMkLst>
        </pc:spChg>
        <pc:spChg chg="mod">
          <ac:chgData name="Gusti Pangestu" userId="7768735c-5c0d-4d9b-b550-ead0b3c82a30" providerId="ADAL" clId="{A228A050-C777-4D68-9F08-432EC40BDDDD}" dt="2021-01-07T20:51:51.029" v="39" actId="20577"/>
          <ac:spMkLst>
            <pc:docMk/>
            <pc:sldMk cId="1727291188" sldId="288"/>
            <ac:spMk id="3" creationId="{4C14D8CF-1B8B-4AE4-B51C-5D619267E8B5}"/>
          </ac:spMkLst>
        </pc:spChg>
      </pc:sldChg>
      <pc:sldChg chg="addSp delSp modSp new mod modClrScheme chgLayout">
        <pc:chgData name="Gusti Pangestu" userId="7768735c-5c0d-4d9b-b550-ead0b3c82a30" providerId="ADAL" clId="{A228A050-C777-4D68-9F08-432EC40BDDDD}" dt="2021-01-07T20:53:19.184" v="61" actId="12"/>
        <pc:sldMkLst>
          <pc:docMk/>
          <pc:sldMk cId="1365886943" sldId="289"/>
        </pc:sldMkLst>
        <pc:spChg chg="del mod ord">
          <ac:chgData name="Gusti Pangestu" userId="7768735c-5c0d-4d9b-b550-ead0b3c82a30" providerId="ADAL" clId="{A228A050-C777-4D68-9F08-432EC40BDDDD}" dt="2021-01-07T20:52:08.873" v="41" actId="700"/>
          <ac:spMkLst>
            <pc:docMk/>
            <pc:sldMk cId="1365886943" sldId="289"/>
            <ac:spMk id="2" creationId="{9DD15A01-3AEE-426F-B062-2806FFB72997}"/>
          </ac:spMkLst>
        </pc:spChg>
        <pc:spChg chg="del mod ord">
          <ac:chgData name="Gusti Pangestu" userId="7768735c-5c0d-4d9b-b550-ead0b3c82a30" providerId="ADAL" clId="{A228A050-C777-4D68-9F08-432EC40BDDDD}" dt="2021-01-07T20:52:08.873" v="41" actId="700"/>
          <ac:spMkLst>
            <pc:docMk/>
            <pc:sldMk cId="1365886943" sldId="289"/>
            <ac:spMk id="3" creationId="{69D1B3AA-25D4-44A2-8BF3-27FB567A1E55}"/>
          </ac:spMkLst>
        </pc:spChg>
        <pc:spChg chg="add mod ord">
          <ac:chgData name="Gusti Pangestu" userId="7768735c-5c0d-4d9b-b550-ead0b3c82a30" providerId="ADAL" clId="{A228A050-C777-4D68-9F08-432EC40BDDDD}" dt="2021-01-07T20:52:13.414" v="51" actId="20577"/>
          <ac:spMkLst>
            <pc:docMk/>
            <pc:sldMk cId="1365886943" sldId="289"/>
            <ac:spMk id="4" creationId="{F28D8085-CEF9-4899-944F-A4EBC89804E1}"/>
          </ac:spMkLst>
        </pc:spChg>
        <pc:spChg chg="add mod ord">
          <ac:chgData name="Gusti Pangestu" userId="7768735c-5c0d-4d9b-b550-ead0b3c82a30" providerId="ADAL" clId="{A228A050-C777-4D68-9F08-432EC40BDDDD}" dt="2021-01-07T20:53:19.184" v="61" actId="12"/>
          <ac:spMkLst>
            <pc:docMk/>
            <pc:sldMk cId="1365886943" sldId="289"/>
            <ac:spMk id="5" creationId="{BFC9FBC7-A7B5-44F5-875A-9C78EE947DD2}"/>
          </ac:spMkLst>
        </pc:spChg>
        <pc:spChg chg="add mod ord">
          <ac:chgData name="Gusti Pangestu" userId="7768735c-5c0d-4d9b-b550-ead0b3c82a30" providerId="ADAL" clId="{A228A050-C777-4D68-9F08-432EC40BDDDD}" dt="2021-01-07T20:52:08.873" v="41" actId="700"/>
          <ac:spMkLst>
            <pc:docMk/>
            <pc:sldMk cId="1365886943" sldId="289"/>
            <ac:spMk id="6" creationId="{64CE016D-E953-4FF6-AB64-3D5523725FF4}"/>
          </ac:spMkLst>
        </pc:spChg>
      </pc:sldChg>
    </pc:docChg>
  </pc:docChgLst>
  <pc:docChgLst>
    <pc:chgData name="Gusti Pangestu" userId="S::gusti.pangestu@binus.ac.id::7768735c-5c0d-4d9b-b550-ead0b3c82a30" providerId="AD" clId="Web-{4723764F-4FB6-2621-BCB5-1B2AA75B9DEF}"/>
    <pc:docChg chg="addSld modSld modSection">
      <pc:chgData name="Gusti Pangestu" userId="S::gusti.pangestu@binus.ac.id::7768735c-5c0d-4d9b-b550-ead0b3c82a30" providerId="AD" clId="Web-{4723764F-4FB6-2621-BCB5-1B2AA75B9DEF}" dt="2022-11-03T03:17:22.866" v="178" actId="1076"/>
      <pc:docMkLst>
        <pc:docMk/>
      </pc:docMkLst>
      <pc:sldChg chg="modSp">
        <pc:chgData name="Gusti Pangestu" userId="S::gusti.pangestu@binus.ac.id::7768735c-5c0d-4d9b-b550-ead0b3c82a30" providerId="AD" clId="Web-{4723764F-4FB6-2621-BCB5-1B2AA75B9DEF}" dt="2022-11-03T02:43:24.724" v="5" actId="20577"/>
        <pc:sldMkLst>
          <pc:docMk/>
          <pc:sldMk cId="109857222" sldId="258"/>
        </pc:sldMkLst>
        <pc:spChg chg="mod">
          <ac:chgData name="Gusti Pangestu" userId="S::gusti.pangestu@binus.ac.id::7768735c-5c0d-4d9b-b550-ead0b3c82a30" providerId="AD" clId="Web-{4723764F-4FB6-2621-BCB5-1B2AA75B9DEF}" dt="2022-11-03T02:43:24.724" v="5" actId="20577"/>
          <ac:spMkLst>
            <pc:docMk/>
            <pc:sldMk cId="109857222" sldId="258"/>
            <ac:spMk id="3" creationId="{00000000-0000-0000-0000-000000000000}"/>
          </ac:spMkLst>
        </pc:spChg>
      </pc:sldChg>
      <pc:sldChg chg="modSp">
        <pc:chgData name="Gusti Pangestu" userId="S::gusti.pangestu@binus.ac.id::7768735c-5c0d-4d9b-b550-ead0b3c82a30" providerId="AD" clId="Web-{4723764F-4FB6-2621-BCB5-1B2AA75B9DEF}" dt="2022-11-03T02:44:14.991" v="7" actId="20577"/>
        <pc:sldMkLst>
          <pc:docMk/>
          <pc:sldMk cId="1545682022" sldId="290"/>
        </pc:sldMkLst>
        <pc:spChg chg="mod">
          <ac:chgData name="Gusti Pangestu" userId="S::gusti.pangestu@binus.ac.id::7768735c-5c0d-4d9b-b550-ead0b3c82a30" providerId="AD" clId="Web-{4723764F-4FB6-2621-BCB5-1B2AA75B9DEF}" dt="2022-11-03T02:44:14.991" v="7" actId="20577"/>
          <ac:spMkLst>
            <pc:docMk/>
            <pc:sldMk cId="1545682022" sldId="290"/>
            <ac:spMk id="3" creationId="{CFBE6DC7-A61F-27FA-B9A7-7018AFBF0075}"/>
          </ac:spMkLst>
        </pc:spChg>
      </pc:sldChg>
      <pc:sldChg chg="addSp delSp modSp new mod modClrScheme chgLayout">
        <pc:chgData name="Gusti Pangestu" userId="S::gusti.pangestu@binus.ac.id::7768735c-5c0d-4d9b-b550-ead0b3c82a30" providerId="AD" clId="Web-{4723764F-4FB6-2621-BCB5-1B2AA75B9DEF}" dt="2022-11-03T02:45:49.603" v="26"/>
        <pc:sldMkLst>
          <pc:docMk/>
          <pc:sldMk cId="3239910030" sldId="291"/>
        </pc:sldMkLst>
        <pc:spChg chg="mod ord">
          <ac:chgData name="Gusti Pangestu" userId="S::gusti.pangestu@binus.ac.id::7768735c-5c0d-4d9b-b550-ead0b3c82a30" providerId="AD" clId="Web-{4723764F-4FB6-2621-BCB5-1B2AA75B9DEF}" dt="2022-11-03T02:45:49.603" v="26"/>
          <ac:spMkLst>
            <pc:docMk/>
            <pc:sldMk cId="3239910030" sldId="291"/>
            <ac:spMk id="2" creationId="{06BE8195-C27D-70D7-28E0-726710B91B9D}"/>
          </ac:spMkLst>
        </pc:spChg>
        <pc:spChg chg="mod ord">
          <ac:chgData name="Gusti Pangestu" userId="S::gusti.pangestu@binus.ac.id::7768735c-5c0d-4d9b-b550-ead0b3c82a30" providerId="AD" clId="Web-{4723764F-4FB6-2621-BCB5-1B2AA75B9DEF}" dt="2022-11-03T02:45:49.603" v="26"/>
          <ac:spMkLst>
            <pc:docMk/>
            <pc:sldMk cId="3239910030" sldId="291"/>
            <ac:spMk id="3" creationId="{499B5FB4-6AD2-6720-5F06-982D62089E73}"/>
          </ac:spMkLst>
        </pc:spChg>
        <pc:spChg chg="add del mod ord">
          <ac:chgData name="Gusti Pangestu" userId="S::gusti.pangestu@binus.ac.id::7768735c-5c0d-4d9b-b550-ead0b3c82a30" providerId="AD" clId="Web-{4723764F-4FB6-2621-BCB5-1B2AA75B9DEF}" dt="2022-11-03T02:45:46.759" v="25"/>
          <ac:spMkLst>
            <pc:docMk/>
            <pc:sldMk cId="3239910030" sldId="291"/>
            <ac:spMk id="4" creationId="{92C9719A-CC46-2504-EF4C-6C78CFE1199F}"/>
          </ac:spMkLst>
        </pc:spChg>
        <pc:picChg chg="add mod ord">
          <ac:chgData name="Gusti Pangestu" userId="S::gusti.pangestu@binus.ac.id::7768735c-5c0d-4d9b-b550-ead0b3c82a30" providerId="AD" clId="Web-{4723764F-4FB6-2621-BCB5-1B2AA75B9DEF}" dt="2022-11-03T02:45:49.603" v="26"/>
          <ac:picMkLst>
            <pc:docMk/>
            <pc:sldMk cId="3239910030" sldId="291"/>
            <ac:picMk id="5" creationId="{6F7C705D-3C75-F52D-FC70-362D5330B2A4}"/>
          </ac:picMkLst>
        </pc:picChg>
      </pc:sldChg>
      <pc:sldChg chg="addSp delSp modSp new mod modClrScheme chgLayout">
        <pc:chgData name="Gusti Pangestu" userId="S::gusti.pangestu@binus.ac.id::7768735c-5c0d-4d9b-b550-ead0b3c82a30" providerId="AD" clId="Web-{4723764F-4FB6-2621-BCB5-1B2AA75B9DEF}" dt="2022-11-03T02:48:31.202" v="81" actId="1076"/>
        <pc:sldMkLst>
          <pc:docMk/>
          <pc:sldMk cId="989727377" sldId="292"/>
        </pc:sldMkLst>
        <pc:spChg chg="mod ord">
          <ac:chgData name="Gusti Pangestu" userId="S::gusti.pangestu@binus.ac.id::7768735c-5c0d-4d9b-b550-ead0b3c82a30" providerId="AD" clId="Web-{4723764F-4FB6-2621-BCB5-1B2AA75B9DEF}" dt="2022-11-03T02:46:34.573" v="48" actId="20577"/>
          <ac:spMkLst>
            <pc:docMk/>
            <pc:sldMk cId="989727377" sldId="292"/>
            <ac:spMk id="2" creationId="{41CCD47F-9B6B-3569-DEBA-A2401F2D11CC}"/>
          </ac:spMkLst>
        </pc:spChg>
        <pc:spChg chg="mod ord">
          <ac:chgData name="Gusti Pangestu" userId="S::gusti.pangestu@binus.ac.id::7768735c-5c0d-4d9b-b550-ead0b3c82a30" providerId="AD" clId="Web-{4723764F-4FB6-2621-BCB5-1B2AA75B9DEF}" dt="2022-11-03T02:48:28.889" v="80" actId="20577"/>
          <ac:spMkLst>
            <pc:docMk/>
            <pc:sldMk cId="989727377" sldId="292"/>
            <ac:spMk id="3" creationId="{E1706120-D971-3F2E-FDC1-F729C1BBB272}"/>
          </ac:spMkLst>
        </pc:spChg>
        <pc:spChg chg="del">
          <ac:chgData name="Gusti Pangestu" userId="S::gusti.pangestu@binus.ac.id::7768735c-5c0d-4d9b-b550-ead0b3c82a30" providerId="AD" clId="Web-{4723764F-4FB6-2621-BCB5-1B2AA75B9DEF}" dt="2022-11-03T02:46:19.901" v="28"/>
          <ac:spMkLst>
            <pc:docMk/>
            <pc:sldMk cId="989727377" sldId="292"/>
            <ac:spMk id="4" creationId="{89EA1DC5-C250-477F-D5F8-983F8BF98A58}"/>
          </ac:spMkLst>
        </pc:spChg>
        <pc:picChg chg="add mod">
          <ac:chgData name="Gusti Pangestu" userId="S::gusti.pangestu@binus.ac.id::7768735c-5c0d-4d9b-b550-ead0b3c82a30" providerId="AD" clId="Web-{4723764F-4FB6-2621-BCB5-1B2AA75B9DEF}" dt="2022-11-03T02:48:31.202" v="81" actId="1076"/>
          <ac:picMkLst>
            <pc:docMk/>
            <pc:sldMk cId="989727377" sldId="292"/>
            <ac:picMk id="5" creationId="{2288BEF4-E51F-B242-1C73-FACBF9FEDC23}"/>
          </ac:picMkLst>
        </pc:picChg>
      </pc:sldChg>
      <pc:sldChg chg="addSp modSp new">
        <pc:chgData name="Gusti Pangestu" userId="S::gusti.pangestu@binus.ac.id::7768735c-5c0d-4d9b-b550-ead0b3c82a30" providerId="AD" clId="Web-{4723764F-4FB6-2621-BCB5-1B2AA75B9DEF}" dt="2022-11-03T02:49:58.080" v="106" actId="1076"/>
        <pc:sldMkLst>
          <pc:docMk/>
          <pc:sldMk cId="1956832009" sldId="293"/>
        </pc:sldMkLst>
        <pc:spChg chg="mod">
          <ac:chgData name="Gusti Pangestu" userId="S::gusti.pangestu@binus.ac.id::7768735c-5c0d-4d9b-b550-ead0b3c82a30" providerId="AD" clId="Web-{4723764F-4FB6-2621-BCB5-1B2AA75B9DEF}" dt="2022-11-03T02:48:57.406" v="87" actId="20577"/>
          <ac:spMkLst>
            <pc:docMk/>
            <pc:sldMk cId="1956832009" sldId="293"/>
            <ac:spMk id="2" creationId="{0974A77D-DC1B-EC55-1E0D-780FFB7B6171}"/>
          </ac:spMkLst>
        </pc:spChg>
        <pc:spChg chg="mod">
          <ac:chgData name="Gusti Pangestu" userId="S::gusti.pangestu@binus.ac.id::7768735c-5c0d-4d9b-b550-ead0b3c82a30" providerId="AD" clId="Web-{4723764F-4FB6-2621-BCB5-1B2AA75B9DEF}" dt="2022-11-03T02:49:51.908" v="102" actId="20577"/>
          <ac:spMkLst>
            <pc:docMk/>
            <pc:sldMk cId="1956832009" sldId="293"/>
            <ac:spMk id="3" creationId="{4CD220FE-80E2-DAFC-E049-FE571AF85D59}"/>
          </ac:spMkLst>
        </pc:spChg>
        <pc:picChg chg="add mod">
          <ac:chgData name="Gusti Pangestu" userId="S::gusti.pangestu@binus.ac.id::7768735c-5c0d-4d9b-b550-ead0b3c82a30" providerId="AD" clId="Web-{4723764F-4FB6-2621-BCB5-1B2AA75B9DEF}" dt="2022-11-03T02:49:24.860" v="95" actId="1076"/>
          <ac:picMkLst>
            <pc:docMk/>
            <pc:sldMk cId="1956832009" sldId="293"/>
            <ac:picMk id="4" creationId="{C6272345-3F9B-AB2B-AF9A-9063808F84D5}"/>
          </ac:picMkLst>
        </pc:picChg>
        <pc:picChg chg="add mod">
          <ac:chgData name="Gusti Pangestu" userId="S::gusti.pangestu@binus.ac.id::7768735c-5c0d-4d9b-b550-ead0b3c82a30" providerId="AD" clId="Web-{4723764F-4FB6-2621-BCB5-1B2AA75B9DEF}" dt="2022-11-03T02:49:58.080" v="106" actId="1076"/>
          <ac:picMkLst>
            <pc:docMk/>
            <pc:sldMk cId="1956832009" sldId="293"/>
            <ac:picMk id="5" creationId="{39A73783-942A-3DAD-C268-F150A84B9582}"/>
          </ac:picMkLst>
        </pc:picChg>
      </pc:sldChg>
      <pc:sldChg chg="modSp new">
        <pc:chgData name="Gusti Pangestu" userId="S::gusti.pangestu@binus.ac.id::7768735c-5c0d-4d9b-b550-ead0b3c82a30" providerId="AD" clId="Web-{4723764F-4FB6-2621-BCB5-1B2AA75B9DEF}" dt="2022-11-03T03:06:42.893" v="136" actId="20577"/>
        <pc:sldMkLst>
          <pc:docMk/>
          <pc:sldMk cId="2857808774" sldId="294"/>
        </pc:sldMkLst>
        <pc:spChg chg="mod">
          <ac:chgData name="Gusti Pangestu" userId="S::gusti.pangestu@binus.ac.id::7768735c-5c0d-4d9b-b550-ead0b3c82a30" providerId="AD" clId="Web-{4723764F-4FB6-2621-BCB5-1B2AA75B9DEF}" dt="2022-11-03T02:51:03.097" v="115" actId="20577"/>
          <ac:spMkLst>
            <pc:docMk/>
            <pc:sldMk cId="2857808774" sldId="294"/>
            <ac:spMk id="2" creationId="{80D8ED6B-1F91-FA76-8442-3BD92848D259}"/>
          </ac:spMkLst>
        </pc:spChg>
        <pc:spChg chg="mod">
          <ac:chgData name="Gusti Pangestu" userId="S::gusti.pangestu@binus.ac.id::7768735c-5c0d-4d9b-b550-ead0b3c82a30" providerId="AD" clId="Web-{4723764F-4FB6-2621-BCB5-1B2AA75B9DEF}" dt="2022-11-03T03:06:42.893" v="136" actId="20577"/>
          <ac:spMkLst>
            <pc:docMk/>
            <pc:sldMk cId="2857808774" sldId="294"/>
            <ac:spMk id="3" creationId="{67F7FC30-C4BB-4163-B058-F8921BEF2568}"/>
          </ac:spMkLst>
        </pc:spChg>
      </pc:sldChg>
      <pc:sldChg chg="addSp modSp new">
        <pc:chgData name="Gusti Pangestu" userId="S::gusti.pangestu@binus.ac.id::7768735c-5c0d-4d9b-b550-ead0b3c82a30" providerId="AD" clId="Web-{4723764F-4FB6-2621-BCB5-1B2AA75B9DEF}" dt="2022-11-03T03:17:22.866" v="178" actId="1076"/>
        <pc:sldMkLst>
          <pc:docMk/>
          <pc:sldMk cId="1684321161" sldId="295"/>
        </pc:sldMkLst>
        <pc:spChg chg="mod">
          <ac:chgData name="Gusti Pangestu" userId="S::gusti.pangestu@binus.ac.id::7768735c-5c0d-4d9b-b550-ead0b3c82a30" providerId="AD" clId="Web-{4723764F-4FB6-2621-BCB5-1B2AA75B9DEF}" dt="2022-11-03T03:09:11.507" v="154" actId="20577"/>
          <ac:spMkLst>
            <pc:docMk/>
            <pc:sldMk cId="1684321161" sldId="295"/>
            <ac:spMk id="2" creationId="{3D7D28F3-975D-21FF-3DFD-F779FEBED9AA}"/>
          </ac:spMkLst>
        </pc:spChg>
        <pc:spChg chg="mod">
          <ac:chgData name="Gusti Pangestu" userId="S::gusti.pangestu@binus.ac.id::7768735c-5c0d-4d9b-b550-ead0b3c82a30" providerId="AD" clId="Web-{4723764F-4FB6-2621-BCB5-1B2AA75B9DEF}" dt="2022-11-03T03:12:03.450" v="161" actId="20577"/>
          <ac:spMkLst>
            <pc:docMk/>
            <pc:sldMk cId="1684321161" sldId="295"/>
            <ac:spMk id="3" creationId="{96D19530-4A52-9542-D14E-51F0CB915FF7}"/>
          </ac:spMkLst>
        </pc:spChg>
        <pc:picChg chg="add mod">
          <ac:chgData name="Gusti Pangestu" userId="S::gusti.pangestu@binus.ac.id::7768735c-5c0d-4d9b-b550-ead0b3c82a30" providerId="AD" clId="Web-{4723764F-4FB6-2621-BCB5-1B2AA75B9DEF}" dt="2022-11-03T03:17:09.491" v="174" actId="1076"/>
          <ac:picMkLst>
            <pc:docMk/>
            <pc:sldMk cId="1684321161" sldId="295"/>
            <ac:picMk id="4" creationId="{D19ABB9B-B821-9820-6C45-7CEDDF2D4136}"/>
          </ac:picMkLst>
        </pc:picChg>
        <pc:picChg chg="add mod">
          <ac:chgData name="Gusti Pangestu" userId="S::gusti.pangestu@binus.ac.id::7768735c-5c0d-4d9b-b550-ead0b3c82a30" providerId="AD" clId="Web-{4723764F-4FB6-2621-BCB5-1B2AA75B9DEF}" dt="2022-11-03T03:17:22.866" v="178" actId="1076"/>
          <ac:picMkLst>
            <pc:docMk/>
            <pc:sldMk cId="1684321161" sldId="295"/>
            <ac:picMk id="5" creationId="{6644DA4B-20A8-41DD-48CB-19F74E0D69A9}"/>
          </ac:picMkLst>
        </pc:picChg>
      </pc:sldChg>
      <pc:sldChg chg="modSp new">
        <pc:chgData name="Gusti Pangestu" userId="S::gusti.pangestu@binus.ac.id::7768735c-5c0d-4d9b-b550-ead0b3c82a30" providerId="AD" clId="Web-{4723764F-4FB6-2621-BCB5-1B2AA75B9DEF}" dt="2022-11-03T03:17:07.538" v="173" actId="20577"/>
        <pc:sldMkLst>
          <pc:docMk/>
          <pc:sldMk cId="832701779" sldId="296"/>
        </pc:sldMkLst>
        <pc:spChg chg="mod">
          <ac:chgData name="Gusti Pangestu" userId="S::gusti.pangestu@binus.ac.id::7768735c-5c0d-4d9b-b550-ead0b3c82a30" providerId="AD" clId="Web-{4723764F-4FB6-2621-BCB5-1B2AA75B9DEF}" dt="2022-11-03T03:16:22.239" v="167" actId="20577"/>
          <ac:spMkLst>
            <pc:docMk/>
            <pc:sldMk cId="832701779" sldId="296"/>
            <ac:spMk id="2" creationId="{A9D638A7-C878-DBC6-BCA3-94CAB5E6CBE5}"/>
          </ac:spMkLst>
        </pc:spChg>
        <pc:spChg chg="mod">
          <ac:chgData name="Gusti Pangestu" userId="S::gusti.pangestu@binus.ac.id::7768735c-5c0d-4d9b-b550-ead0b3c82a30" providerId="AD" clId="Web-{4723764F-4FB6-2621-BCB5-1B2AA75B9DEF}" dt="2022-11-03T03:17:07.538" v="173" actId="20577"/>
          <ac:spMkLst>
            <pc:docMk/>
            <pc:sldMk cId="832701779" sldId="296"/>
            <ac:spMk id="3" creationId="{FF0687D8-F186-C0BE-FEF2-00D857C5D11E}"/>
          </ac:spMkLst>
        </pc:spChg>
      </pc:sldChg>
    </pc:docChg>
  </pc:docChgLst>
  <pc:docChgLst>
    <pc:chgData clId="Web-{A223DC79-8A1C-ABAE-1F9B-158E890A425E}"/>
    <pc:docChg chg="modSld">
      <pc:chgData name="" userId="" providerId="" clId="Web-{A223DC79-8A1C-ABAE-1F9B-158E890A425E}" dt="2022-11-08T02:41:15.832" v="1" actId="20577"/>
      <pc:docMkLst>
        <pc:docMk/>
      </pc:docMkLst>
      <pc:sldChg chg="modSp">
        <pc:chgData name="" userId="" providerId="" clId="Web-{A223DC79-8A1C-ABAE-1F9B-158E890A425E}" dt="2022-11-08T02:41:15.832" v="1" actId="20577"/>
        <pc:sldMkLst>
          <pc:docMk/>
          <pc:sldMk cId="109857222" sldId="258"/>
        </pc:sldMkLst>
        <pc:spChg chg="mod">
          <ac:chgData name="" userId="" providerId="" clId="Web-{A223DC79-8A1C-ABAE-1F9B-158E890A425E}" dt="2022-11-08T02:41:15.832" v="1" actId="20577"/>
          <ac:spMkLst>
            <pc:docMk/>
            <pc:sldMk cId="109857222" sldId="258"/>
            <ac:spMk id="3" creationId="{00000000-0000-0000-0000-000000000000}"/>
          </ac:spMkLst>
        </pc:spChg>
      </pc:sldChg>
    </pc:docChg>
  </pc:docChgLst>
  <pc:docChgLst>
    <pc:chgData name="Gusti Pangestu" userId="S::gusti.pangestu@binus.ac.id::7768735c-5c0d-4d9b-b550-ead0b3c82a30" providerId="AD" clId="Web-{2FA84BC7-0DF4-93B0-D36B-F11A4D65BA38}"/>
    <pc:docChg chg="addSld modSld modSection">
      <pc:chgData name="Gusti Pangestu" userId="S::gusti.pangestu@binus.ac.id::7768735c-5c0d-4d9b-b550-ead0b3c82a30" providerId="AD" clId="Web-{2FA84BC7-0DF4-93B0-D36B-F11A4D65BA38}" dt="2022-11-16T03:43:24.938" v="81"/>
      <pc:docMkLst>
        <pc:docMk/>
      </pc:docMkLst>
      <pc:sldChg chg="addSp modSp new">
        <pc:chgData name="Gusti Pangestu" userId="S::gusti.pangestu@binus.ac.id::7768735c-5c0d-4d9b-b550-ead0b3c82a30" providerId="AD" clId="Web-{2FA84BC7-0DF4-93B0-D36B-F11A4D65BA38}" dt="2022-11-16T03:21:00.599" v="13" actId="1076"/>
        <pc:sldMkLst>
          <pc:docMk/>
          <pc:sldMk cId="1670407441" sldId="307"/>
        </pc:sldMkLst>
        <pc:spChg chg="mod">
          <ac:chgData name="Gusti Pangestu" userId="S::gusti.pangestu@binus.ac.id::7768735c-5c0d-4d9b-b550-ead0b3c82a30" providerId="AD" clId="Web-{2FA84BC7-0DF4-93B0-D36B-F11A4D65BA38}" dt="2022-11-16T03:20:15.457" v="3" actId="20577"/>
          <ac:spMkLst>
            <pc:docMk/>
            <pc:sldMk cId="1670407441" sldId="307"/>
            <ac:spMk id="2" creationId="{B79219DF-2158-C720-BF0C-28637317CCA6}"/>
          </ac:spMkLst>
        </pc:spChg>
        <pc:spChg chg="mod">
          <ac:chgData name="Gusti Pangestu" userId="S::gusti.pangestu@binus.ac.id::7768735c-5c0d-4d9b-b550-ead0b3c82a30" providerId="AD" clId="Web-{2FA84BC7-0DF4-93B0-D36B-F11A4D65BA38}" dt="2022-11-16T03:20:38.630" v="8" actId="20577"/>
          <ac:spMkLst>
            <pc:docMk/>
            <pc:sldMk cId="1670407441" sldId="307"/>
            <ac:spMk id="3" creationId="{6559D7BC-1734-D462-7CC2-F873A7F69513}"/>
          </ac:spMkLst>
        </pc:spChg>
        <pc:picChg chg="add mod">
          <ac:chgData name="Gusti Pangestu" userId="S::gusti.pangestu@binus.ac.id::7768735c-5c0d-4d9b-b550-ead0b3c82a30" providerId="AD" clId="Web-{2FA84BC7-0DF4-93B0-D36B-F11A4D65BA38}" dt="2022-11-16T03:21:00.599" v="13" actId="1076"/>
          <ac:picMkLst>
            <pc:docMk/>
            <pc:sldMk cId="1670407441" sldId="307"/>
            <ac:picMk id="4" creationId="{3FBBDF4A-F9BD-27BE-570A-A9F52F76876B}"/>
          </ac:picMkLst>
        </pc:picChg>
      </pc:sldChg>
      <pc:sldChg chg="addSp modSp new mod modClrScheme chgLayout">
        <pc:chgData name="Gusti Pangestu" userId="S::gusti.pangestu@binus.ac.id::7768735c-5c0d-4d9b-b550-ead0b3c82a30" providerId="AD" clId="Web-{2FA84BC7-0DF4-93B0-D36B-F11A4D65BA38}" dt="2022-11-16T03:26:33.797" v="29"/>
        <pc:sldMkLst>
          <pc:docMk/>
          <pc:sldMk cId="939406171" sldId="308"/>
        </pc:sldMkLst>
        <pc:spChg chg="mod">
          <ac:chgData name="Gusti Pangestu" userId="S::gusti.pangestu@binus.ac.id::7768735c-5c0d-4d9b-b550-ead0b3c82a30" providerId="AD" clId="Web-{2FA84BC7-0DF4-93B0-D36B-F11A4D65BA38}" dt="2022-11-16T03:26:33.797" v="29"/>
          <ac:spMkLst>
            <pc:docMk/>
            <pc:sldMk cId="939406171" sldId="308"/>
            <ac:spMk id="2" creationId="{639DBAA0-4964-43F7-7A0B-B19D0D06E916}"/>
          </ac:spMkLst>
        </pc:spChg>
        <pc:spChg chg="mod">
          <ac:chgData name="Gusti Pangestu" userId="S::gusti.pangestu@binus.ac.id::7768735c-5c0d-4d9b-b550-ead0b3c82a30" providerId="AD" clId="Web-{2FA84BC7-0DF4-93B0-D36B-F11A4D65BA38}" dt="2022-11-16T03:26:33.797" v="29"/>
          <ac:spMkLst>
            <pc:docMk/>
            <pc:sldMk cId="939406171" sldId="308"/>
            <ac:spMk id="3" creationId="{A9858694-CC64-65F7-3715-13963E4A38B5}"/>
          </ac:spMkLst>
        </pc:spChg>
        <pc:picChg chg="add mod">
          <ac:chgData name="Gusti Pangestu" userId="S::gusti.pangestu@binus.ac.id::7768735c-5c0d-4d9b-b550-ead0b3c82a30" providerId="AD" clId="Web-{2FA84BC7-0DF4-93B0-D36B-F11A4D65BA38}" dt="2022-11-16T03:26:33.797" v="29"/>
          <ac:picMkLst>
            <pc:docMk/>
            <pc:sldMk cId="939406171" sldId="308"/>
            <ac:picMk id="4" creationId="{70940EAF-D350-0449-4897-7325A1835114}"/>
          </ac:picMkLst>
        </pc:picChg>
      </pc:sldChg>
      <pc:sldChg chg="addSp delSp modSp new mod modClrScheme chgLayout">
        <pc:chgData name="Gusti Pangestu" userId="S::gusti.pangestu@binus.ac.id::7768735c-5c0d-4d9b-b550-ead0b3c82a30" providerId="AD" clId="Web-{2FA84BC7-0DF4-93B0-D36B-F11A4D65BA38}" dt="2022-11-16T03:32:05.073" v="45"/>
        <pc:sldMkLst>
          <pc:docMk/>
          <pc:sldMk cId="3236511058" sldId="309"/>
        </pc:sldMkLst>
        <pc:spChg chg="mod ord">
          <ac:chgData name="Gusti Pangestu" userId="S::gusti.pangestu@binus.ac.id::7768735c-5c0d-4d9b-b550-ead0b3c82a30" providerId="AD" clId="Web-{2FA84BC7-0DF4-93B0-D36B-F11A4D65BA38}" dt="2022-11-16T03:32:05.073" v="45"/>
          <ac:spMkLst>
            <pc:docMk/>
            <pc:sldMk cId="3236511058" sldId="309"/>
            <ac:spMk id="2" creationId="{A673CB3E-1E46-8F2B-15CE-D189D441CF9F}"/>
          </ac:spMkLst>
        </pc:spChg>
        <pc:spChg chg="mod ord">
          <ac:chgData name="Gusti Pangestu" userId="S::gusti.pangestu@binus.ac.id::7768735c-5c0d-4d9b-b550-ead0b3c82a30" providerId="AD" clId="Web-{2FA84BC7-0DF4-93B0-D36B-F11A4D65BA38}" dt="2022-11-16T03:32:05.073" v="45"/>
          <ac:spMkLst>
            <pc:docMk/>
            <pc:sldMk cId="3236511058" sldId="309"/>
            <ac:spMk id="3" creationId="{B3A41967-6CBA-A0B1-E2CC-6254DB5FEC2E}"/>
          </ac:spMkLst>
        </pc:spChg>
        <pc:spChg chg="del">
          <ac:chgData name="Gusti Pangestu" userId="S::gusti.pangestu@binus.ac.id::7768735c-5c0d-4d9b-b550-ead0b3c82a30" providerId="AD" clId="Web-{2FA84BC7-0DF4-93B0-D36B-F11A4D65BA38}" dt="2022-11-16T03:27:05.189" v="31"/>
          <ac:spMkLst>
            <pc:docMk/>
            <pc:sldMk cId="3236511058" sldId="309"/>
            <ac:spMk id="4" creationId="{44886346-50DD-5A66-BF26-72D0C1656945}"/>
          </ac:spMkLst>
        </pc:spChg>
        <pc:picChg chg="add mod">
          <ac:chgData name="Gusti Pangestu" userId="S::gusti.pangestu@binus.ac.id::7768735c-5c0d-4d9b-b550-ead0b3c82a30" providerId="AD" clId="Web-{2FA84BC7-0DF4-93B0-D36B-F11A4D65BA38}" dt="2022-11-16T03:32:05.073" v="45"/>
          <ac:picMkLst>
            <pc:docMk/>
            <pc:sldMk cId="3236511058" sldId="309"/>
            <ac:picMk id="5" creationId="{522E6B07-B1B1-AAB5-8AB9-6BD40D5610BB}"/>
          </ac:picMkLst>
        </pc:picChg>
      </pc:sldChg>
      <pc:sldChg chg="addSp delSp modSp new">
        <pc:chgData name="Gusti Pangestu" userId="S::gusti.pangestu@binus.ac.id::7768735c-5c0d-4d9b-b550-ead0b3c82a30" providerId="AD" clId="Web-{2FA84BC7-0DF4-93B0-D36B-F11A4D65BA38}" dt="2022-11-16T03:33:08.997" v="66"/>
        <pc:sldMkLst>
          <pc:docMk/>
          <pc:sldMk cId="378526677" sldId="310"/>
        </pc:sldMkLst>
        <pc:spChg chg="mod">
          <ac:chgData name="Gusti Pangestu" userId="S::gusti.pangestu@binus.ac.id::7768735c-5c0d-4d9b-b550-ead0b3c82a30" providerId="AD" clId="Web-{2FA84BC7-0DF4-93B0-D36B-F11A4D65BA38}" dt="2022-11-16T03:33:08.997" v="66"/>
          <ac:spMkLst>
            <pc:docMk/>
            <pc:sldMk cId="378526677" sldId="310"/>
            <ac:spMk id="2" creationId="{74D7C83B-60B0-269E-E40F-2C09D395CA72}"/>
          </ac:spMkLst>
        </pc:spChg>
        <pc:spChg chg="mod">
          <ac:chgData name="Gusti Pangestu" userId="S::gusti.pangestu@binus.ac.id::7768735c-5c0d-4d9b-b550-ead0b3c82a30" providerId="AD" clId="Web-{2FA84BC7-0DF4-93B0-D36B-F11A4D65BA38}" dt="2022-11-16T03:33:08.997" v="66"/>
          <ac:spMkLst>
            <pc:docMk/>
            <pc:sldMk cId="378526677" sldId="310"/>
            <ac:spMk id="3" creationId="{1EDC9787-F6D1-9FF2-891C-EBAF6C67611C}"/>
          </ac:spMkLst>
        </pc:spChg>
        <pc:spChg chg="del mod">
          <ac:chgData name="Gusti Pangestu" userId="S::gusti.pangestu@binus.ac.id::7768735c-5c0d-4d9b-b550-ead0b3c82a30" providerId="AD" clId="Web-{2FA84BC7-0DF4-93B0-D36B-F11A4D65BA38}" dt="2022-11-16T03:33:01.543" v="65"/>
          <ac:spMkLst>
            <pc:docMk/>
            <pc:sldMk cId="378526677" sldId="310"/>
            <ac:spMk id="4" creationId="{1F8C9BCD-DAAF-676C-3CC0-537CFC90B864}"/>
          </ac:spMkLst>
        </pc:spChg>
        <pc:picChg chg="add mod ord">
          <ac:chgData name="Gusti Pangestu" userId="S::gusti.pangestu@binus.ac.id::7768735c-5c0d-4d9b-b550-ead0b3c82a30" providerId="AD" clId="Web-{2FA84BC7-0DF4-93B0-D36B-F11A4D65BA38}" dt="2022-11-16T03:33:08.997" v="66"/>
          <ac:picMkLst>
            <pc:docMk/>
            <pc:sldMk cId="378526677" sldId="310"/>
            <ac:picMk id="5" creationId="{DAD03B7F-85C8-4FD7-AAD6-9E2145E5F45B}"/>
          </ac:picMkLst>
        </pc:picChg>
      </pc:sldChg>
      <pc:sldChg chg="addSp delSp modSp new">
        <pc:chgData name="Gusti Pangestu" userId="S::gusti.pangestu@binus.ac.id::7768735c-5c0d-4d9b-b550-ead0b3c82a30" providerId="AD" clId="Web-{2FA84BC7-0DF4-93B0-D36B-F11A4D65BA38}" dt="2022-11-16T03:43:14.969" v="80" actId="14100"/>
        <pc:sldMkLst>
          <pc:docMk/>
          <pc:sldMk cId="2156523057" sldId="311"/>
        </pc:sldMkLst>
        <pc:spChg chg="mod">
          <ac:chgData name="Gusti Pangestu" userId="S::gusti.pangestu@binus.ac.id::7768735c-5c0d-4d9b-b550-ead0b3c82a30" providerId="AD" clId="Web-{2FA84BC7-0DF4-93B0-D36B-F11A4D65BA38}" dt="2022-11-16T03:33:44.889" v="71" actId="20577"/>
          <ac:spMkLst>
            <pc:docMk/>
            <pc:sldMk cId="2156523057" sldId="311"/>
            <ac:spMk id="2" creationId="{E96A6281-58B7-EFE8-BB48-5CE4638024BB}"/>
          </ac:spMkLst>
        </pc:spChg>
        <pc:spChg chg="mod">
          <ac:chgData name="Gusti Pangestu" userId="S::gusti.pangestu@binus.ac.id::7768735c-5c0d-4d9b-b550-ead0b3c82a30" providerId="AD" clId="Web-{2FA84BC7-0DF4-93B0-D36B-F11A4D65BA38}" dt="2022-11-16T03:35:04.266" v="75" actId="20577"/>
          <ac:spMkLst>
            <pc:docMk/>
            <pc:sldMk cId="2156523057" sldId="311"/>
            <ac:spMk id="3" creationId="{E78683C5-7D76-2BFE-11D6-D81D178D095C}"/>
          </ac:spMkLst>
        </pc:spChg>
        <pc:spChg chg="del">
          <ac:chgData name="Gusti Pangestu" userId="S::gusti.pangestu@binus.ac.id::7768735c-5c0d-4d9b-b550-ead0b3c82a30" providerId="AD" clId="Web-{2FA84BC7-0DF4-93B0-D36B-F11A4D65BA38}" dt="2022-11-16T03:42:44.781" v="76"/>
          <ac:spMkLst>
            <pc:docMk/>
            <pc:sldMk cId="2156523057" sldId="311"/>
            <ac:spMk id="4" creationId="{0593EA61-0C98-7E5D-45AE-9A118C227D20}"/>
          </ac:spMkLst>
        </pc:spChg>
        <pc:picChg chg="add mod ord">
          <ac:chgData name="Gusti Pangestu" userId="S::gusti.pangestu@binus.ac.id::7768735c-5c0d-4d9b-b550-ead0b3c82a30" providerId="AD" clId="Web-{2FA84BC7-0DF4-93B0-D36B-F11A4D65BA38}" dt="2022-11-16T03:42:49.437" v="77" actId="1076"/>
          <ac:picMkLst>
            <pc:docMk/>
            <pc:sldMk cId="2156523057" sldId="311"/>
            <ac:picMk id="5" creationId="{DD320FB1-B8F6-38B4-3A70-C336FC534CB7}"/>
          </ac:picMkLst>
        </pc:picChg>
        <pc:picChg chg="add mod">
          <ac:chgData name="Gusti Pangestu" userId="S::gusti.pangestu@binus.ac.id::7768735c-5c0d-4d9b-b550-ead0b3c82a30" providerId="AD" clId="Web-{2FA84BC7-0DF4-93B0-D36B-F11A4D65BA38}" dt="2022-11-16T03:43:14.969" v="80" actId="14100"/>
          <ac:picMkLst>
            <pc:docMk/>
            <pc:sldMk cId="2156523057" sldId="311"/>
            <ac:picMk id="6" creationId="{10E2E684-AE7C-762C-DF77-47208CAD2DE7}"/>
          </ac:picMkLst>
        </pc:picChg>
      </pc:sldChg>
      <pc:sldChg chg="new">
        <pc:chgData name="Gusti Pangestu" userId="S::gusti.pangestu@binus.ac.id::7768735c-5c0d-4d9b-b550-ead0b3c82a30" providerId="AD" clId="Web-{2FA84BC7-0DF4-93B0-D36B-F11A4D65BA38}" dt="2022-11-16T03:43:24.938" v="81"/>
        <pc:sldMkLst>
          <pc:docMk/>
          <pc:sldMk cId="1063536070" sldId="312"/>
        </pc:sldMkLst>
      </pc:sldChg>
    </pc:docChg>
  </pc:docChgLst>
  <pc:docChgLst>
    <pc:chgData name="Gusti Pangestu" userId="S::gusti.pangestu@binus.ac.id::7768735c-5c0d-4d9b-b550-ead0b3c82a30" providerId="AD" clId="Web-{A223DC79-8A1C-ABAE-1F9B-158E890A425E}"/>
    <pc:docChg chg="addSld delSld modSld modSection">
      <pc:chgData name="Gusti Pangestu" userId="S::gusti.pangestu@binus.ac.id::7768735c-5c0d-4d9b-b550-ead0b3c82a30" providerId="AD" clId="Web-{A223DC79-8A1C-ABAE-1F9B-158E890A425E}" dt="2022-11-08T09:57:28.812" v="337" actId="1076"/>
      <pc:docMkLst>
        <pc:docMk/>
      </pc:docMkLst>
      <pc:sldChg chg="modSp">
        <pc:chgData name="Gusti Pangestu" userId="S::gusti.pangestu@binus.ac.id::7768735c-5c0d-4d9b-b550-ead0b3c82a30" providerId="AD" clId="Web-{A223DC79-8A1C-ABAE-1F9B-158E890A425E}" dt="2022-11-08T02:41:22.864" v="7" actId="20577"/>
        <pc:sldMkLst>
          <pc:docMk/>
          <pc:sldMk cId="109857222" sldId="258"/>
        </pc:sldMkLst>
        <pc:spChg chg="mod">
          <ac:chgData name="Gusti Pangestu" userId="S::gusti.pangestu@binus.ac.id::7768735c-5c0d-4d9b-b550-ead0b3c82a30" providerId="AD" clId="Web-{A223DC79-8A1C-ABAE-1F9B-158E890A425E}" dt="2022-11-08T02:41:22.864" v="7" actId="20577"/>
          <ac:spMkLst>
            <pc:docMk/>
            <pc:sldMk cId="109857222" sldId="258"/>
            <ac:spMk id="3" creationId="{00000000-0000-0000-0000-000000000000}"/>
          </ac:spMkLst>
        </pc:spChg>
      </pc:sldChg>
      <pc:sldChg chg="modSp">
        <pc:chgData name="Gusti Pangestu" userId="S::gusti.pangestu@binus.ac.id::7768735c-5c0d-4d9b-b550-ead0b3c82a30" providerId="AD" clId="Web-{A223DC79-8A1C-ABAE-1F9B-158E890A425E}" dt="2022-11-08T02:42:57.320" v="27" actId="20577"/>
        <pc:sldMkLst>
          <pc:docMk/>
          <pc:sldMk cId="1545682022" sldId="290"/>
        </pc:sldMkLst>
        <pc:spChg chg="mod">
          <ac:chgData name="Gusti Pangestu" userId="S::gusti.pangestu@binus.ac.id::7768735c-5c0d-4d9b-b550-ead0b3c82a30" providerId="AD" clId="Web-{A223DC79-8A1C-ABAE-1F9B-158E890A425E}" dt="2022-11-08T02:42:57.320" v="27" actId="20577"/>
          <ac:spMkLst>
            <pc:docMk/>
            <pc:sldMk cId="1545682022" sldId="290"/>
            <ac:spMk id="3" creationId="{CFBE6DC7-A61F-27FA-B9A7-7018AFBF0075}"/>
          </ac:spMkLst>
        </pc:spChg>
      </pc:sldChg>
      <pc:sldChg chg="modSp new">
        <pc:chgData name="Gusti Pangestu" userId="S::gusti.pangestu@binus.ac.id::7768735c-5c0d-4d9b-b550-ead0b3c82a30" providerId="AD" clId="Web-{A223DC79-8A1C-ABAE-1F9B-158E890A425E}" dt="2022-11-08T02:49:37.257" v="42" actId="20577"/>
        <pc:sldMkLst>
          <pc:docMk/>
          <pc:sldMk cId="2068043843" sldId="291"/>
        </pc:sldMkLst>
        <pc:spChg chg="mod">
          <ac:chgData name="Gusti Pangestu" userId="S::gusti.pangestu@binus.ac.id::7768735c-5c0d-4d9b-b550-ead0b3c82a30" providerId="AD" clId="Web-{A223DC79-8A1C-ABAE-1F9B-158E890A425E}" dt="2022-11-08T02:43:29.509" v="32" actId="20577"/>
          <ac:spMkLst>
            <pc:docMk/>
            <pc:sldMk cId="2068043843" sldId="291"/>
            <ac:spMk id="2" creationId="{96DA44D9-93FA-AECE-499F-7A2999266B64}"/>
          </ac:spMkLst>
        </pc:spChg>
        <pc:spChg chg="mod">
          <ac:chgData name="Gusti Pangestu" userId="S::gusti.pangestu@binus.ac.id::7768735c-5c0d-4d9b-b550-ead0b3c82a30" providerId="AD" clId="Web-{A223DC79-8A1C-ABAE-1F9B-158E890A425E}" dt="2022-11-08T02:49:37.257" v="42" actId="20577"/>
          <ac:spMkLst>
            <pc:docMk/>
            <pc:sldMk cId="2068043843" sldId="291"/>
            <ac:spMk id="3" creationId="{D13F6089-0C37-FA79-19CF-BF021308AAF8}"/>
          </ac:spMkLst>
        </pc:spChg>
      </pc:sldChg>
      <pc:sldChg chg="del">
        <pc:chgData name="Gusti Pangestu" userId="S::gusti.pangestu@binus.ac.id::7768735c-5c0d-4d9b-b550-ead0b3c82a30" providerId="AD" clId="Web-{A223DC79-8A1C-ABAE-1F9B-158E890A425E}" dt="2022-11-08T02:42:28.116" v="25"/>
        <pc:sldMkLst>
          <pc:docMk/>
          <pc:sldMk cId="3239910030" sldId="291"/>
        </pc:sldMkLst>
      </pc:sldChg>
      <pc:sldChg chg="addSp modSp new mod modClrScheme chgLayout">
        <pc:chgData name="Gusti Pangestu" userId="S::gusti.pangestu@binus.ac.id::7768735c-5c0d-4d9b-b550-ead0b3c82a30" providerId="AD" clId="Web-{A223DC79-8A1C-ABAE-1F9B-158E890A425E}" dt="2022-11-08T02:53:03.546" v="56"/>
        <pc:sldMkLst>
          <pc:docMk/>
          <pc:sldMk cId="181067477" sldId="292"/>
        </pc:sldMkLst>
        <pc:spChg chg="mod">
          <ac:chgData name="Gusti Pangestu" userId="S::gusti.pangestu@binus.ac.id::7768735c-5c0d-4d9b-b550-ead0b3c82a30" providerId="AD" clId="Web-{A223DC79-8A1C-ABAE-1F9B-158E890A425E}" dt="2022-11-08T02:53:03.546" v="56"/>
          <ac:spMkLst>
            <pc:docMk/>
            <pc:sldMk cId="181067477" sldId="292"/>
            <ac:spMk id="2" creationId="{2D8DA4BA-6E1B-06D5-7D8D-D75DF829090F}"/>
          </ac:spMkLst>
        </pc:spChg>
        <pc:spChg chg="mod">
          <ac:chgData name="Gusti Pangestu" userId="S::gusti.pangestu@binus.ac.id::7768735c-5c0d-4d9b-b550-ead0b3c82a30" providerId="AD" clId="Web-{A223DC79-8A1C-ABAE-1F9B-158E890A425E}" dt="2022-11-08T02:53:03.546" v="56"/>
          <ac:spMkLst>
            <pc:docMk/>
            <pc:sldMk cId="181067477" sldId="292"/>
            <ac:spMk id="3" creationId="{DEC6C18B-DD2A-34A7-6293-010D956D318B}"/>
          </ac:spMkLst>
        </pc:spChg>
        <pc:picChg chg="add mod">
          <ac:chgData name="Gusti Pangestu" userId="S::gusti.pangestu@binus.ac.id::7768735c-5c0d-4d9b-b550-ead0b3c82a30" providerId="AD" clId="Web-{A223DC79-8A1C-ABAE-1F9B-158E890A425E}" dt="2022-11-08T02:53:03.546" v="56"/>
          <ac:picMkLst>
            <pc:docMk/>
            <pc:sldMk cId="181067477" sldId="292"/>
            <ac:picMk id="4" creationId="{E6C21DEE-C15C-2B07-0F48-41C0A6D188A8}"/>
          </ac:picMkLst>
        </pc:picChg>
      </pc:sldChg>
      <pc:sldChg chg="del">
        <pc:chgData name="Gusti Pangestu" userId="S::gusti.pangestu@binus.ac.id::7768735c-5c0d-4d9b-b550-ead0b3c82a30" providerId="AD" clId="Web-{A223DC79-8A1C-ABAE-1F9B-158E890A425E}" dt="2022-11-08T02:42:28.116" v="24"/>
        <pc:sldMkLst>
          <pc:docMk/>
          <pc:sldMk cId="989727377" sldId="292"/>
        </pc:sldMkLst>
      </pc:sldChg>
      <pc:sldChg chg="del">
        <pc:chgData name="Gusti Pangestu" userId="S::gusti.pangestu@binus.ac.id::7768735c-5c0d-4d9b-b550-ead0b3c82a30" providerId="AD" clId="Web-{A223DC79-8A1C-ABAE-1F9B-158E890A425E}" dt="2022-11-08T02:42:28.116" v="23"/>
        <pc:sldMkLst>
          <pc:docMk/>
          <pc:sldMk cId="1956832009" sldId="293"/>
        </pc:sldMkLst>
      </pc:sldChg>
      <pc:sldChg chg="addSp delSp modSp new mod modClrScheme chgLayout">
        <pc:chgData name="Gusti Pangestu" userId="S::gusti.pangestu@binus.ac.id::7768735c-5c0d-4d9b-b550-ead0b3c82a30" providerId="AD" clId="Web-{A223DC79-8A1C-ABAE-1F9B-158E890A425E}" dt="2022-11-08T02:53:50.720" v="68"/>
        <pc:sldMkLst>
          <pc:docMk/>
          <pc:sldMk cId="2629645314" sldId="293"/>
        </pc:sldMkLst>
        <pc:spChg chg="mod ord">
          <ac:chgData name="Gusti Pangestu" userId="S::gusti.pangestu@binus.ac.id::7768735c-5c0d-4d9b-b550-ead0b3c82a30" providerId="AD" clId="Web-{A223DC79-8A1C-ABAE-1F9B-158E890A425E}" dt="2022-11-08T02:53:50.720" v="68"/>
          <ac:spMkLst>
            <pc:docMk/>
            <pc:sldMk cId="2629645314" sldId="293"/>
            <ac:spMk id="2" creationId="{23106449-8DB6-F408-D868-A74B0655A109}"/>
          </ac:spMkLst>
        </pc:spChg>
        <pc:spChg chg="del mod ord">
          <ac:chgData name="Gusti Pangestu" userId="S::gusti.pangestu@binus.ac.id::7768735c-5c0d-4d9b-b550-ead0b3c82a30" providerId="AD" clId="Web-{A223DC79-8A1C-ABAE-1F9B-158E890A425E}" dt="2022-11-08T02:53:47.345" v="67"/>
          <ac:spMkLst>
            <pc:docMk/>
            <pc:sldMk cId="2629645314" sldId="293"/>
            <ac:spMk id="3" creationId="{BA5FC8DB-0E06-4B1A-D8BD-3A3DD5F94C60}"/>
          </ac:spMkLst>
        </pc:spChg>
        <pc:spChg chg="del">
          <ac:chgData name="Gusti Pangestu" userId="S::gusti.pangestu@binus.ac.id::7768735c-5c0d-4d9b-b550-ead0b3c82a30" providerId="AD" clId="Web-{A223DC79-8A1C-ABAE-1F9B-158E890A425E}" dt="2022-11-08T02:53:25.359" v="66"/>
          <ac:spMkLst>
            <pc:docMk/>
            <pc:sldMk cId="2629645314" sldId="293"/>
            <ac:spMk id="4" creationId="{AAABC882-FE30-6BD5-1D21-3B60D404821B}"/>
          </ac:spMkLst>
        </pc:spChg>
        <pc:picChg chg="add mod ord">
          <ac:chgData name="Gusti Pangestu" userId="S::gusti.pangestu@binus.ac.id::7768735c-5c0d-4d9b-b550-ead0b3c82a30" providerId="AD" clId="Web-{A223DC79-8A1C-ABAE-1F9B-158E890A425E}" dt="2022-11-08T02:53:50.720" v="68"/>
          <ac:picMkLst>
            <pc:docMk/>
            <pc:sldMk cId="2629645314" sldId="293"/>
            <ac:picMk id="5" creationId="{37075F30-2E2F-6DF6-485E-D536AD44C383}"/>
          </ac:picMkLst>
        </pc:picChg>
      </pc:sldChg>
      <pc:sldChg chg="del">
        <pc:chgData name="Gusti Pangestu" userId="S::gusti.pangestu@binus.ac.id::7768735c-5c0d-4d9b-b550-ead0b3c82a30" providerId="AD" clId="Web-{A223DC79-8A1C-ABAE-1F9B-158E890A425E}" dt="2022-11-08T02:42:28.116" v="22"/>
        <pc:sldMkLst>
          <pc:docMk/>
          <pc:sldMk cId="2857808774" sldId="294"/>
        </pc:sldMkLst>
      </pc:sldChg>
      <pc:sldChg chg="modSp new">
        <pc:chgData name="Gusti Pangestu" userId="S::gusti.pangestu@binus.ac.id::7768735c-5c0d-4d9b-b550-ead0b3c82a30" providerId="AD" clId="Web-{A223DC79-8A1C-ABAE-1F9B-158E890A425E}" dt="2022-11-08T03:09:20.426" v="92" actId="20577"/>
        <pc:sldMkLst>
          <pc:docMk/>
          <pc:sldMk cId="3671522191" sldId="294"/>
        </pc:sldMkLst>
        <pc:spChg chg="mod">
          <ac:chgData name="Gusti Pangestu" userId="S::gusti.pangestu@binus.ac.id::7768735c-5c0d-4d9b-b550-ead0b3c82a30" providerId="AD" clId="Web-{A223DC79-8A1C-ABAE-1F9B-158E890A425E}" dt="2022-11-08T03:06:36.014" v="78" actId="20577"/>
          <ac:spMkLst>
            <pc:docMk/>
            <pc:sldMk cId="3671522191" sldId="294"/>
            <ac:spMk id="2" creationId="{A9FBB719-A5E9-FB02-88FC-E9CB76115405}"/>
          </ac:spMkLst>
        </pc:spChg>
        <pc:spChg chg="mod">
          <ac:chgData name="Gusti Pangestu" userId="S::gusti.pangestu@binus.ac.id::7768735c-5c0d-4d9b-b550-ead0b3c82a30" providerId="AD" clId="Web-{A223DC79-8A1C-ABAE-1F9B-158E890A425E}" dt="2022-11-08T03:09:20.426" v="92" actId="20577"/>
          <ac:spMkLst>
            <pc:docMk/>
            <pc:sldMk cId="3671522191" sldId="294"/>
            <ac:spMk id="3" creationId="{628788DD-BE85-4788-CAAA-DFFE5CDD3DCD}"/>
          </ac:spMkLst>
        </pc:spChg>
      </pc:sldChg>
      <pc:sldChg chg="del">
        <pc:chgData name="Gusti Pangestu" userId="S::gusti.pangestu@binus.ac.id::7768735c-5c0d-4d9b-b550-ead0b3c82a30" providerId="AD" clId="Web-{A223DC79-8A1C-ABAE-1F9B-158E890A425E}" dt="2022-11-08T02:42:28.101" v="21"/>
        <pc:sldMkLst>
          <pc:docMk/>
          <pc:sldMk cId="1684321161" sldId="295"/>
        </pc:sldMkLst>
      </pc:sldChg>
      <pc:sldChg chg="addSp delSp modSp new mod modClrScheme chgLayout">
        <pc:chgData name="Gusti Pangestu" userId="S::gusti.pangestu@binus.ac.id::7768735c-5c0d-4d9b-b550-ead0b3c82a30" providerId="AD" clId="Web-{A223DC79-8A1C-ABAE-1F9B-158E890A425E}" dt="2022-11-08T03:09:44.364" v="102" actId="1076"/>
        <pc:sldMkLst>
          <pc:docMk/>
          <pc:sldMk cId="3854135633" sldId="295"/>
        </pc:sldMkLst>
        <pc:spChg chg="del">
          <ac:chgData name="Gusti Pangestu" userId="S::gusti.pangestu@binus.ac.id::7768735c-5c0d-4d9b-b550-ead0b3c82a30" providerId="AD" clId="Web-{A223DC79-8A1C-ABAE-1F9B-158E890A425E}" dt="2022-11-08T03:09:24.614" v="94"/>
          <ac:spMkLst>
            <pc:docMk/>
            <pc:sldMk cId="3854135633" sldId="295"/>
            <ac:spMk id="2" creationId="{4AAF674E-6837-C0DB-3D0D-7E4B039A1709}"/>
          </ac:spMkLst>
        </pc:spChg>
        <pc:spChg chg="del">
          <ac:chgData name="Gusti Pangestu" userId="S::gusti.pangestu@binus.ac.id::7768735c-5c0d-4d9b-b550-ead0b3c82a30" providerId="AD" clId="Web-{A223DC79-8A1C-ABAE-1F9B-158E890A425E}" dt="2022-11-08T03:09:26.707" v="95"/>
          <ac:spMkLst>
            <pc:docMk/>
            <pc:sldMk cId="3854135633" sldId="295"/>
            <ac:spMk id="3" creationId="{925F5DA7-D4A0-5629-3C1E-5FD4AD1D864B}"/>
          </ac:spMkLst>
        </pc:spChg>
        <pc:spChg chg="add del mod">
          <ac:chgData name="Gusti Pangestu" userId="S::gusti.pangestu@binus.ac.id::7768735c-5c0d-4d9b-b550-ead0b3c82a30" providerId="AD" clId="Web-{A223DC79-8A1C-ABAE-1F9B-158E890A425E}" dt="2022-11-08T03:09:33.786" v="98"/>
          <ac:spMkLst>
            <pc:docMk/>
            <pc:sldMk cId="3854135633" sldId="295"/>
            <ac:spMk id="9" creationId="{4A82447A-DDB7-DF27-0D71-F45F29C83482}"/>
          </ac:spMkLst>
        </pc:spChg>
        <pc:spChg chg="add del mod">
          <ac:chgData name="Gusti Pangestu" userId="S::gusti.pangestu@binus.ac.id::7768735c-5c0d-4d9b-b550-ead0b3c82a30" providerId="AD" clId="Web-{A223DC79-8A1C-ABAE-1F9B-158E890A425E}" dt="2022-11-08T03:09:33.786" v="98"/>
          <ac:spMkLst>
            <pc:docMk/>
            <pc:sldMk cId="3854135633" sldId="295"/>
            <ac:spMk id="11" creationId="{11D15A9B-7DF8-9106-56E5-C3AD0C23BEAB}"/>
          </ac:spMkLst>
        </pc:spChg>
        <pc:spChg chg="add del">
          <ac:chgData name="Gusti Pangestu" userId="S::gusti.pangestu@binus.ac.id::7768735c-5c0d-4d9b-b550-ead0b3c82a30" providerId="AD" clId="Web-{A223DC79-8A1C-ABAE-1F9B-158E890A425E}" dt="2022-11-08T03:09:36.614" v="100"/>
          <ac:spMkLst>
            <pc:docMk/>
            <pc:sldMk cId="3854135633" sldId="295"/>
            <ac:spMk id="13" creationId="{BF179ED5-5A20-4AC3-D491-9B2D823EA69D}"/>
          </ac:spMkLst>
        </pc:spChg>
        <pc:picChg chg="add mod">
          <ac:chgData name="Gusti Pangestu" userId="S::gusti.pangestu@binus.ac.id::7768735c-5c0d-4d9b-b550-ead0b3c82a30" providerId="AD" clId="Web-{A223DC79-8A1C-ABAE-1F9B-158E890A425E}" dt="2022-11-08T03:09:44.364" v="102" actId="1076"/>
          <ac:picMkLst>
            <pc:docMk/>
            <pc:sldMk cId="3854135633" sldId="295"/>
            <ac:picMk id="4" creationId="{08D6BBFC-49AE-6D24-585E-6498707FF24A}"/>
          </ac:picMkLst>
        </pc:picChg>
      </pc:sldChg>
      <pc:sldChg chg="del">
        <pc:chgData name="Gusti Pangestu" userId="S::gusti.pangestu@binus.ac.id::7768735c-5c0d-4d9b-b550-ead0b3c82a30" providerId="AD" clId="Web-{A223DC79-8A1C-ABAE-1F9B-158E890A425E}" dt="2022-11-08T02:42:28.101" v="20"/>
        <pc:sldMkLst>
          <pc:docMk/>
          <pc:sldMk cId="832701779" sldId="296"/>
        </pc:sldMkLst>
      </pc:sldChg>
      <pc:sldChg chg="delSp modSp new">
        <pc:chgData name="Gusti Pangestu" userId="S::gusti.pangestu@binus.ac.id::7768735c-5c0d-4d9b-b550-ead0b3c82a30" providerId="AD" clId="Web-{A223DC79-8A1C-ABAE-1F9B-158E890A425E}" dt="2022-11-08T03:26:18.558" v="124" actId="20577"/>
        <pc:sldMkLst>
          <pc:docMk/>
          <pc:sldMk cId="2826040258" sldId="296"/>
        </pc:sldMkLst>
        <pc:spChg chg="del">
          <ac:chgData name="Gusti Pangestu" userId="S::gusti.pangestu@binus.ac.id::7768735c-5c0d-4d9b-b550-ead0b3c82a30" providerId="AD" clId="Web-{A223DC79-8A1C-ABAE-1F9B-158E890A425E}" dt="2022-11-08T03:13:55.530" v="104"/>
          <ac:spMkLst>
            <pc:docMk/>
            <pc:sldMk cId="2826040258" sldId="296"/>
            <ac:spMk id="2" creationId="{34A9A0D0-A1E0-5A33-45DD-6D54BC735407}"/>
          </ac:spMkLst>
        </pc:spChg>
        <pc:spChg chg="mod">
          <ac:chgData name="Gusti Pangestu" userId="S::gusti.pangestu@binus.ac.id::7768735c-5c0d-4d9b-b550-ead0b3c82a30" providerId="AD" clId="Web-{A223DC79-8A1C-ABAE-1F9B-158E890A425E}" dt="2022-11-08T03:26:18.558" v="124" actId="20577"/>
          <ac:spMkLst>
            <pc:docMk/>
            <pc:sldMk cId="2826040258" sldId="296"/>
            <ac:spMk id="3" creationId="{8C543A02-739A-772E-8C93-9765F4B43336}"/>
          </ac:spMkLst>
        </pc:spChg>
      </pc:sldChg>
      <pc:sldChg chg="del">
        <pc:chgData name="Gusti Pangestu" userId="S::gusti.pangestu@binus.ac.id::7768735c-5c0d-4d9b-b550-ead0b3c82a30" providerId="AD" clId="Web-{A223DC79-8A1C-ABAE-1F9B-158E890A425E}" dt="2022-11-08T02:42:28.101" v="19"/>
        <pc:sldMkLst>
          <pc:docMk/>
          <pc:sldMk cId="376018570" sldId="297"/>
        </pc:sldMkLst>
      </pc:sldChg>
      <pc:sldChg chg="addSp delSp modSp new">
        <pc:chgData name="Gusti Pangestu" userId="S::gusti.pangestu@binus.ac.id::7768735c-5c0d-4d9b-b550-ead0b3c82a30" providerId="AD" clId="Web-{A223DC79-8A1C-ABAE-1F9B-158E890A425E}" dt="2022-11-08T03:26:27.480" v="128"/>
        <pc:sldMkLst>
          <pc:docMk/>
          <pc:sldMk cId="1902739993" sldId="297"/>
        </pc:sldMkLst>
        <pc:spChg chg="del">
          <ac:chgData name="Gusti Pangestu" userId="S::gusti.pangestu@binus.ac.id::7768735c-5c0d-4d9b-b550-ead0b3c82a30" providerId="AD" clId="Web-{A223DC79-8A1C-ABAE-1F9B-158E890A425E}" dt="2022-11-08T03:26:23.964" v="127"/>
          <ac:spMkLst>
            <pc:docMk/>
            <pc:sldMk cId="1902739993" sldId="297"/>
            <ac:spMk id="2" creationId="{50073644-AEA7-6707-3AB1-E34E699F1690}"/>
          </ac:spMkLst>
        </pc:spChg>
        <pc:spChg chg="del">
          <ac:chgData name="Gusti Pangestu" userId="S::gusti.pangestu@binus.ac.id::7768735c-5c0d-4d9b-b550-ead0b3c82a30" providerId="AD" clId="Web-{A223DC79-8A1C-ABAE-1F9B-158E890A425E}" dt="2022-11-08T03:26:20.745" v="126"/>
          <ac:spMkLst>
            <pc:docMk/>
            <pc:sldMk cId="1902739993" sldId="297"/>
            <ac:spMk id="3" creationId="{875AE402-9620-DAD3-17F2-D9BADD7BBBF2}"/>
          </ac:spMkLst>
        </pc:spChg>
        <pc:spChg chg="add del">
          <ac:chgData name="Gusti Pangestu" userId="S::gusti.pangestu@binus.ac.id::7768735c-5c0d-4d9b-b550-ead0b3c82a30" providerId="AD" clId="Web-{A223DC79-8A1C-ABAE-1F9B-158E890A425E}" dt="2022-11-08T03:26:27.480" v="128"/>
          <ac:spMkLst>
            <pc:docMk/>
            <pc:sldMk cId="1902739993" sldId="297"/>
            <ac:spMk id="9" creationId="{A8E78CD0-A219-4CC5-ABC4-2DBBDD712322}"/>
          </ac:spMkLst>
        </pc:spChg>
        <pc:picChg chg="add mod ord">
          <ac:chgData name="Gusti Pangestu" userId="S::gusti.pangestu@binus.ac.id::7768735c-5c0d-4d9b-b550-ead0b3c82a30" providerId="AD" clId="Web-{A223DC79-8A1C-ABAE-1F9B-158E890A425E}" dt="2022-11-08T03:26:23.964" v="127"/>
          <ac:picMkLst>
            <pc:docMk/>
            <pc:sldMk cId="1902739993" sldId="297"/>
            <ac:picMk id="4" creationId="{5CB8B085-5C65-13B9-22E7-8C9472309F3C}"/>
          </ac:picMkLst>
        </pc:picChg>
      </pc:sldChg>
      <pc:sldChg chg="addSp modSp new">
        <pc:chgData name="Gusti Pangestu" userId="S::gusti.pangestu@binus.ac.id::7768735c-5c0d-4d9b-b550-ead0b3c82a30" providerId="AD" clId="Web-{A223DC79-8A1C-ABAE-1F9B-158E890A425E}" dt="2022-11-08T06:57:15.033" v="154" actId="20577"/>
        <pc:sldMkLst>
          <pc:docMk/>
          <pc:sldMk cId="502453303" sldId="298"/>
        </pc:sldMkLst>
        <pc:spChg chg="mod">
          <ac:chgData name="Gusti Pangestu" userId="S::gusti.pangestu@binus.ac.id::7768735c-5c0d-4d9b-b550-ead0b3c82a30" providerId="AD" clId="Web-{A223DC79-8A1C-ABAE-1F9B-158E890A425E}" dt="2022-11-08T03:26:35.730" v="131" actId="20577"/>
          <ac:spMkLst>
            <pc:docMk/>
            <pc:sldMk cId="502453303" sldId="298"/>
            <ac:spMk id="2" creationId="{606D0FC3-BB3D-A9C6-003D-5D8B618E7056}"/>
          </ac:spMkLst>
        </pc:spChg>
        <pc:spChg chg="mod">
          <ac:chgData name="Gusti Pangestu" userId="S::gusti.pangestu@binus.ac.id::7768735c-5c0d-4d9b-b550-ead0b3c82a30" providerId="AD" clId="Web-{A223DC79-8A1C-ABAE-1F9B-158E890A425E}" dt="2022-11-08T06:57:15.033" v="154" actId="20577"/>
          <ac:spMkLst>
            <pc:docMk/>
            <pc:sldMk cId="502453303" sldId="298"/>
            <ac:spMk id="3" creationId="{E0718C77-5FD8-F462-1236-D9CA9618A86E}"/>
          </ac:spMkLst>
        </pc:spChg>
        <pc:picChg chg="add mod">
          <ac:chgData name="Gusti Pangestu" userId="S::gusti.pangestu@binus.ac.id::7768735c-5c0d-4d9b-b550-ead0b3c82a30" providerId="AD" clId="Web-{A223DC79-8A1C-ABAE-1F9B-158E890A425E}" dt="2022-11-08T03:28:37.469" v="138" actId="1076"/>
          <ac:picMkLst>
            <pc:docMk/>
            <pc:sldMk cId="502453303" sldId="298"/>
            <ac:picMk id="4" creationId="{5703ECE7-E48D-292A-B306-CB89B0D16DDB}"/>
          </ac:picMkLst>
        </pc:picChg>
      </pc:sldChg>
      <pc:sldChg chg="del">
        <pc:chgData name="Gusti Pangestu" userId="S::gusti.pangestu@binus.ac.id::7768735c-5c0d-4d9b-b550-ead0b3c82a30" providerId="AD" clId="Web-{A223DC79-8A1C-ABAE-1F9B-158E890A425E}" dt="2022-11-08T02:42:28.101" v="18"/>
        <pc:sldMkLst>
          <pc:docMk/>
          <pc:sldMk cId="3645830168" sldId="298"/>
        </pc:sldMkLst>
      </pc:sldChg>
      <pc:sldChg chg="addSp modSp new">
        <pc:chgData name="Gusti Pangestu" userId="S::gusti.pangestu@binus.ac.id::7768735c-5c0d-4d9b-b550-ead0b3c82a30" providerId="AD" clId="Web-{A223DC79-8A1C-ABAE-1F9B-158E890A425E}" dt="2022-11-08T07:09:17.438" v="202" actId="14100"/>
        <pc:sldMkLst>
          <pc:docMk/>
          <pc:sldMk cId="1410539918" sldId="299"/>
        </pc:sldMkLst>
        <pc:spChg chg="mod">
          <ac:chgData name="Gusti Pangestu" userId="S::gusti.pangestu@binus.ac.id::7768735c-5c0d-4d9b-b550-ead0b3c82a30" providerId="AD" clId="Web-{A223DC79-8A1C-ABAE-1F9B-158E890A425E}" dt="2022-11-08T07:08:29.155" v="185" actId="1076"/>
          <ac:spMkLst>
            <pc:docMk/>
            <pc:sldMk cId="1410539918" sldId="299"/>
            <ac:spMk id="2" creationId="{F7A02F53-F601-3FFF-0D9B-FCE4069D1E80}"/>
          </ac:spMkLst>
        </pc:spChg>
        <pc:spChg chg="mod">
          <ac:chgData name="Gusti Pangestu" userId="S::gusti.pangestu@binus.ac.id::7768735c-5c0d-4d9b-b550-ead0b3c82a30" providerId="AD" clId="Web-{A223DC79-8A1C-ABAE-1F9B-158E890A425E}" dt="2022-11-08T07:08:52.156" v="198" actId="20577"/>
          <ac:spMkLst>
            <pc:docMk/>
            <pc:sldMk cId="1410539918" sldId="299"/>
            <ac:spMk id="3" creationId="{144C5460-9955-749C-49EE-EA98FDD080D0}"/>
          </ac:spMkLst>
        </pc:spChg>
        <pc:picChg chg="add mod">
          <ac:chgData name="Gusti Pangestu" userId="S::gusti.pangestu@binus.ac.id::7768735c-5c0d-4d9b-b550-ead0b3c82a30" providerId="AD" clId="Web-{A223DC79-8A1C-ABAE-1F9B-158E890A425E}" dt="2022-11-08T07:08:43.484" v="192" actId="1076"/>
          <ac:picMkLst>
            <pc:docMk/>
            <pc:sldMk cId="1410539918" sldId="299"/>
            <ac:picMk id="4" creationId="{492B302F-DCD4-C495-845A-29E3D2D434F2}"/>
          </ac:picMkLst>
        </pc:picChg>
        <pc:picChg chg="add mod">
          <ac:chgData name="Gusti Pangestu" userId="S::gusti.pangestu@binus.ac.id::7768735c-5c0d-4d9b-b550-ead0b3c82a30" providerId="AD" clId="Web-{A223DC79-8A1C-ABAE-1F9B-158E890A425E}" dt="2022-11-08T07:08:54.609" v="199" actId="1076"/>
          <ac:picMkLst>
            <pc:docMk/>
            <pc:sldMk cId="1410539918" sldId="299"/>
            <ac:picMk id="5" creationId="{EBBA7A14-844E-7721-04E7-195B37D27BA8}"/>
          </ac:picMkLst>
        </pc:picChg>
        <pc:picChg chg="add mod">
          <ac:chgData name="Gusti Pangestu" userId="S::gusti.pangestu@binus.ac.id::7768735c-5c0d-4d9b-b550-ead0b3c82a30" providerId="AD" clId="Web-{A223DC79-8A1C-ABAE-1F9B-158E890A425E}" dt="2022-11-08T07:09:17.438" v="202" actId="14100"/>
          <ac:picMkLst>
            <pc:docMk/>
            <pc:sldMk cId="1410539918" sldId="299"/>
            <ac:picMk id="6" creationId="{DDDB2DC9-FA93-AB6A-FCD8-A4446280DDE3}"/>
          </ac:picMkLst>
        </pc:picChg>
      </pc:sldChg>
      <pc:sldChg chg="del">
        <pc:chgData name="Gusti Pangestu" userId="S::gusti.pangestu@binus.ac.id::7768735c-5c0d-4d9b-b550-ead0b3c82a30" providerId="AD" clId="Web-{A223DC79-8A1C-ABAE-1F9B-158E890A425E}" dt="2022-11-08T02:42:28.101" v="17"/>
        <pc:sldMkLst>
          <pc:docMk/>
          <pc:sldMk cId="3162136664" sldId="299"/>
        </pc:sldMkLst>
      </pc:sldChg>
      <pc:sldChg chg="addSp modSp new">
        <pc:chgData name="Gusti Pangestu" userId="S::gusti.pangestu@binus.ac.id::7768735c-5c0d-4d9b-b550-ead0b3c82a30" providerId="AD" clId="Web-{A223DC79-8A1C-ABAE-1F9B-158E890A425E}" dt="2022-11-08T07:13:07.505" v="231" actId="1076"/>
        <pc:sldMkLst>
          <pc:docMk/>
          <pc:sldMk cId="1225882195" sldId="300"/>
        </pc:sldMkLst>
        <pc:spChg chg="mod">
          <ac:chgData name="Gusti Pangestu" userId="S::gusti.pangestu@binus.ac.id::7768735c-5c0d-4d9b-b550-ead0b3c82a30" providerId="AD" clId="Web-{A223DC79-8A1C-ABAE-1F9B-158E890A425E}" dt="2022-11-08T07:12:18.019" v="219" actId="20577"/>
          <ac:spMkLst>
            <pc:docMk/>
            <pc:sldMk cId="1225882195" sldId="300"/>
            <ac:spMk id="2" creationId="{63518523-4647-9DE1-36BC-F594155AF708}"/>
          </ac:spMkLst>
        </pc:spChg>
        <pc:spChg chg="mod">
          <ac:chgData name="Gusti Pangestu" userId="S::gusti.pangestu@binus.ac.id::7768735c-5c0d-4d9b-b550-ead0b3c82a30" providerId="AD" clId="Web-{A223DC79-8A1C-ABAE-1F9B-158E890A425E}" dt="2022-11-08T07:12:56.004" v="227" actId="20577"/>
          <ac:spMkLst>
            <pc:docMk/>
            <pc:sldMk cId="1225882195" sldId="300"/>
            <ac:spMk id="3" creationId="{F8AC97D9-A0C7-C768-7E7C-7668D65EC631}"/>
          </ac:spMkLst>
        </pc:spChg>
        <pc:picChg chg="add mod">
          <ac:chgData name="Gusti Pangestu" userId="S::gusti.pangestu@binus.ac.id::7768735c-5c0d-4d9b-b550-ead0b3c82a30" providerId="AD" clId="Web-{A223DC79-8A1C-ABAE-1F9B-158E890A425E}" dt="2022-11-08T07:13:07.505" v="231" actId="1076"/>
          <ac:picMkLst>
            <pc:docMk/>
            <pc:sldMk cId="1225882195" sldId="300"/>
            <ac:picMk id="4" creationId="{8F71BC29-4333-16F5-6FBF-118FEFF418A2}"/>
          </ac:picMkLst>
        </pc:picChg>
      </pc:sldChg>
      <pc:sldChg chg="del">
        <pc:chgData name="Gusti Pangestu" userId="S::gusti.pangestu@binus.ac.id::7768735c-5c0d-4d9b-b550-ead0b3c82a30" providerId="AD" clId="Web-{A223DC79-8A1C-ABAE-1F9B-158E890A425E}" dt="2022-11-08T02:42:28.101" v="16"/>
        <pc:sldMkLst>
          <pc:docMk/>
          <pc:sldMk cId="2160808367" sldId="300"/>
        </pc:sldMkLst>
      </pc:sldChg>
      <pc:sldChg chg="del">
        <pc:chgData name="Gusti Pangestu" userId="S::gusti.pangestu@binus.ac.id::7768735c-5c0d-4d9b-b550-ead0b3c82a30" providerId="AD" clId="Web-{A223DC79-8A1C-ABAE-1F9B-158E890A425E}" dt="2022-11-08T02:42:28.101" v="15"/>
        <pc:sldMkLst>
          <pc:docMk/>
          <pc:sldMk cId="2329439584" sldId="301"/>
        </pc:sldMkLst>
      </pc:sldChg>
      <pc:sldChg chg="delSp modSp new">
        <pc:chgData name="Gusti Pangestu" userId="S::gusti.pangestu@binus.ac.id::7768735c-5c0d-4d9b-b550-ead0b3c82a30" providerId="AD" clId="Web-{A223DC79-8A1C-ABAE-1F9B-158E890A425E}" dt="2022-11-08T07:28:12.601" v="241" actId="20577"/>
        <pc:sldMkLst>
          <pc:docMk/>
          <pc:sldMk cId="2716777333" sldId="301"/>
        </pc:sldMkLst>
        <pc:spChg chg="del">
          <ac:chgData name="Gusti Pangestu" userId="S::gusti.pangestu@binus.ac.id::7768735c-5c0d-4d9b-b550-ead0b3c82a30" providerId="AD" clId="Web-{A223DC79-8A1C-ABAE-1F9B-158E890A425E}" dt="2022-11-08T07:27:42.381" v="234"/>
          <ac:spMkLst>
            <pc:docMk/>
            <pc:sldMk cId="2716777333" sldId="301"/>
            <ac:spMk id="2" creationId="{91084C92-A9F2-56E4-C488-E23767EADD99}"/>
          </ac:spMkLst>
        </pc:spChg>
        <pc:spChg chg="mod">
          <ac:chgData name="Gusti Pangestu" userId="S::gusti.pangestu@binus.ac.id::7768735c-5c0d-4d9b-b550-ead0b3c82a30" providerId="AD" clId="Web-{A223DC79-8A1C-ABAE-1F9B-158E890A425E}" dt="2022-11-08T07:28:12.601" v="241" actId="20577"/>
          <ac:spMkLst>
            <pc:docMk/>
            <pc:sldMk cId="2716777333" sldId="301"/>
            <ac:spMk id="3" creationId="{DE07990C-F4E2-9999-D4E2-5B1463B32A32}"/>
          </ac:spMkLst>
        </pc:spChg>
      </pc:sldChg>
      <pc:sldChg chg="modSp new">
        <pc:chgData name="Gusti Pangestu" userId="S::gusti.pangestu@binus.ac.id::7768735c-5c0d-4d9b-b550-ead0b3c82a30" providerId="AD" clId="Web-{A223DC79-8A1C-ABAE-1F9B-158E890A425E}" dt="2022-11-08T08:10:43.967" v="269" actId="20577"/>
        <pc:sldMkLst>
          <pc:docMk/>
          <pc:sldMk cId="2251878460" sldId="302"/>
        </pc:sldMkLst>
        <pc:spChg chg="mod">
          <ac:chgData name="Gusti Pangestu" userId="S::gusti.pangestu@binus.ac.id::7768735c-5c0d-4d9b-b550-ead0b3c82a30" providerId="AD" clId="Web-{A223DC79-8A1C-ABAE-1F9B-158E890A425E}" dt="2022-11-08T08:09:22.371" v="249" actId="20577"/>
          <ac:spMkLst>
            <pc:docMk/>
            <pc:sldMk cId="2251878460" sldId="302"/>
            <ac:spMk id="2" creationId="{023452D9-AF9A-0F98-0C01-7B25A0D2D05D}"/>
          </ac:spMkLst>
        </pc:spChg>
        <pc:spChg chg="mod">
          <ac:chgData name="Gusti Pangestu" userId="S::gusti.pangestu@binus.ac.id::7768735c-5c0d-4d9b-b550-ead0b3c82a30" providerId="AD" clId="Web-{A223DC79-8A1C-ABAE-1F9B-158E890A425E}" dt="2022-11-08T08:10:43.967" v="269" actId="20577"/>
          <ac:spMkLst>
            <pc:docMk/>
            <pc:sldMk cId="2251878460" sldId="302"/>
            <ac:spMk id="3" creationId="{910F573B-007A-F561-0511-D3CDB1F16358}"/>
          </ac:spMkLst>
        </pc:spChg>
      </pc:sldChg>
      <pc:sldChg chg="del">
        <pc:chgData name="Gusti Pangestu" userId="S::gusti.pangestu@binus.ac.id::7768735c-5c0d-4d9b-b550-ead0b3c82a30" providerId="AD" clId="Web-{A223DC79-8A1C-ABAE-1F9B-158E890A425E}" dt="2022-11-08T02:42:28.101" v="14"/>
        <pc:sldMkLst>
          <pc:docMk/>
          <pc:sldMk cId="4132436519" sldId="302"/>
        </pc:sldMkLst>
      </pc:sldChg>
      <pc:sldChg chg="addSp delSp modSp new">
        <pc:chgData name="Gusti Pangestu" userId="S::gusti.pangestu@binus.ac.id::7768735c-5c0d-4d9b-b550-ead0b3c82a30" providerId="AD" clId="Web-{A223DC79-8A1C-ABAE-1F9B-158E890A425E}" dt="2022-11-08T08:10:50.140" v="272"/>
        <pc:sldMkLst>
          <pc:docMk/>
          <pc:sldMk cId="1301941771" sldId="303"/>
        </pc:sldMkLst>
        <pc:spChg chg="del">
          <ac:chgData name="Gusti Pangestu" userId="S::gusti.pangestu@binus.ac.id::7768735c-5c0d-4d9b-b550-ead0b3c82a30" providerId="AD" clId="Web-{A223DC79-8A1C-ABAE-1F9B-158E890A425E}" dt="2022-11-08T08:10:50.140" v="272"/>
          <ac:spMkLst>
            <pc:docMk/>
            <pc:sldMk cId="1301941771" sldId="303"/>
            <ac:spMk id="2" creationId="{4D53193F-386D-FE86-B553-7DD117746C8D}"/>
          </ac:spMkLst>
        </pc:spChg>
        <pc:spChg chg="del">
          <ac:chgData name="Gusti Pangestu" userId="S::gusti.pangestu@binus.ac.id::7768735c-5c0d-4d9b-b550-ead0b3c82a30" providerId="AD" clId="Web-{A223DC79-8A1C-ABAE-1F9B-158E890A425E}" dt="2022-11-08T08:10:45.983" v="271"/>
          <ac:spMkLst>
            <pc:docMk/>
            <pc:sldMk cId="1301941771" sldId="303"/>
            <ac:spMk id="3" creationId="{7DE5D553-7B96-5476-815A-756D6320B66F}"/>
          </ac:spMkLst>
        </pc:spChg>
        <pc:picChg chg="add mod ord">
          <ac:chgData name="Gusti Pangestu" userId="S::gusti.pangestu@binus.ac.id::7768735c-5c0d-4d9b-b550-ead0b3c82a30" providerId="AD" clId="Web-{A223DC79-8A1C-ABAE-1F9B-158E890A425E}" dt="2022-11-08T08:10:45.983" v="271"/>
          <ac:picMkLst>
            <pc:docMk/>
            <pc:sldMk cId="1301941771" sldId="303"/>
            <ac:picMk id="4" creationId="{834D6E6A-1C57-1990-7B46-E068286128B8}"/>
          </ac:picMkLst>
        </pc:picChg>
      </pc:sldChg>
      <pc:sldChg chg="del">
        <pc:chgData name="Gusti Pangestu" userId="S::gusti.pangestu@binus.ac.id::7768735c-5c0d-4d9b-b550-ead0b3c82a30" providerId="AD" clId="Web-{A223DC79-8A1C-ABAE-1F9B-158E890A425E}" dt="2022-11-08T02:42:28.101" v="13"/>
        <pc:sldMkLst>
          <pc:docMk/>
          <pc:sldMk cId="4173901416" sldId="303"/>
        </pc:sldMkLst>
      </pc:sldChg>
      <pc:sldChg chg="addSp delSp modSp new">
        <pc:chgData name="Gusti Pangestu" userId="S::gusti.pangestu@binus.ac.id::7768735c-5c0d-4d9b-b550-ead0b3c82a30" providerId="AD" clId="Web-{A223DC79-8A1C-ABAE-1F9B-158E890A425E}" dt="2022-11-08T09:02:06.937" v="292" actId="14100"/>
        <pc:sldMkLst>
          <pc:docMk/>
          <pc:sldMk cId="2438179628" sldId="304"/>
        </pc:sldMkLst>
        <pc:spChg chg="del">
          <ac:chgData name="Gusti Pangestu" userId="S::gusti.pangestu@binus.ac.id::7768735c-5c0d-4d9b-b550-ead0b3c82a30" providerId="AD" clId="Web-{A223DC79-8A1C-ABAE-1F9B-158E890A425E}" dt="2022-11-08T09:01:17.123" v="278"/>
          <ac:spMkLst>
            <pc:docMk/>
            <pc:sldMk cId="2438179628" sldId="304"/>
            <ac:spMk id="2" creationId="{9E3D8B49-B6FD-9FB2-183F-B1F5A1B86B4F}"/>
          </ac:spMkLst>
        </pc:spChg>
        <pc:spChg chg="mod">
          <ac:chgData name="Gusti Pangestu" userId="S::gusti.pangestu@binus.ac.id::7768735c-5c0d-4d9b-b550-ead0b3c82a30" providerId="AD" clId="Web-{A223DC79-8A1C-ABAE-1F9B-158E890A425E}" dt="2022-11-08T09:02:00.218" v="289" actId="20577"/>
          <ac:spMkLst>
            <pc:docMk/>
            <pc:sldMk cId="2438179628" sldId="304"/>
            <ac:spMk id="3" creationId="{2E02B41D-1089-F3E5-2D87-9328709EE1DC}"/>
          </ac:spMkLst>
        </pc:spChg>
        <pc:picChg chg="add mod">
          <ac:chgData name="Gusti Pangestu" userId="S::gusti.pangestu@binus.ac.id::7768735c-5c0d-4d9b-b550-ead0b3c82a30" providerId="AD" clId="Web-{A223DC79-8A1C-ABAE-1F9B-158E890A425E}" dt="2022-11-08T09:02:06.937" v="292" actId="14100"/>
          <ac:picMkLst>
            <pc:docMk/>
            <pc:sldMk cId="2438179628" sldId="304"/>
            <ac:picMk id="4" creationId="{55AD6FF7-0801-2F3D-525C-61573A526548}"/>
          </ac:picMkLst>
        </pc:picChg>
      </pc:sldChg>
      <pc:sldChg chg="del">
        <pc:chgData name="Gusti Pangestu" userId="S::gusti.pangestu@binus.ac.id::7768735c-5c0d-4d9b-b550-ead0b3c82a30" providerId="AD" clId="Web-{A223DC79-8A1C-ABAE-1F9B-158E890A425E}" dt="2022-11-08T02:42:28.101" v="12"/>
        <pc:sldMkLst>
          <pc:docMk/>
          <pc:sldMk cId="2940983348" sldId="304"/>
        </pc:sldMkLst>
      </pc:sldChg>
      <pc:sldChg chg="addSp modSp new">
        <pc:chgData name="Gusti Pangestu" userId="S::gusti.pangestu@binus.ac.id::7768735c-5c0d-4d9b-b550-ead0b3c82a30" providerId="AD" clId="Web-{A223DC79-8A1C-ABAE-1F9B-158E890A425E}" dt="2022-11-08T09:55:39.402" v="309" actId="14100"/>
        <pc:sldMkLst>
          <pc:docMk/>
          <pc:sldMk cId="108455753" sldId="305"/>
        </pc:sldMkLst>
        <pc:spChg chg="mod">
          <ac:chgData name="Gusti Pangestu" userId="S::gusti.pangestu@binus.ac.id::7768735c-5c0d-4d9b-b550-ead0b3c82a30" providerId="AD" clId="Web-{A223DC79-8A1C-ABAE-1F9B-158E890A425E}" dt="2022-11-08T09:54:29.853" v="296" actId="20577"/>
          <ac:spMkLst>
            <pc:docMk/>
            <pc:sldMk cId="108455753" sldId="305"/>
            <ac:spMk id="2" creationId="{3D72DB53-61D9-BFBA-98A6-A0104451DA80}"/>
          </ac:spMkLst>
        </pc:spChg>
        <pc:spChg chg="mod">
          <ac:chgData name="Gusti Pangestu" userId="S::gusti.pangestu@binus.ac.id::7768735c-5c0d-4d9b-b550-ead0b3c82a30" providerId="AD" clId="Web-{A223DC79-8A1C-ABAE-1F9B-158E890A425E}" dt="2022-11-08T09:55:11.495" v="305" actId="20577"/>
          <ac:spMkLst>
            <pc:docMk/>
            <pc:sldMk cId="108455753" sldId="305"/>
            <ac:spMk id="3" creationId="{AE41F33F-83FC-F04B-65B9-8AA89D8FC214}"/>
          </ac:spMkLst>
        </pc:spChg>
        <pc:picChg chg="add mod">
          <ac:chgData name="Gusti Pangestu" userId="S::gusti.pangestu@binus.ac.id::7768735c-5c0d-4d9b-b550-ead0b3c82a30" providerId="AD" clId="Web-{A223DC79-8A1C-ABAE-1F9B-158E890A425E}" dt="2022-11-08T09:55:39.402" v="309" actId="14100"/>
          <ac:picMkLst>
            <pc:docMk/>
            <pc:sldMk cId="108455753" sldId="305"/>
            <ac:picMk id="4" creationId="{16F92BC1-AC15-CDEE-F393-8BA6DEEC5BE0}"/>
          </ac:picMkLst>
        </pc:picChg>
      </pc:sldChg>
      <pc:sldChg chg="del">
        <pc:chgData name="Gusti Pangestu" userId="S::gusti.pangestu@binus.ac.id::7768735c-5c0d-4d9b-b550-ead0b3c82a30" providerId="AD" clId="Web-{A223DC79-8A1C-ABAE-1F9B-158E890A425E}" dt="2022-11-08T02:42:28.101" v="8"/>
        <pc:sldMkLst>
          <pc:docMk/>
          <pc:sldMk cId="654897096" sldId="305"/>
        </pc:sldMkLst>
      </pc:sldChg>
      <pc:sldChg chg="addSp modSp new">
        <pc:chgData name="Gusti Pangestu" userId="S::gusti.pangestu@binus.ac.id::7768735c-5c0d-4d9b-b550-ead0b3c82a30" providerId="AD" clId="Web-{A223DC79-8A1C-ABAE-1F9B-158E890A425E}" dt="2022-11-08T09:57:28.812" v="337" actId="1076"/>
        <pc:sldMkLst>
          <pc:docMk/>
          <pc:sldMk cId="1495215192" sldId="306"/>
        </pc:sldMkLst>
        <pc:spChg chg="mod">
          <ac:chgData name="Gusti Pangestu" userId="S::gusti.pangestu@binus.ac.id::7768735c-5c0d-4d9b-b550-ead0b3c82a30" providerId="AD" clId="Web-{A223DC79-8A1C-ABAE-1F9B-158E890A425E}" dt="2022-11-08T09:56:10.934" v="320" actId="20577"/>
          <ac:spMkLst>
            <pc:docMk/>
            <pc:sldMk cId="1495215192" sldId="306"/>
            <ac:spMk id="2" creationId="{BA12BD38-E371-84F6-51E5-446A2E8725A1}"/>
          </ac:spMkLst>
        </pc:spChg>
        <pc:spChg chg="mod">
          <ac:chgData name="Gusti Pangestu" userId="S::gusti.pangestu@binus.ac.id::7768735c-5c0d-4d9b-b550-ead0b3c82a30" providerId="AD" clId="Web-{A223DC79-8A1C-ABAE-1F9B-158E890A425E}" dt="2022-11-08T09:57:08.749" v="333" actId="20577"/>
          <ac:spMkLst>
            <pc:docMk/>
            <pc:sldMk cId="1495215192" sldId="306"/>
            <ac:spMk id="3" creationId="{AE53D38C-717E-2153-2296-EB8138EAC838}"/>
          </ac:spMkLst>
        </pc:spChg>
        <pc:picChg chg="add mod">
          <ac:chgData name="Gusti Pangestu" userId="S::gusti.pangestu@binus.ac.id::7768735c-5c0d-4d9b-b550-ead0b3c82a30" providerId="AD" clId="Web-{A223DC79-8A1C-ABAE-1F9B-158E890A425E}" dt="2022-11-08T09:57:28.812" v="337" actId="1076"/>
          <ac:picMkLst>
            <pc:docMk/>
            <pc:sldMk cId="1495215192" sldId="306"/>
            <ac:picMk id="4" creationId="{AAD421F8-28CB-82EF-DCD6-6A00546ED9F1}"/>
          </ac:picMkLst>
        </pc:picChg>
      </pc:sldChg>
      <pc:sldChg chg="del">
        <pc:chgData name="Gusti Pangestu" userId="S::gusti.pangestu@binus.ac.id::7768735c-5c0d-4d9b-b550-ead0b3c82a30" providerId="AD" clId="Web-{A223DC79-8A1C-ABAE-1F9B-158E890A425E}" dt="2022-11-08T02:42:28.101" v="11"/>
        <pc:sldMkLst>
          <pc:docMk/>
          <pc:sldMk cId="4236229230" sldId="306"/>
        </pc:sldMkLst>
      </pc:sldChg>
      <pc:sldChg chg="del">
        <pc:chgData name="Gusti Pangestu" userId="S::gusti.pangestu@binus.ac.id::7768735c-5c0d-4d9b-b550-ead0b3c82a30" providerId="AD" clId="Web-{A223DC79-8A1C-ABAE-1F9B-158E890A425E}" dt="2022-11-08T02:42:28.101" v="10"/>
        <pc:sldMkLst>
          <pc:docMk/>
          <pc:sldMk cId="868108864" sldId="307"/>
        </pc:sldMkLst>
      </pc:sldChg>
      <pc:sldChg chg="del">
        <pc:chgData name="Gusti Pangestu" userId="S::gusti.pangestu@binus.ac.id::7768735c-5c0d-4d9b-b550-ead0b3c82a30" providerId="AD" clId="Web-{A223DC79-8A1C-ABAE-1F9B-158E890A425E}" dt="2022-11-08T02:42:28.101" v="9"/>
        <pc:sldMkLst>
          <pc:docMk/>
          <pc:sldMk cId="2349906427" sldId="308"/>
        </pc:sldMkLst>
      </pc:sldChg>
    </pc:docChg>
  </pc:docChgLst>
  <pc:docChgLst>
    <pc:chgData name="Gusti Pangestu" userId="7768735c-5c0d-4d9b-b550-ead0b3c82a30" providerId="ADAL" clId="{00DAD827-72D6-4C3B-A6DC-E3AD60F120F1}"/>
    <pc:docChg chg="undo custSel addSld delSld modSld modSection">
      <pc:chgData name="Gusti Pangestu" userId="7768735c-5c0d-4d9b-b550-ead0b3c82a30" providerId="ADAL" clId="{00DAD827-72D6-4C3B-A6DC-E3AD60F120F1}" dt="2022-12-13T03:07:10.209" v="369" actId="20577"/>
      <pc:docMkLst>
        <pc:docMk/>
      </pc:docMkLst>
      <pc:sldChg chg="modSp mod">
        <pc:chgData name="Gusti Pangestu" userId="7768735c-5c0d-4d9b-b550-ead0b3c82a30" providerId="ADAL" clId="{00DAD827-72D6-4C3B-A6DC-E3AD60F120F1}" dt="2022-12-12T06:42:45.298" v="26" actId="20577"/>
        <pc:sldMkLst>
          <pc:docMk/>
          <pc:sldMk cId="109857222" sldId="258"/>
        </pc:sldMkLst>
        <pc:spChg chg="mod">
          <ac:chgData name="Gusti Pangestu" userId="7768735c-5c0d-4d9b-b550-ead0b3c82a30" providerId="ADAL" clId="{00DAD827-72D6-4C3B-A6DC-E3AD60F120F1}" dt="2022-12-12T06:42:45.298" v="26" actId="20577"/>
          <ac:spMkLst>
            <pc:docMk/>
            <pc:sldMk cId="109857222" sldId="258"/>
            <ac:spMk id="3" creationId="{00000000-0000-0000-0000-000000000000}"/>
          </ac:spMkLst>
        </pc:spChg>
      </pc:sldChg>
      <pc:sldChg chg="modSp mod">
        <pc:chgData name="Gusti Pangestu" userId="7768735c-5c0d-4d9b-b550-ead0b3c82a30" providerId="ADAL" clId="{00DAD827-72D6-4C3B-A6DC-E3AD60F120F1}" dt="2022-12-12T07:04:00.019" v="57" actId="20577"/>
        <pc:sldMkLst>
          <pc:docMk/>
          <pc:sldMk cId="1545682022" sldId="290"/>
        </pc:sldMkLst>
        <pc:spChg chg="mod">
          <ac:chgData name="Gusti Pangestu" userId="7768735c-5c0d-4d9b-b550-ead0b3c82a30" providerId="ADAL" clId="{00DAD827-72D6-4C3B-A6DC-E3AD60F120F1}" dt="2022-12-12T07:04:00.019" v="57" actId="20577"/>
          <ac:spMkLst>
            <pc:docMk/>
            <pc:sldMk cId="1545682022" sldId="290"/>
            <ac:spMk id="3" creationId="{CFBE6DC7-A61F-27FA-B9A7-7018AFBF0075}"/>
          </ac:spMkLst>
        </pc:spChg>
      </pc:sldChg>
      <pc:sldChg chg="modSp new mod">
        <pc:chgData name="Gusti Pangestu" userId="7768735c-5c0d-4d9b-b550-ead0b3c82a30" providerId="ADAL" clId="{00DAD827-72D6-4C3B-A6DC-E3AD60F120F1}" dt="2022-12-12T07:06:21.131" v="73" actId="5793"/>
        <pc:sldMkLst>
          <pc:docMk/>
          <pc:sldMk cId="1079826350" sldId="291"/>
        </pc:sldMkLst>
        <pc:spChg chg="mod">
          <ac:chgData name="Gusti Pangestu" userId="7768735c-5c0d-4d9b-b550-ead0b3c82a30" providerId="ADAL" clId="{00DAD827-72D6-4C3B-A6DC-E3AD60F120F1}" dt="2022-12-12T07:05:06.311" v="59"/>
          <ac:spMkLst>
            <pc:docMk/>
            <pc:sldMk cId="1079826350" sldId="291"/>
            <ac:spMk id="2" creationId="{F79B316E-2FB4-C26D-911C-F2CF9B6794D9}"/>
          </ac:spMkLst>
        </pc:spChg>
        <pc:spChg chg="mod">
          <ac:chgData name="Gusti Pangestu" userId="7768735c-5c0d-4d9b-b550-ead0b3c82a30" providerId="ADAL" clId="{00DAD827-72D6-4C3B-A6DC-E3AD60F120F1}" dt="2022-12-12T07:06:21.131" v="73" actId="5793"/>
          <ac:spMkLst>
            <pc:docMk/>
            <pc:sldMk cId="1079826350" sldId="291"/>
            <ac:spMk id="3" creationId="{F0FF754A-0E11-999C-E8FB-F371B2338B0C}"/>
          </ac:spMkLst>
        </pc:spChg>
      </pc:sldChg>
      <pc:sldChg chg="del">
        <pc:chgData name="Gusti Pangestu" userId="7768735c-5c0d-4d9b-b550-ead0b3c82a30" providerId="ADAL" clId="{00DAD827-72D6-4C3B-A6DC-E3AD60F120F1}" dt="2022-12-12T06:42:53.428" v="27" actId="47"/>
        <pc:sldMkLst>
          <pc:docMk/>
          <pc:sldMk cId="1840497081" sldId="291"/>
        </pc:sldMkLst>
      </pc:sldChg>
      <pc:sldChg chg="del">
        <pc:chgData name="Gusti Pangestu" userId="7768735c-5c0d-4d9b-b550-ead0b3c82a30" providerId="ADAL" clId="{00DAD827-72D6-4C3B-A6DC-E3AD60F120F1}" dt="2022-12-12T06:42:53.428" v="27" actId="47"/>
        <pc:sldMkLst>
          <pc:docMk/>
          <pc:sldMk cId="862834757" sldId="292"/>
        </pc:sldMkLst>
      </pc:sldChg>
      <pc:sldChg chg="modSp new mod">
        <pc:chgData name="Gusti Pangestu" userId="7768735c-5c0d-4d9b-b550-ead0b3c82a30" providerId="ADAL" clId="{00DAD827-72D6-4C3B-A6DC-E3AD60F120F1}" dt="2022-12-12T07:08:30.501" v="111" actId="20577"/>
        <pc:sldMkLst>
          <pc:docMk/>
          <pc:sldMk cId="1665812515" sldId="292"/>
        </pc:sldMkLst>
        <pc:spChg chg="mod">
          <ac:chgData name="Gusti Pangestu" userId="7768735c-5c0d-4d9b-b550-ead0b3c82a30" providerId="ADAL" clId="{00DAD827-72D6-4C3B-A6DC-E3AD60F120F1}" dt="2022-12-12T07:06:26.981" v="75"/>
          <ac:spMkLst>
            <pc:docMk/>
            <pc:sldMk cId="1665812515" sldId="292"/>
            <ac:spMk id="2" creationId="{99EB07F3-BFD0-0762-1F6B-A44FA08CE3BC}"/>
          </ac:spMkLst>
        </pc:spChg>
        <pc:spChg chg="mod">
          <ac:chgData name="Gusti Pangestu" userId="7768735c-5c0d-4d9b-b550-ead0b3c82a30" providerId="ADAL" clId="{00DAD827-72D6-4C3B-A6DC-E3AD60F120F1}" dt="2022-12-12T07:08:30.501" v="111" actId="20577"/>
          <ac:spMkLst>
            <pc:docMk/>
            <pc:sldMk cId="1665812515" sldId="292"/>
            <ac:spMk id="3" creationId="{C10AD678-358E-3648-871E-2907F900A576}"/>
          </ac:spMkLst>
        </pc:spChg>
      </pc:sldChg>
      <pc:sldChg chg="del">
        <pc:chgData name="Gusti Pangestu" userId="7768735c-5c0d-4d9b-b550-ead0b3c82a30" providerId="ADAL" clId="{00DAD827-72D6-4C3B-A6DC-E3AD60F120F1}" dt="2022-12-12T06:42:53.428" v="27" actId="47"/>
        <pc:sldMkLst>
          <pc:docMk/>
          <pc:sldMk cId="95377788" sldId="293"/>
        </pc:sldMkLst>
      </pc:sldChg>
      <pc:sldChg chg="addSp delSp modSp new mod">
        <pc:chgData name="Gusti Pangestu" userId="7768735c-5c0d-4d9b-b550-ead0b3c82a30" providerId="ADAL" clId="{00DAD827-72D6-4C3B-A6DC-E3AD60F120F1}" dt="2022-12-12T07:18:46.498" v="116" actId="1076"/>
        <pc:sldMkLst>
          <pc:docMk/>
          <pc:sldMk cId="3468554058" sldId="293"/>
        </pc:sldMkLst>
        <pc:spChg chg="del">
          <ac:chgData name="Gusti Pangestu" userId="7768735c-5c0d-4d9b-b550-ead0b3c82a30" providerId="ADAL" clId="{00DAD827-72D6-4C3B-A6DC-E3AD60F120F1}" dt="2022-12-12T07:18:40.051" v="114" actId="478"/>
          <ac:spMkLst>
            <pc:docMk/>
            <pc:sldMk cId="3468554058" sldId="293"/>
            <ac:spMk id="2" creationId="{D9023FF3-1C1D-1D4E-FC4D-487DA3DF66D8}"/>
          </ac:spMkLst>
        </pc:spChg>
        <pc:spChg chg="del">
          <ac:chgData name="Gusti Pangestu" userId="7768735c-5c0d-4d9b-b550-ead0b3c82a30" providerId="ADAL" clId="{00DAD827-72D6-4C3B-A6DC-E3AD60F120F1}" dt="2022-12-12T07:18:37.875" v="113" actId="22"/>
          <ac:spMkLst>
            <pc:docMk/>
            <pc:sldMk cId="3468554058" sldId="293"/>
            <ac:spMk id="3" creationId="{C03987A2-6BDD-1635-3BEB-1F06380F04A8}"/>
          </ac:spMkLst>
        </pc:spChg>
        <pc:picChg chg="add mod ord">
          <ac:chgData name="Gusti Pangestu" userId="7768735c-5c0d-4d9b-b550-ead0b3c82a30" providerId="ADAL" clId="{00DAD827-72D6-4C3B-A6DC-E3AD60F120F1}" dt="2022-12-12T07:18:46.498" v="116" actId="1076"/>
          <ac:picMkLst>
            <pc:docMk/>
            <pc:sldMk cId="3468554058" sldId="293"/>
            <ac:picMk id="5" creationId="{84B77846-8C86-967E-3826-BDCB9063CCC1}"/>
          </ac:picMkLst>
        </pc:picChg>
      </pc:sldChg>
      <pc:sldChg chg="delSp modSp new mod">
        <pc:chgData name="Gusti Pangestu" userId="7768735c-5c0d-4d9b-b550-ead0b3c82a30" providerId="ADAL" clId="{00DAD827-72D6-4C3B-A6DC-E3AD60F120F1}" dt="2022-12-12T07:22:14.106" v="152" actId="20577"/>
        <pc:sldMkLst>
          <pc:docMk/>
          <pc:sldMk cId="272733755" sldId="294"/>
        </pc:sldMkLst>
        <pc:spChg chg="del">
          <ac:chgData name="Gusti Pangestu" userId="7768735c-5c0d-4d9b-b550-ead0b3c82a30" providerId="ADAL" clId="{00DAD827-72D6-4C3B-A6DC-E3AD60F120F1}" dt="2022-12-12T07:19:04.916" v="119" actId="478"/>
          <ac:spMkLst>
            <pc:docMk/>
            <pc:sldMk cId="272733755" sldId="294"/>
            <ac:spMk id="2" creationId="{D36CBE5D-B2CF-5686-9E52-1623BF4E176F}"/>
          </ac:spMkLst>
        </pc:spChg>
        <pc:spChg chg="mod">
          <ac:chgData name="Gusti Pangestu" userId="7768735c-5c0d-4d9b-b550-ead0b3c82a30" providerId="ADAL" clId="{00DAD827-72D6-4C3B-A6DC-E3AD60F120F1}" dt="2022-12-12T07:22:14.106" v="152" actId="20577"/>
          <ac:spMkLst>
            <pc:docMk/>
            <pc:sldMk cId="272733755" sldId="294"/>
            <ac:spMk id="3" creationId="{8F3EF485-CC68-EE9C-4853-908E90A6397F}"/>
          </ac:spMkLst>
        </pc:spChg>
      </pc:sldChg>
      <pc:sldChg chg="del">
        <pc:chgData name="Gusti Pangestu" userId="7768735c-5c0d-4d9b-b550-ead0b3c82a30" providerId="ADAL" clId="{00DAD827-72D6-4C3B-A6DC-E3AD60F120F1}" dt="2022-12-12T06:42:53.428" v="27" actId="47"/>
        <pc:sldMkLst>
          <pc:docMk/>
          <pc:sldMk cId="2893177997" sldId="294"/>
        </pc:sldMkLst>
      </pc:sldChg>
      <pc:sldChg chg="del">
        <pc:chgData name="Gusti Pangestu" userId="7768735c-5c0d-4d9b-b550-ead0b3c82a30" providerId="ADAL" clId="{00DAD827-72D6-4C3B-A6DC-E3AD60F120F1}" dt="2022-12-12T06:42:53.428" v="27" actId="47"/>
        <pc:sldMkLst>
          <pc:docMk/>
          <pc:sldMk cId="3348046177" sldId="295"/>
        </pc:sldMkLst>
      </pc:sldChg>
      <pc:sldChg chg="addSp delSp modSp new mod">
        <pc:chgData name="Gusti Pangestu" userId="7768735c-5c0d-4d9b-b550-ead0b3c82a30" providerId="ADAL" clId="{00DAD827-72D6-4C3B-A6DC-E3AD60F120F1}" dt="2022-12-12T07:26:13.451" v="162" actId="1076"/>
        <pc:sldMkLst>
          <pc:docMk/>
          <pc:sldMk cId="4254841868" sldId="295"/>
        </pc:sldMkLst>
        <pc:spChg chg="mod">
          <ac:chgData name="Gusti Pangestu" userId="7768735c-5c0d-4d9b-b550-ead0b3c82a30" providerId="ADAL" clId="{00DAD827-72D6-4C3B-A6DC-E3AD60F120F1}" dt="2022-12-12T07:26:07.001" v="160" actId="1076"/>
          <ac:spMkLst>
            <pc:docMk/>
            <pc:sldMk cId="4254841868" sldId="295"/>
            <ac:spMk id="2" creationId="{A18F47FB-8949-74E6-0505-C0B1E8F200D5}"/>
          </ac:spMkLst>
        </pc:spChg>
        <pc:spChg chg="del">
          <ac:chgData name="Gusti Pangestu" userId="7768735c-5c0d-4d9b-b550-ead0b3c82a30" providerId="ADAL" clId="{00DAD827-72D6-4C3B-A6DC-E3AD60F120F1}" dt="2022-12-12T07:25:47.218" v="155" actId="22"/>
          <ac:spMkLst>
            <pc:docMk/>
            <pc:sldMk cId="4254841868" sldId="295"/>
            <ac:spMk id="3" creationId="{72D07F56-AB22-C409-8FCC-879F2F56AABE}"/>
          </ac:spMkLst>
        </pc:spChg>
        <pc:picChg chg="add mod ord">
          <ac:chgData name="Gusti Pangestu" userId="7768735c-5c0d-4d9b-b550-ead0b3c82a30" providerId="ADAL" clId="{00DAD827-72D6-4C3B-A6DC-E3AD60F120F1}" dt="2022-12-12T07:26:09.934" v="161" actId="1076"/>
          <ac:picMkLst>
            <pc:docMk/>
            <pc:sldMk cId="4254841868" sldId="295"/>
            <ac:picMk id="5" creationId="{BB80E96C-BD75-2AF7-49A9-6159FAD73249}"/>
          </ac:picMkLst>
        </pc:picChg>
        <pc:picChg chg="add mod">
          <ac:chgData name="Gusti Pangestu" userId="7768735c-5c0d-4d9b-b550-ead0b3c82a30" providerId="ADAL" clId="{00DAD827-72D6-4C3B-A6DC-E3AD60F120F1}" dt="2022-12-12T07:26:13.451" v="162" actId="1076"/>
          <ac:picMkLst>
            <pc:docMk/>
            <pc:sldMk cId="4254841868" sldId="295"/>
            <ac:picMk id="7" creationId="{219D3DD8-3F56-6ED4-27E9-B4262F0E5644}"/>
          </ac:picMkLst>
        </pc:picChg>
      </pc:sldChg>
      <pc:sldChg chg="modSp new mod">
        <pc:chgData name="Gusti Pangestu" userId="7768735c-5c0d-4d9b-b550-ead0b3c82a30" providerId="ADAL" clId="{00DAD827-72D6-4C3B-A6DC-E3AD60F120F1}" dt="2022-12-12T07:57:52.783" v="177" actId="20577"/>
        <pc:sldMkLst>
          <pc:docMk/>
          <pc:sldMk cId="920674648" sldId="296"/>
        </pc:sldMkLst>
        <pc:spChg chg="mod">
          <ac:chgData name="Gusti Pangestu" userId="7768735c-5c0d-4d9b-b550-ead0b3c82a30" providerId="ADAL" clId="{00DAD827-72D6-4C3B-A6DC-E3AD60F120F1}" dt="2022-12-12T07:57:52.783" v="177" actId="20577"/>
          <ac:spMkLst>
            <pc:docMk/>
            <pc:sldMk cId="920674648" sldId="296"/>
            <ac:spMk id="3" creationId="{BC4C0456-1822-A4E0-F274-9B404523A404}"/>
          </ac:spMkLst>
        </pc:spChg>
      </pc:sldChg>
      <pc:sldChg chg="del">
        <pc:chgData name="Gusti Pangestu" userId="7768735c-5c0d-4d9b-b550-ead0b3c82a30" providerId="ADAL" clId="{00DAD827-72D6-4C3B-A6DC-E3AD60F120F1}" dt="2022-12-12T06:42:53.428" v="27" actId="47"/>
        <pc:sldMkLst>
          <pc:docMk/>
          <pc:sldMk cId="3063669724" sldId="296"/>
        </pc:sldMkLst>
      </pc:sldChg>
      <pc:sldChg chg="del">
        <pc:chgData name="Gusti Pangestu" userId="7768735c-5c0d-4d9b-b550-ead0b3c82a30" providerId="ADAL" clId="{00DAD827-72D6-4C3B-A6DC-E3AD60F120F1}" dt="2022-12-12T06:42:53.428" v="27" actId="47"/>
        <pc:sldMkLst>
          <pc:docMk/>
          <pc:sldMk cId="621401421" sldId="297"/>
        </pc:sldMkLst>
      </pc:sldChg>
      <pc:sldChg chg="addSp modSp new mod">
        <pc:chgData name="Gusti Pangestu" userId="7768735c-5c0d-4d9b-b550-ead0b3c82a30" providerId="ADAL" clId="{00DAD827-72D6-4C3B-A6DC-E3AD60F120F1}" dt="2022-12-13T01:55:56.749" v="212" actId="1076"/>
        <pc:sldMkLst>
          <pc:docMk/>
          <pc:sldMk cId="1886084347" sldId="297"/>
        </pc:sldMkLst>
        <pc:spChg chg="mod">
          <ac:chgData name="Gusti Pangestu" userId="7768735c-5c0d-4d9b-b550-ead0b3c82a30" providerId="ADAL" clId="{00DAD827-72D6-4C3B-A6DC-E3AD60F120F1}" dt="2022-12-12T07:58:43.912" v="186" actId="20577"/>
          <ac:spMkLst>
            <pc:docMk/>
            <pc:sldMk cId="1886084347" sldId="297"/>
            <ac:spMk id="2" creationId="{8FB9235B-30A9-D962-7C38-6BCA684A1DCF}"/>
          </ac:spMkLst>
        </pc:spChg>
        <pc:spChg chg="mod">
          <ac:chgData name="Gusti Pangestu" userId="7768735c-5c0d-4d9b-b550-ead0b3c82a30" providerId="ADAL" clId="{00DAD827-72D6-4C3B-A6DC-E3AD60F120F1}" dt="2022-12-13T01:55:51.955" v="211" actId="20577"/>
          <ac:spMkLst>
            <pc:docMk/>
            <pc:sldMk cId="1886084347" sldId="297"/>
            <ac:spMk id="3" creationId="{3EDBEB2C-4D58-89FC-A6AC-2E658B59ECC7}"/>
          </ac:spMkLst>
        </pc:spChg>
        <pc:picChg chg="add mod">
          <ac:chgData name="Gusti Pangestu" userId="7768735c-5c0d-4d9b-b550-ead0b3c82a30" providerId="ADAL" clId="{00DAD827-72D6-4C3B-A6DC-E3AD60F120F1}" dt="2022-12-13T01:55:56.749" v="212" actId="1076"/>
          <ac:picMkLst>
            <pc:docMk/>
            <pc:sldMk cId="1886084347" sldId="297"/>
            <ac:picMk id="5" creationId="{DE15EC9B-E27B-C5C0-26D0-E24A913B9ABE}"/>
          </ac:picMkLst>
        </pc:picChg>
      </pc:sldChg>
      <pc:sldChg chg="addSp delSp modSp new mod">
        <pc:chgData name="Gusti Pangestu" userId="7768735c-5c0d-4d9b-b550-ead0b3c82a30" providerId="ADAL" clId="{00DAD827-72D6-4C3B-A6DC-E3AD60F120F1}" dt="2022-12-13T02:37:00.141" v="232" actId="20577"/>
        <pc:sldMkLst>
          <pc:docMk/>
          <pc:sldMk cId="619452299" sldId="298"/>
        </pc:sldMkLst>
        <pc:spChg chg="del">
          <ac:chgData name="Gusti Pangestu" userId="7768735c-5c0d-4d9b-b550-ead0b3c82a30" providerId="ADAL" clId="{00DAD827-72D6-4C3B-A6DC-E3AD60F120F1}" dt="2022-12-13T02:28:46.948" v="213" actId="478"/>
          <ac:spMkLst>
            <pc:docMk/>
            <pc:sldMk cId="619452299" sldId="298"/>
            <ac:spMk id="2" creationId="{DC1CAE3C-AFF8-9EBC-7261-52151DC3C782}"/>
          </ac:spMkLst>
        </pc:spChg>
        <pc:spChg chg="mod">
          <ac:chgData name="Gusti Pangestu" userId="7768735c-5c0d-4d9b-b550-ead0b3c82a30" providerId="ADAL" clId="{00DAD827-72D6-4C3B-A6DC-E3AD60F120F1}" dt="2022-12-13T02:37:00.141" v="232" actId="20577"/>
          <ac:spMkLst>
            <pc:docMk/>
            <pc:sldMk cId="619452299" sldId="298"/>
            <ac:spMk id="3" creationId="{71ABB61E-558A-FDC0-8B03-63BEFEC3A2FF}"/>
          </ac:spMkLst>
        </pc:spChg>
        <pc:picChg chg="add">
          <ac:chgData name="Gusti Pangestu" userId="7768735c-5c0d-4d9b-b550-ead0b3c82a30" providerId="ADAL" clId="{00DAD827-72D6-4C3B-A6DC-E3AD60F120F1}" dt="2022-12-13T02:36:39.877" v="225" actId="22"/>
          <ac:picMkLst>
            <pc:docMk/>
            <pc:sldMk cId="619452299" sldId="298"/>
            <ac:picMk id="5" creationId="{A71CC440-FDBE-234E-9921-F547202D6BF8}"/>
          </ac:picMkLst>
        </pc:picChg>
      </pc:sldChg>
      <pc:sldChg chg="del">
        <pc:chgData name="Gusti Pangestu" userId="7768735c-5c0d-4d9b-b550-ead0b3c82a30" providerId="ADAL" clId="{00DAD827-72D6-4C3B-A6DC-E3AD60F120F1}" dt="2022-12-12T06:42:53.428" v="27" actId="47"/>
        <pc:sldMkLst>
          <pc:docMk/>
          <pc:sldMk cId="1357288573" sldId="298"/>
        </pc:sldMkLst>
      </pc:sldChg>
      <pc:sldChg chg="addSp delSp modSp new mod">
        <pc:chgData name="Gusti Pangestu" userId="7768735c-5c0d-4d9b-b550-ead0b3c82a30" providerId="ADAL" clId="{00DAD827-72D6-4C3B-A6DC-E3AD60F120F1}" dt="2022-12-13T02:38:25.273" v="237" actId="1076"/>
        <pc:sldMkLst>
          <pc:docMk/>
          <pc:sldMk cId="2453569440" sldId="299"/>
        </pc:sldMkLst>
        <pc:spChg chg="del">
          <ac:chgData name="Gusti Pangestu" userId="7768735c-5c0d-4d9b-b550-ead0b3c82a30" providerId="ADAL" clId="{00DAD827-72D6-4C3B-A6DC-E3AD60F120F1}" dt="2022-12-13T02:38:15.859" v="235" actId="478"/>
          <ac:spMkLst>
            <pc:docMk/>
            <pc:sldMk cId="2453569440" sldId="299"/>
            <ac:spMk id="2" creationId="{7AD8530D-2AB0-15AE-DBCB-C84731EA12FB}"/>
          </ac:spMkLst>
        </pc:spChg>
        <pc:spChg chg="del">
          <ac:chgData name="Gusti Pangestu" userId="7768735c-5c0d-4d9b-b550-ead0b3c82a30" providerId="ADAL" clId="{00DAD827-72D6-4C3B-A6DC-E3AD60F120F1}" dt="2022-12-13T02:38:14.391" v="234" actId="22"/>
          <ac:spMkLst>
            <pc:docMk/>
            <pc:sldMk cId="2453569440" sldId="299"/>
            <ac:spMk id="3" creationId="{6BAD42D6-8402-1EA9-E726-6DD3427BF290}"/>
          </ac:spMkLst>
        </pc:spChg>
        <pc:picChg chg="add mod ord">
          <ac:chgData name="Gusti Pangestu" userId="7768735c-5c0d-4d9b-b550-ead0b3c82a30" providerId="ADAL" clId="{00DAD827-72D6-4C3B-A6DC-E3AD60F120F1}" dt="2022-12-13T02:38:25.273" v="237" actId="1076"/>
          <ac:picMkLst>
            <pc:docMk/>
            <pc:sldMk cId="2453569440" sldId="299"/>
            <ac:picMk id="5" creationId="{E82F8DAD-A781-8D00-E6F2-5DDF13DF70B1}"/>
          </ac:picMkLst>
        </pc:picChg>
      </pc:sldChg>
      <pc:sldChg chg="del">
        <pc:chgData name="Gusti Pangestu" userId="7768735c-5c0d-4d9b-b550-ead0b3c82a30" providerId="ADAL" clId="{00DAD827-72D6-4C3B-A6DC-E3AD60F120F1}" dt="2022-12-12T06:42:53.428" v="27" actId="47"/>
        <pc:sldMkLst>
          <pc:docMk/>
          <pc:sldMk cId="3892804438" sldId="299"/>
        </pc:sldMkLst>
      </pc:sldChg>
      <pc:sldChg chg="modSp new mod">
        <pc:chgData name="Gusti Pangestu" userId="7768735c-5c0d-4d9b-b550-ead0b3c82a30" providerId="ADAL" clId="{00DAD827-72D6-4C3B-A6DC-E3AD60F120F1}" dt="2022-12-13T02:45:52.114" v="244" actId="27636"/>
        <pc:sldMkLst>
          <pc:docMk/>
          <pc:sldMk cId="1455660998" sldId="300"/>
        </pc:sldMkLst>
        <pc:spChg chg="mod">
          <ac:chgData name="Gusti Pangestu" userId="7768735c-5c0d-4d9b-b550-ead0b3c82a30" providerId="ADAL" clId="{00DAD827-72D6-4C3B-A6DC-E3AD60F120F1}" dt="2022-12-13T02:38:43.061" v="239"/>
          <ac:spMkLst>
            <pc:docMk/>
            <pc:sldMk cId="1455660998" sldId="300"/>
            <ac:spMk id="2" creationId="{19726FE8-A966-94A9-0077-C7F40551EC7D}"/>
          </ac:spMkLst>
        </pc:spChg>
        <pc:spChg chg="mod">
          <ac:chgData name="Gusti Pangestu" userId="7768735c-5c0d-4d9b-b550-ead0b3c82a30" providerId="ADAL" clId="{00DAD827-72D6-4C3B-A6DC-E3AD60F120F1}" dt="2022-12-13T02:45:52.114" v="244" actId="27636"/>
          <ac:spMkLst>
            <pc:docMk/>
            <pc:sldMk cId="1455660998" sldId="300"/>
            <ac:spMk id="3" creationId="{BAE48E41-2A88-31C0-2206-CACF8A585C85}"/>
          </ac:spMkLst>
        </pc:spChg>
      </pc:sldChg>
      <pc:sldChg chg="del">
        <pc:chgData name="Gusti Pangestu" userId="7768735c-5c0d-4d9b-b550-ead0b3c82a30" providerId="ADAL" clId="{00DAD827-72D6-4C3B-A6DC-E3AD60F120F1}" dt="2022-12-12T06:42:53.428" v="27" actId="47"/>
        <pc:sldMkLst>
          <pc:docMk/>
          <pc:sldMk cId="3986061941" sldId="300"/>
        </pc:sldMkLst>
      </pc:sldChg>
      <pc:sldChg chg="addSp delSp modSp new mod">
        <pc:chgData name="Gusti Pangestu" userId="7768735c-5c0d-4d9b-b550-ead0b3c82a30" providerId="ADAL" clId="{00DAD827-72D6-4C3B-A6DC-E3AD60F120F1}" dt="2022-12-13T03:02:12.747" v="249" actId="14100"/>
        <pc:sldMkLst>
          <pc:docMk/>
          <pc:sldMk cId="1748253104" sldId="301"/>
        </pc:sldMkLst>
        <pc:spChg chg="del">
          <ac:chgData name="Gusti Pangestu" userId="7768735c-5c0d-4d9b-b550-ead0b3c82a30" providerId="ADAL" clId="{00DAD827-72D6-4C3B-A6DC-E3AD60F120F1}" dt="2022-12-13T03:02:05.757" v="247" actId="478"/>
          <ac:spMkLst>
            <pc:docMk/>
            <pc:sldMk cId="1748253104" sldId="301"/>
            <ac:spMk id="2" creationId="{96AC8F29-E217-AD76-DB26-79C6C91A920A}"/>
          </ac:spMkLst>
        </pc:spChg>
        <pc:spChg chg="del">
          <ac:chgData name="Gusti Pangestu" userId="7768735c-5c0d-4d9b-b550-ead0b3c82a30" providerId="ADAL" clId="{00DAD827-72D6-4C3B-A6DC-E3AD60F120F1}" dt="2022-12-13T03:02:03.869" v="246" actId="22"/>
          <ac:spMkLst>
            <pc:docMk/>
            <pc:sldMk cId="1748253104" sldId="301"/>
            <ac:spMk id="3" creationId="{8C32F5AD-FB53-8E2F-69D3-6C5C16A31A5F}"/>
          </ac:spMkLst>
        </pc:spChg>
        <pc:picChg chg="add mod ord">
          <ac:chgData name="Gusti Pangestu" userId="7768735c-5c0d-4d9b-b550-ead0b3c82a30" providerId="ADAL" clId="{00DAD827-72D6-4C3B-A6DC-E3AD60F120F1}" dt="2022-12-13T03:02:12.747" v="249" actId="14100"/>
          <ac:picMkLst>
            <pc:docMk/>
            <pc:sldMk cId="1748253104" sldId="301"/>
            <ac:picMk id="5" creationId="{29D1E6E2-E4D6-5C3E-5020-5DF01E79A8B0}"/>
          </ac:picMkLst>
        </pc:picChg>
      </pc:sldChg>
      <pc:sldChg chg="del">
        <pc:chgData name="Gusti Pangestu" userId="7768735c-5c0d-4d9b-b550-ead0b3c82a30" providerId="ADAL" clId="{00DAD827-72D6-4C3B-A6DC-E3AD60F120F1}" dt="2022-12-12T06:42:53.428" v="27" actId="47"/>
        <pc:sldMkLst>
          <pc:docMk/>
          <pc:sldMk cId="2956555080" sldId="301"/>
        </pc:sldMkLst>
      </pc:sldChg>
      <pc:sldChg chg="del">
        <pc:chgData name="Gusti Pangestu" userId="7768735c-5c0d-4d9b-b550-ead0b3c82a30" providerId="ADAL" clId="{00DAD827-72D6-4C3B-A6DC-E3AD60F120F1}" dt="2022-12-12T06:42:53.428" v="27" actId="47"/>
        <pc:sldMkLst>
          <pc:docMk/>
          <pc:sldMk cId="687154644" sldId="302"/>
        </pc:sldMkLst>
      </pc:sldChg>
      <pc:sldChg chg="modSp new mod">
        <pc:chgData name="Gusti Pangestu" userId="7768735c-5c0d-4d9b-b550-ead0b3c82a30" providerId="ADAL" clId="{00DAD827-72D6-4C3B-A6DC-E3AD60F120F1}" dt="2022-12-13T03:03:56.913" v="291" actId="20577"/>
        <pc:sldMkLst>
          <pc:docMk/>
          <pc:sldMk cId="3386953599" sldId="302"/>
        </pc:sldMkLst>
        <pc:spChg chg="mod">
          <ac:chgData name="Gusti Pangestu" userId="7768735c-5c0d-4d9b-b550-ead0b3c82a30" providerId="ADAL" clId="{00DAD827-72D6-4C3B-A6DC-E3AD60F120F1}" dt="2022-12-13T03:02:58.557" v="282" actId="20577"/>
          <ac:spMkLst>
            <pc:docMk/>
            <pc:sldMk cId="3386953599" sldId="302"/>
            <ac:spMk id="2" creationId="{4F54FE65-A83C-922D-3AF6-8E4CE65E72E8}"/>
          </ac:spMkLst>
        </pc:spChg>
        <pc:spChg chg="mod">
          <ac:chgData name="Gusti Pangestu" userId="7768735c-5c0d-4d9b-b550-ead0b3c82a30" providerId="ADAL" clId="{00DAD827-72D6-4C3B-A6DC-E3AD60F120F1}" dt="2022-12-13T03:03:56.913" v="291" actId="20577"/>
          <ac:spMkLst>
            <pc:docMk/>
            <pc:sldMk cId="3386953599" sldId="302"/>
            <ac:spMk id="3" creationId="{1BF78A00-BEA2-DAC8-2387-A04D4B27BE49}"/>
          </ac:spMkLst>
        </pc:spChg>
      </pc:sldChg>
      <pc:sldChg chg="addSp delSp modSp new mod">
        <pc:chgData name="Gusti Pangestu" userId="7768735c-5c0d-4d9b-b550-ead0b3c82a30" providerId="ADAL" clId="{00DAD827-72D6-4C3B-A6DC-E3AD60F120F1}" dt="2022-12-13T03:04:32.033" v="307" actId="20577"/>
        <pc:sldMkLst>
          <pc:docMk/>
          <pc:sldMk cId="4022305954" sldId="303"/>
        </pc:sldMkLst>
        <pc:spChg chg="mod">
          <ac:chgData name="Gusti Pangestu" userId="7768735c-5c0d-4d9b-b550-ead0b3c82a30" providerId="ADAL" clId="{00DAD827-72D6-4C3B-A6DC-E3AD60F120F1}" dt="2022-12-13T03:04:32.033" v="307" actId="20577"/>
          <ac:spMkLst>
            <pc:docMk/>
            <pc:sldMk cId="4022305954" sldId="303"/>
            <ac:spMk id="2" creationId="{48D0FD8D-05AA-7B76-EDC7-3C0A30A444CB}"/>
          </ac:spMkLst>
        </pc:spChg>
        <pc:spChg chg="del">
          <ac:chgData name="Gusti Pangestu" userId="7768735c-5c0d-4d9b-b550-ead0b3c82a30" providerId="ADAL" clId="{00DAD827-72D6-4C3B-A6DC-E3AD60F120F1}" dt="2022-12-13T03:04:12.965" v="293" actId="22"/>
          <ac:spMkLst>
            <pc:docMk/>
            <pc:sldMk cId="4022305954" sldId="303"/>
            <ac:spMk id="3" creationId="{FE7DD082-EDA7-039A-54F0-2EA0EE24ABE8}"/>
          </ac:spMkLst>
        </pc:spChg>
        <pc:picChg chg="add mod ord">
          <ac:chgData name="Gusti Pangestu" userId="7768735c-5c0d-4d9b-b550-ead0b3c82a30" providerId="ADAL" clId="{00DAD827-72D6-4C3B-A6DC-E3AD60F120F1}" dt="2022-12-13T03:04:27.074" v="295" actId="1076"/>
          <ac:picMkLst>
            <pc:docMk/>
            <pc:sldMk cId="4022305954" sldId="303"/>
            <ac:picMk id="5" creationId="{D69939C9-9906-6D74-4C3D-C8350EFAD911}"/>
          </ac:picMkLst>
        </pc:picChg>
      </pc:sldChg>
      <pc:sldChg chg="del">
        <pc:chgData name="Gusti Pangestu" userId="7768735c-5c0d-4d9b-b550-ead0b3c82a30" providerId="ADAL" clId="{00DAD827-72D6-4C3B-A6DC-E3AD60F120F1}" dt="2022-12-12T06:42:53.428" v="27" actId="47"/>
        <pc:sldMkLst>
          <pc:docMk/>
          <pc:sldMk cId="4200006546" sldId="303"/>
        </pc:sldMkLst>
      </pc:sldChg>
      <pc:sldChg chg="addSp delSp modSp new mod">
        <pc:chgData name="Gusti Pangestu" userId="7768735c-5c0d-4d9b-b550-ead0b3c82a30" providerId="ADAL" clId="{00DAD827-72D6-4C3B-A6DC-E3AD60F120F1}" dt="2022-12-13T03:06:00.777" v="338" actId="1076"/>
        <pc:sldMkLst>
          <pc:docMk/>
          <pc:sldMk cId="2997571261" sldId="304"/>
        </pc:sldMkLst>
        <pc:spChg chg="mod">
          <ac:chgData name="Gusti Pangestu" userId="7768735c-5c0d-4d9b-b550-ead0b3c82a30" providerId="ADAL" clId="{00DAD827-72D6-4C3B-A6DC-E3AD60F120F1}" dt="2022-12-13T03:05:13.163" v="331" actId="1076"/>
          <ac:spMkLst>
            <pc:docMk/>
            <pc:sldMk cId="2997571261" sldId="304"/>
            <ac:spMk id="2" creationId="{4B8555B3-779A-1A25-3C77-6ABCDEA17864}"/>
          </ac:spMkLst>
        </pc:spChg>
        <pc:spChg chg="del">
          <ac:chgData name="Gusti Pangestu" userId="7768735c-5c0d-4d9b-b550-ead0b3c82a30" providerId="ADAL" clId="{00DAD827-72D6-4C3B-A6DC-E3AD60F120F1}" dt="2022-12-13T03:05:02.043" v="326" actId="22"/>
          <ac:spMkLst>
            <pc:docMk/>
            <pc:sldMk cId="2997571261" sldId="304"/>
            <ac:spMk id="3" creationId="{BB1617EC-836D-BBDF-EED2-237197324C48}"/>
          </ac:spMkLst>
        </pc:spChg>
        <pc:spChg chg="add mod">
          <ac:chgData name="Gusti Pangestu" userId="7768735c-5c0d-4d9b-b550-ead0b3c82a30" providerId="ADAL" clId="{00DAD827-72D6-4C3B-A6DC-E3AD60F120F1}" dt="2022-12-13T03:06:00.777" v="338" actId="1076"/>
          <ac:spMkLst>
            <pc:docMk/>
            <pc:sldMk cId="2997571261" sldId="304"/>
            <ac:spMk id="7" creationId="{9AB2A61F-2755-9D9B-ABF2-1200DA474A59}"/>
          </ac:spMkLst>
        </pc:spChg>
        <pc:picChg chg="add mod ord">
          <ac:chgData name="Gusti Pangestu" userId="7768735c-5c0d-4d9b-b550-ead0b3c82a30" providerId="ADAL" clId="{00DAD827-72D6-4C3B-A6DC-E3AD60F120F1}" dt="2022-12-13T03:05:21.239" v="334" actId="1076"/>
          <ac:picMkLst>
            <pc:docMk/>
            <pc:sldMk cId="2997571261" sldId="304"/>
            <ac:picMk id="5" creationId="{F5D5AB98-D63C-3C28-839E-B9E368AE2A55}"/>
          </ac:picMkLst>
        </pc:picChg>
      </pc:sldChg>
      <pc:sldChg chg="addSp delSp modSp new mod">
        <pc:chgData name="Gusti Pangestu" userId="7768735c-5c0d-4d9b-b550-ead0b3c82a30" providerId="ADAL" clId="{00DAD827-72D6-4C3B-A6DC-E3AD60F120F1}" dt="2022-12-13T03:06:32.103" v="356" actId="20577"/>
        <pc:sldMkLst>
          <pc:docMk/>
          <pc:sldMk cId="2557531081" sldId="305"/>
        </pc:sldMkLst>
        <pc:spChg chg="mod">
          <ac:chgData name="Gusti Pangestu" userId="7768735c-5c0d-4d9b-b550-ead0b3c82a30" providerId="ADAL" clId="{00DAD827-72D6-4C3B-A6DC-E3AD60F120F1}" dt="2022-12-13T03:06:32.103" v="356" actId="20577"/>
          <ac:spMkLst>
            <pc:docMk/>
            <pc:sldMk cId="2557531081" sldId="305"/>
            <ac:spMk id="2" creationId="{7E8748C3-3CA9-720E-9A84-FCC9491DC6E9}"/>
          </ac:spMkLst>
        </pc:spChg>
        <pc:spChg chg="del">
          <ac:chgData name="Gusti Pangestu" userId="7768735c-5c0d-4d9b-b550-ead0b3c82a30" providerId="ADAL" clId="{00DAD827-72D6-4C3B-A6DC-E3AD60F120F1}" dt="2022-12-13T03:06:14.603" v="339" actId="22"/>
          <ac:spMkLst>
            <pc:docMk/>
            <pc:sldMk cId="2557531081" sldId="305"/>
            <ac:spMk id="3" creationId="{3AEAF87D-910F-B475-32F2-5D779357B125}"/>
          </ac:spMkLst>
        </pc:spChg>
        <pc:picChg chg="add mod ord">
          <ac:chgData name="Gusti Pangestu" userId="7768735c-5c0d-4d9b-b550-ead0b3c82a30" providerId="ADAL" clId="{00DAD827-72D6-4C3B-A6DC-E3AD60F120F1}" dt="2022-12-13T03:06:14.603" v="339" actId="22"/>
          <ac:picMkLst>
            <pc:docMk/>
            <pc:sldMk cId="2557531081" sldId="305"/>
            <ac:picMk id="5" creationId="{564D7443-DB48-CFE0-AEF6-8FD1E19217E9}"/>
          </ac:picMkLst>
        </pc:picChg>
      </pc:sldChg>
      <pc:sldChg chg="addSp delSp modSp new mod">
        <pc:chgData name="Gusti Pangestu" userId="7768735c-5c0d-4d9b-b550-ead0b3c82a30" providerId="ADAL" clId="{00DAD827-72D6-4C3B-A6DC-E3AD60F120F1}" dt="2022-12-13T03:07:10.209" v="369" actId="20577"/>
        <pc:sldMkLst>
          <pc:docMk/>
          <pc:sldMk cId="2655063399" sldId="306"/>
        </pc:sldMkLst>
        <pc:spChg chg="mod">
          <ac:chgData name="Gusti Pangestu" userId="7768735c-5c0d-4d9b-b550-ead0b3c82a30" providerId="ADAL" clId="{00DAD827-72D6-4C3B-A6DC-E3AD60F120F1}" dt="2022-12-13T03:07:10.209" v="369" actId="20577"/>
          <ac:spMkLst>
            <pc:docMk/>
            <pc:sldMk cId="2655063399" sldId="306"/>
            <ac:spMk id="2" creationId="{90554848-D65A-F993-AAE1-91685ADA2325}"/>
          </ac:spMkLst>
        </pc:spChg>
        <pc:spChg chg="del">
          <ac:chgData name="Gusti Pangestu" userId="7768735c-5c0d-4d9b-b550-ead0b3c82a30" providerId="ADAL" clId="{00DAD827-72D6-4C3B-A6DC-E3AD60F120F1}" dt="2022-12-13T03:06:51.301" v="358" actId="22"/>
          <ac:spMkLst>
            <pc:docMk/>
            <pc:sldMk cId="2655063399" sldId="306"/>
            <ac:spMk id="3" creationId="{8104A268-0DE0-10A7-9611-4B142DB39AB6}"/>
          </ac:spMkLst>
        </pc:spChg>
        <pc:picChg chg="add mod ord">
          <ac:chgData name="Gusti Pangestu" userId="7768735c-5c0d-4d9b-b550-ead0b3c82a30" providerId="ADAL" clId="{00DAD827-72D6-4C3B-A6DC-E3AD60F120F1}" dt="2022-12-13T03:07:05.841" v="362" actId="14100"/>
          <ac:picMkLst>
            <pc:docMk/>
            <pc:sldMk cId="2655063399" sldId="306"/>
            <ac:picMk id="5" creationId="{30C84D9B-A5C1-3F77-F331-96ACF1A0AB5A}"/>
          </ac:picMkLst>
        </pc:picChg>
        <pc:picChg chg="add mod">
          <ac:chgData name="Gusti Pangestu" userId="7768735c-5c0d-4d9b-b550-ead0b3c82a30" providerId="ADAL" clId="{00DAD827-72D6-4C3B-A6DC-E3AD60F120F1}" dt="2022-12-13T03:07:08.384" v="363" actId="14100"/>
          <ac:picMkLst>
            <pc:docMk/>
            <pc:sldMk cId="2655063399" sldId="306"/>
            <ac:picMk id="7" creationId="{F06832F6-7231-2395-D766-D9FB5FA30C2C}"/>
          </ac:picMkLst>
        </pc:picChg>
      </pc:sldChg>
    </pc:docChg>
  </pc:docChgLst>
  <pc:docChgLst>
    <pc:chgData name="Gusti Pangestu" userId="7768735c-5c0d-4d9b-b550-ead0b3c82a30" providerId="ADAL" clId="{5B41DB65-700D-47A1-82C0-71ED56D4F9A5}"/>
    <pc:docChg chg="undo custSel addSld delSld modSld sldOrd modSection">
      <pc:chgData name="Gusti Pangestu" userId="7768735c-5c0d-4d9b-b550-ead0b3c82a30" providerId="ADAL" clId="{5B41DB65-700D-47A1-82C0-71ED56D4F9A5}" dt="2023-01-02T09:36:00.545" v="832"/>
      <pc:docMkLst>
        <pc:docMk/>
      </pc:docMkLst>
      <pc:sldChg chg="modSp mod">
        <pc:chgData name="Gusti Pangestu" userId="7768735c-5c0d-4d9b-b550-ead0b3c82a30" providerId="ADAL" clId="{5B41DB65-700D-47A1-82C0-71ED56D4F9A5}" dt="2022-12-19T07:05:58.269" v="487" actId="20577"/>
        <pc:sldMkLst>
          <pc:docMk/>
          <pc:sldMk cId="109857222" sldId="258"/>
        </pc:sldMkLst>
        <pc:spChg chg="mod">
          <ac:chgData name="Gusti Pangestu" userId="7768735c-5c0d-4d9b-b550-ead0b3c82a30" providerId="ADAL" clId="{5B41DB65-700D-47A1-82C0-71ED56D4F9A5}" dt="2022-12-19T07:05:58.269" v="487" actId="20577"/>
          <ac:spMkLst>
            <pc:docMk/>
            <pc:sldMk cId="109857222" sldId="258"/>
            <ac:spMk id="3" creationId="{00000000-0000-0000-0000-000000000000}"/>
          </ac:spMkLst>
        </pc:spChg>
      </pc:sldChg>
      <pc:sldChg chg="modSp mod">
        <pc:chgData name="Gusti Pangestu" userId="7768735c-5c0d-4d9b-b550-ead0b3c82a30" providerId="ADAL" clId="{5B41DB65-700D-47A1-82C0-71ED56D4F9A5}" dt="2023-01-02T09:36:00.545" v="832"/>
        <pc:sldMkLst>
          <pc:docMk/>
          <pc:sldMk cId="1727291188" sldId="288"/>
        </pc:sldMkLst>
        <pc:spChg chg="mod">
          <ac:chgData name="Gusti Pangestu" userId="7768735c-5c0d-4d9b-b550-ead0b3c82a30" providerId="ADAL" clId="{5B41DB65-700D-47A1-82C0-71ED56D4F9A5}" dt="2023-01-02T09:36:00.545" v="832"/>
          <ac:spMkLst>
            <pc:docMk/>
            <pc:sldMk cId="1727291188" sldId="288"/>
            <ac:spMk id="3" creationId="{4C14D8CF-1B8B-4AE4-B51C-5D619267E8B5}"/>
          </ac:spMkLst>
        </pc:spChg>
      </pc:sldChg>
      <pc:sldChg chg="modSp mod">
        <pc:chgData name="Gusti Pangestu" userId="7768735c-5c0d-4d9b-b550-ead0b3c82a30" providerId="ADAL" clId="{5B41DB65-700D-47A1-82C0-71ED56D4F9A5}" dt="2023-01-02T09:33:45.912" v="831" actId="20577"/>
        <pc:sldMkLst>
          <pc:docMk/>
          <pc:sldMk cId="1365886943" sldId="289"/>
        </pc:sldMkLst>
        <pc:spChg chg="mod">
          <ac:chgData name="Gusti Pangestu" userId="7768735c-5c0d-4d9b-b550-ead0b3c82a30" providerId="ADAL" clId="{5B41DB65-700D-47A1-82C0-71ED56D4F9A5}" dt="2023-01-02T09:33:45.912" v="831" actId="20577"/>
          <ac:spMkLst>
            <pc:docMk/>
            <pc:sldMk cId="1365886943" sldId="289"/>
            <ac:spMk id="5" creationId="{BFC9FBC7-A7B5-44F5-875A-9C78EE947DD2}"/>
          </ac:spMkLst>
        </pc:spChg>
      </pc:sldChg>
      <pc:sldChg chg="modSp mod">
        <pc:chgData name="Gusti Pangestu" userId="7768735c-5c0d-4d9b-b550-ead0b3c82a30" providerId="ADAL" clId="{5B41DB65-700D-47A1-82C0-71ED56D4F9A5}" dt="2022-12-19T07:05:22.074" v="462" actId="6549"/>
        <pc:sldMkLst>
          <pc:docMk/>
          <pc:sldMk cId="1545682022" sldId="290"/>
        </pc:sldMkLst>
        <pc:spChg chg="mod">
          <ac:chgData name="Gusti Pangestu" userId="7768735c-5c0d-4d9b-b550-ead0b3c82a30" providerId="ADAL" clId="{5B41DB65-700D-47A1-82C0-71ED56D4F9A5}" dt="2022-12-19T07:05:22.074" v="462" actId="6549"/>
          <ac:spMkLst>
            <pc:docMk/>
            <pc:sldMk cId="1545682022" sldId="290"/>
            <ac:spMk id="3" creationId="{CFBE6DC7-A61F-27FA-B9A7-7018AFBF0075}"/>
          </ac:spMkLst>
        </pc:spChg>
      </pc:sldChg>
      <pc:sldChg chg="del">
        <pc:chgData name="Gusti Pangestu" userId="7768735c-5c0d-4d9b-b550-ead0b3c82a30" providerId="ADAL" clId="{5B41DB65-700D-47A1-82C0-71ED56D4F9A5}" dt="2022-12-13T03:11:31.680" v="82" actId="47"/>
        <pc:sldMkLst>
          <pc:docMk/>
          <pc:sldMk cId="1079826350" sldId="291"/>
        </pc:sldMkLst>
      </pc:sldChg>
      <pc:sldChg chg="delSp modSp new del mod">
        <pc:chgData name="Gusti Pangestu" userId="7768735c-5c0d-4d9b-b550-ead0b3c82a30" providerId="ADAL" clId="{5B41DB65-700D-47A1-82C0-71ED56D4F9A5}" dt="2022-12-19T07:00:28.069" v="441" actId="47"/>
        <pc:sldMkLst>
          <pc:docMk/>
          <pc:sldMk cId="3003759004" sldId="291"/>
        </pc:sldMkLst>
        <pc:spChg chg="del">
          <ac:chgData name="Gusti Pangestu" userId="7768735c-5c0d-4d9b-b550-ead0b3c82a30" providerId="ADAL" clId="{5B41DB65-700D-47A1-82C0-71ED56D4F9A5}" dt="2022-12-13T03:12:34.934" v="108" actId="478"/>
          <ac:spMkLst>
            <pc:docMk/>
            <pc:sldMk cId="3003759004" sldId="291"/>
            <ac:spMk id="2" creationId="{B5D3F67D-2933-300B-8A73-F6385281B475}"/>
          </ac:spMkLst>
        </pc:spChg>
        <pc:spChg chg="mod">
          <ac:chgData name="Gusti Pangestu" userId="7768735c-5c0d-4d9b-b550-ead0b3c82a30" providerId="ADAL" clId="{5B41DB65-700D-47A1-82C0-71ED56D4F9A5}" dt="2022-12-13T03:12:38.391" v="109" actId="14100"/>
          <ac:spMkLst>
            <pc:docMk/>
            <pc:sldMk cId="3003759004" sldId="291"/>
            <ac:spMk id="3" creationId="{41E9E560-EBBD-284A-9A61-F5ED6AB52E3B}"/>
          </ac:spMkLst>
        </pc:spChg>
      </pc:sldChg>
      <pc:sldChg chg="modSp new mod">
        <pc:chgData name="Gusti Pangestu" userId="7768735c-5c0d-4d9b-b550-ead0b3c82a30" providerId="ADAL" clId="{5B41DB65-700D-47A1-82C0-71ED56D4F9A5}" dt="2022-12-19T09:15:24.227" v="522" actId="20577"/>
        <pc:sldMkLst>
          <pc:docMk/>
          <pc:sldMk cId="3446236619" sldId="291"/>
        </pc:sldMkLst>
        <pc:spChg chg="mod">
          <ac:chgData name="Gusti Pangestu" userId="7768735c-5c0d-4d9b-b550-ead0b3c82a30" providerId="ADAL" clId="{5B41DB65-700D-47A1-82C0-71ED56D4F9A5}" dt="2022-12-19T07:10:05.893" v="508" actId="20577"/>
          <ac:spMkLst>
            <pc:docMk/>
            <pc:sldMk cId="3446236619" sldId="291"/>
            <ac:spMk id="2" creationId="{116FA1CF-45CD-DCBB-7724-CD555ED3380A}"/>
          </ac:spMkLst>
        </pc:spChg>
        <pc:spChg chg="mod">
          <ac:chgData name="Gusti Pangestu" userId="7768735c-5c0d-4d9b-b550-ead0b3c82a30" providerId="ADAL" clId="{5B41DB65-700D-47A1-82C0-71ED56D4F9A5}" dt="2022-12-19T09:15:24.227" v="522" actId="20577"/>
          <ac:spMkLst>
            <pc:docMk/>
            <pc:sldMk cId="3446236619" sldId="291"/>
            <ac:spMk id="3" creationId="{366B2439-FF35-8E18-8D3E-BEB03C0C76B0}"/>
          </ac:spMkLst>
        </pc:spChg>
      </pc:sldChg>
      <pc:sldChg chg="modSp new mod">
        <pc:chgData name="Gusti Pangestu" userId="7768735c-5c0d-4d9b-b550-ead0b3c82a30" providerId="ADAL" clId="{5B41DB65-700D-47A1-82C0-71ED56D4F9A5}" dt="2022-12-19T09:17:04.866" v="563" actId="20577"/>
        <pc:sldMkLst>
          <pc:docMk/>
          <pc:sldMk cId="992295927" sldId="292"/>
        </pc:sldMkLst>
        <pc:spChg chg="mod">
          <ac:chgData name="Gusti Pangestu" userId="7768735c-5c0d-4d9b-b550-ead0b3c82a30" providerId="ADAL" clId="{5B41DB65-700D-47A1-82C0-71ED56D4F9A5}" dt="2022-12-19T09:15:32.817" v="535" actId="20577"/>
          <ac:spMkLst>
            <pc:docMk/>
            <pc:sldMk cId="992295927" sldId="292"/>
            <ac:spMk id="2" creationId="{8A29BB77-8953-265A-84BC-4A55EA084D30}"/>
          </ac:spMkLst>
        </pc:spChg>
        <pc:spChg chg="mod">
          <ac:chgData name="Gusti Pangestu" userId="7768735c-5c0d-4d9b-b550-ead0b3c82a30" providerId="ADAL" clId="{5B41DB65-700D-47A1-82C0-71ED56D4F9A5}" dt="2022-12-19T09:17:04.866" v="563" actId="20577"/>
          <ac:spMkLst>
            <pc:docMk/>
            <pc:sldMk cId="992295927" sldId="292"/>
            <ac:spMk id="3" creationId="{BB3157A1-23F2-3A06-CB0A-2DFDCBCD79CF}"/>
          </ac:spMkLst>
        </pc:spChg>
      </pc:sldChg>
      <pc:sldChg chg="del">
        <pc:chgData name="Gusti Pangestu" userId="7768735c-5c0d-4d9b-b550-ead0b3c82a30" providerId="ADAL" clId="{5B41DB65-700D-47A1-82C0-71ED56D4F9A5}" dt="2022-12-13T03:11:31.680" v="82" actId="47"/>
        <pc:sldMkLst>
          <pc:docMk/>
          <pc:sldMk cId="1665812515" sldId="292"/>
        </pc:sldMkLst>
      </pc:sldChg>
      <pc:sldChg chg="modSp new del mod">
        <pc:chgData name="Gusti Pangestu" userId="7768735c-5c0d-4d9b-b550-ead0b3c82a30" providerId="ADAL" clId="{5B41DB65-700D-47A1-82C0-71ED56D4F9A5}" dt="2022-12-19T07:00:28.069" v="441" actId="47"/>
        <pc:sldMkLst>
          <pc:docMk/>
          <pc:sldMk cId="4001981590" sldId="292"/>
        </pc:sldMkLst>
        <pc:spChg chg="mod">
          <ac:chgData name="Gusti Pangestu" userId="7768735c-5c0d-4d9b-b550-ead0b3c82a30" providerId="ADAL" clId="{5B41DB65-700D-47A1-82C0-71ED56D4F9A5}" dt="2022-12-13T03:12:59.941" v="129" actId="20577"/>
          <ac:spMkLst>
            <pc:docMk/>
            <pc:sldMk cId="4001981590" sldId="292"/>
            <ac:spMk id="2" creationId="{13C454D8-2664-5D1A-C82D-D8D9B3A79380}"/>
          </ac:spMkLst>
        </pc:spChg>
        <pc:spChg chg="mod">
          <ac:chgData name="Gusti Pangestu" userId="7768735c-5c0d-4d9b-b550-ead0b3c82a30" providerId="ADAL" clId="{5B41DB65-700D-47A1-82C0-71ED56D4F9A5}" dt="2022-12-13T04:44:54.069" v="174" actId="20577"/>
          <ac:spMkLst>
            <pc:docMk/>
            <pc:sldMk cId="4001981590" sldId="292"/>
            <ac:spMk id="3" creationId="{99984EDA-D76B-198A-E40A-D7538139BA56}"/>
          </ac:spMkLst>
        </pc:spChg>
      </pc:sldChg>
      <pc:sldChg chg="addSp delSp modSp new del mod ord">
        <pc:chgData name="Gusti Pangestu" userId="7768735c-5c0d-4d9b-b550-ead0b3c82a30" providerId="ADAL" clId="{5B41DB65-700D-47A1-82C0-71ED56D4F9A5}" dt="2022-12-19T07:00:28.069" v="441" actId="47"/>
        <pc:sldMkLst>
          <pc:docMk/>
          <pc:sldMk cId="393974095" sldId="293"/>
        </pc:sldMkLst>
        <pc:spChg chg="mod">
          <ac:chgData name="Gusti Pangestu" userId="7768735c-5c0d-4d9b-b550-ead0b3c82a30" providerId="ADAL" clId="{5B41DB65-700D-47A1-82C0-71ED56D4F9A5}" dt="2022-12-13T05:58:02.183" v="179"/>
          <ac:spMkLst>
            <pc:docMk/>
            <pc:sldMk cId="393974095" sldId="293"/>
            <ac:spMk id="2" creationId="{08B1F3A4-4852-C196-2CFF-030A91D5330C}"/>
          </ac:spMkLst>
        </pc:spChg>
        <pc:spChg chg="del">
          <ac:chgData name="Gusti Pangestu" userId="7768735c-5c0d-4d9b-b550-ead0b3c82a30" providerId="ADAL" clId="{5B41DB65-700D-47A1-82C0-71ED56D4F9A5}" dt="2022-12-13T05:57:52.985" v="178" actId="22"/>
          <ac:spMkLst>
            <pc:docMk/>
            <pc:sldMk cId="393974095" sldId="293"/>
            <ac:spMk id="3" creationId="{FC154149-4FF0-CD9C-E7F0-C1EBBC34805D}"/>
          </ac:spMkLst>
        </pc:spChg>
        <pc:picChg chg="add mod ord">
          <ac:chgData name="Gusti Pangestu" userId="7768735c-5c0d-4d9b-b550-ead0b3c82a30" providerId="ADAL" clId="{5B41DB65-700D-47A1-82C0-71ED56D4F9A5}" dt="2022-12-13T05:57:52.985" v="178" actId="22"/>
          <ac:picMkLst>
            <pc:docMk/>
            <pc:sldMk cId="393974095" sldId="293"/>
            <ac:picMk id="5" creationId="{E6981455-A484-BDE6-B459-90D0BB5E69A8}"/>
          </ac:picMkLst>
        </pc:picChg>
      </pc:sldChg>
      <pc:sldChg chg="delSp modSp new mod">
        <pc:chgData name="Gusti Pangestu" userId="7768735c-5c0d-4d9b-b550-ead0b3c82a30" providerId="ADAL" clId="{5B41DB65-700D-47A1-82C0-71ED56D4F9A5}" dt="2022-12-20T08:07:49.453" v="585" actId="20577"/>
        <pc:sldMkLst>
          <pc:docMk/>
          <pc:sldMk cId="923174061" sldId="293"/>
        </pc:sldMkLst>
        <pc:spChg chg="del">
          <ac:chgData name="Gusti Pangestu" userId="7768735c-5c0d-4d9b-b550-ead0b3c82a30" providerId="ADAL" clId="{5B41DB65-700D-47A1-82C0-71ED56D4F9A5}" dt="2022-12-19T09:18:08.238" v="565" actId="478"/>
          <ac:spMkLst>
            <pc:docMk/>
            <pc:sldMk cId="923174061" sldId="293"/>
            <ac:spMk id="2" creationId="{E07F87D9-5F94-680C-3328-E70C2B7BDB64}"/>
          </ac:spMkLst>
        </pc:spChg>
        <pc:spChg chg="mod">
          <ac:chgData name="Gusti Pangestu" userId="7768735c-5c0d-4d9b-b550-ead0b3c82a30" providerId="ADAL" clId="{5B41DB65-700D-47A1-82C0-71ED56D4F9A5}" dt="2022-12-20T08:07:49.453" v="585" actId="20577"/>
          <ac:spMkLst>
            <pc:docMk/>
            <pc:sldMk cId="923174061" sldId="293"/>
            <ac:spMk id="3" creationId="{0B90A458-39C4-9A5E-3AB0-E4D8A78B0783}"/>
          </ac:spMkLst>
        </pc:spChg>
      </pc:sldChg>
      <pc:sldChg chg="del">
        <pc:chgData name="Gusti Pangestu" userId="7768735c-5c0d-4d9b-b550-ead0b3c82a30" providerId="ADAL" clId="{5B41DB65-700D-47A1-82C0-71ED56D4F9A5}" dt="2022-12-13T03:11:31.680" v="82" actId="47"/>
        <pc:sldMkLst>
          <pc:docMk/>
          <pc:sldMk cId="3468554058" sldId="293"/>
        </pc:sldMkLst>
      </pc:sldChg>
      <pc:sldChg chg="del">
        <pc:chgData name="Gusti Pangestu" userId="7768735c-5c0d-4d9b-b550-ead0b3c82a30" providerId="ADAL" clId="{5B41DB65-700D-47A1-82C0-71ED56D4F9A5}" dt="2022-12-13T03:11:31.680" v="82" actId="47"/>
        <pc:sldMkLst>
          <pc:docMk/>
          <pc:sldMk cId="272733755" sldId="294"/>
        </pc:sldMkLst>
      </pc:sldChg>
      <pc:sldChg chg="delSp modSp new del mod">
        <pc:chgData name="Gusti Pangestu" userId="7768735c-5c0d-4d9b-b550-ead0b3c82a30" providerId="ADAL" clId="{5B41DB65-700D-47A1-82C0-71ED56D4F9A5}" dt="2022-12-19T07:00:28.069" v="441" actId="47"/>
        <pc:sldMkLst>
          <pc:docMk/>
          <pc:sldMk cId="1896048317" sldId="294"/>
        </pc:sldMkLst>
        <pc:spChg chg="del">
          <ac:chgData name="Gusti Pangestu" userId="7768735c-5c0d-4d9b-b550-ead0b3c82a30" providerId="ADAL" clId="{5B41DB65-700D-47A1-82C0-71ED56D4F9A5}" dt="2022-12-13T05:58:40.713" v="198" actId="478"/>
          <ac:spMkLst>
            <pc:docMk/>
            <pc:sldMk cId="1896048317" sldId="294"/>
            <ac:spMk id="2" creationId="{3EB44AC9-B042-B33B-4B5A-6CED26A6253A}"/>
          </ac:spMkLst>
        </pc:spChg>
        <pc:spChg chg="mod">
          <ac:chgData name="Gusti Pangestu" userId="7768735c-5c0d-4d9b-b550-ead0b3c82a30" providerId="ADAL" clId="{5B41DB65-700D-47A1-82C0-71ED56D4F9A5}" dt="2022-12-13T05:58:37.263" v="197" actId="20577"/>
          <ac:spMkLst>
            <pc:docMk/>
            <pc:sldMk cId="1896048317" sldId="294"/>
            <ac:spMk id="3" creationId="{61CEE91D-35C6-494E-025D-D66A6F634056}"/>
          </ac:spMkLst>
        </pc:spChg>
      </pc:sldChg>
      <pc:sldChg chg="addSp modSp new mod">
        <pc:chgData name="Gusti Pangestu" userId="7768735c-5c0d-4d9b-b550-ead0b3c82a30" providerId="ADAL" clId="{5B41DB65-700D-47A1-82C0-71ED56D4F9A5}" dt="2022-12-20T08:08:33.916" v="605" actId="1076"/>
        <pc:sldMkLst>
          <pc:docMk/>
          <pc:sldMk cId="3334600033" sldId="294"/>
        </pc:sldMkLst>
        <pc:spChg chg="mod">
          <ac:chgData name="Gusti Pangestu" userId="7768735c-5c0d-4d9b-b550-ead0b3c82a30" providerId="ADAL" clId="{5B41DB65-700D-47A1-82C0-71ED56D4F9A5}" dt="2022-12-20T08:07:58.767" v="598" actId="20577"/>
          <ac:spMkLst>
            <pc:docMk/>
            <pc:sldMk cId="3334600033" sldId="294"/>
            <ac:spMk id="2" creationId="{7FBEDCDE-20F1-037E-5DD9-FC34944C4E2B}"/>
          </ac:spMkLst>
        </pc:spChg>
        <pc:spChg chg="mod">
          <ac:chgData name="Gusti Pangestu" userId="7768735c-5c0d-4d9b-b550-ead0b3c82a30" providerId="ADAL" clId="{5B41DB65-700D-47A1-82C0-71ED56D4F9A5}" dt="2022-12-20T08:08:20.825" v="603" actId="20577"/>
          <ac:spMkLst>
            <pc:docMk/>
            <pc:sldMk cId="3334600033" sldId="294"/>
            <ac:spMk id="3" creationId="{B3FBC028-F340-FB98-69E3-DB224DE45E00}"/>
          </ac:spMkLst>
        </pc:spChg>
        <pc:picChg chg="add mod">
          <ac:chgData name="Gusti Pangestu" userId="7768735c-5c0d-4d9b-b550-ead0b3c82a30" providerId="ADAL" clId="{5B41DB65-700D-47A1-82C0-71ED56D4F9A5}" dt="2022-12-20T08:08:33.916" v="605" actId="1076"/>
          <ac:picMkLst>
            <pc:docMk/>
            <pc:sldMk cId="3334600033" sldId="294"/>
            <ac:picMk id="5" creationId="{00720050-4924-F848-6D88-E3B0059A7773}"/>
          </ac:picMkLst>
        </pc:picChg>
      </pc:sldChg>
      <pc:sldChg chg="addSp modSp new mod modClrScheme chgLayout">
        <pc:chgData name="Gusti Pangestu" userId="7768735c-5c0d-4d9b-b550-ead0b3c82a30" providerId="ADAL" clId="{5B41DB65-700D-47A1-82C0-71ED56D4F9A5}" dt="2022-12-20T09:10:25.409" v="637" actId="26606"/>
        <pc:sldMkLst>
          <pc:docMk/>
          <pc:sldMk cId="907030872" sldId="295"/>
        </pc:sldMkLst>
        <pc:spChg chg="mod">
          <ac:chgData name="Gusti Pangestu" userId="7768735c-5c0d-4d9b-b550-ead0b3c82a30" providerId="ADAL" clId="{5B41DB65-700D-47A1-82C0-71ED56D4F9A5}" dt="2022-12-20T09:10:25.409" v="637" actId="26606"/>
          <ac:spMkLst>
            <pc:docMk/>
            <pc:sldMk cId="907030872" sldId="295"/>
            <ac:spMk id="2" creationId="{231275FC-94E9-0718-CF61-2FE51C2798FC}"/>
          </ac:spMkLst>
        </pc:spChg>
        <pc:spChg chg="mod">
          <ac:chgData name="Gusti Pangestu" userId="7768735c-5c0d-4d9b-b550-ead0b3c82a30" providerId="ADAL" clId="{5B41DB65-700D-47A1-82C0-71ED56D4F9A5}" dt="2022-12-20T09:10:25.409" v="637" actId="26606"/>
          <ac:spMkLst>
            <pc:docMk/>
            <pc:sldMk cId="907030872" sldId="295"/>
            <ac:spMk id="3" creationId="{7E7D581E-1417-A835-277E-5E76C10BF2CF}"/>
          </ac:spMkLst>
        </pc:spChg>
        <pc:picChg chg="add mod">
          <ac:chgData name="Gusti Pangestu" userId="7768735c-5c0d-4d9b-b550-ead0b3c82a30" providerId="ADAL" clId="{5B41DB65-700D-47A1-82C0-71ED56D4F9A5}" dt="2022-12-20T09:10:25.409" v="637" actId="26606"/>
          <ac:picMkLst>
            <pc:docMk/>
            <pc:sldMk cId="907030872" sldId="295"/>
            <ac:picMk id="5" creationId="{A5391B2B-58D6-7B10-45DE-2AEE2D049CCF}"/>
          </ac:picMkLst>
        </pc:picChg>
      </pc:sldChg>
      <pc:sldChg chg="modSp new del mod">
        <pc:chgData name="Gusti Pangestu" userId="7768735c-5c0d-4d9b-b550-ead0b3c82a30" providerId="ADAL" clId="{5B41DB65-700D-47A1-82C0-71ED56D4F9A5}" dt="2022-12-19T07:00:28.069" v="441" actId="47"/>
        <pc:sldMkLst>
          <pc:docMk/>
          <pc:sldMk cId="1434194742" sldId="295"/>
        </pc:sldMkLst>
        <pc:spChg chg="mod">
          <ac:chgData name="Gusti Pangestu" userId="7768735c-5c0d-4d9b-b550-ead0b3c82a30" providerId="ADAL" clId="{5B41DB65-700D-47A1-82C0-71ED56D4F9A5}" dt="2022-12-13T06:59:24.216" v="200"/>
          <ac:spMkLst>
            <pc:docMk/>
            <pc:sldMk cId="1434194742" sldId="295"/>
            <ac:spMk id="2" creationId="{44A8B236-33B8-4FD2-B84E-BAD591B8E855}"/>
          </ac:spMkLst>
        </pc:spChg>
        <pc:spChg chg="mod">
          <ac:chgData name="Gusti Pangestu" userId="7768735c-5c0d-4d9b-b550-ead0b3c82a30" providerId="ADAL" clId="{5B41DB65-700D-47A1-82C0-71ED56D4F9A5}" dt="2022-12-13T07:00:36.166" v="236" actId="20577"/>
          <ac:spMkLst>
            <pc:docMk/>
            <pc:sldMk cId="1434194742" sldId="295"/>
            <ac:spMk id="3" creationId="{2FEE829C-13FB-8834-3465-72219453CC06}"/>
          </ac:spMkLst>
        </pc:spChg>
      </pc:sldChg>
      <pc:sldChg chg="del">
        <pc:chgData name="Gusti Pangestu" userId="7768735c-5c0d-4d9b-b550-ead0b3c82a30" providerId="ADAL" clId="{5B41DB65-700D-47A1-82C0-71ED56D4F9A5}" dt="2022-12-13T03:11:31.680" v="82" actId="47"/>
        <pc:sldMkLst>
          <pc:docMk/>
          <pc:sldMk cId="4254841868" sldId="295"/>
        </pc:sldMkLst>
      </pc:sldChg>
      <pc:sldChg chg="del">
        <pc:chgData name="Gusti Pangestu" userId="7768735c-5c0d-4d9b-b550-ead0b3c82a30" providerId="ADAL" clId="{5B41DB65-700D-47A1-82C0-71ED56D4F9A5}" dt="2022-12-13T03:11:31.680" v="82" actId="47"/>
        <pc:sldMkLst>
          <pc:docMk/>
          <pc:sldMk cId="920674648" sldId="296"/>
        </pc:sldMkLst>
      </pc:sldChg>
      <pc:sldChg chg="addSp delSp modSp new del mod">
        <pc:chgData name="Gusti Pangestu" userId="7768735c-5c0d-4d9b-b550-ead0b3c82a30" providerId="ADAL" clId="{5B41DB65-700D-47A1-82C0-71ED56D4F9A5}" dt="2022-12-19T07:00:28.069" v="441" actId="47"/>
        <pc:sldMkLst>
          <pc:docMk/>
          <pc:sldMk cId="1427144636" sldId="296"/>
        </pc:sldMkLst>
        <pc:spChg chg="del">
          <ac:chgData name="Gusti Pangestu" userId="7768735c-5c0d-4d9b-b550-ead0b3c82a30" providerId="ADAL" clId="{5B41DB65-700D-47A1-82C0-71ED56D4F9A5}" dt="2022-12-13T07:00:48.395" v="239" actId="478"/>
          <ac:spMkLst>
            <pc:docMk/>
            <pc:sldMk cId="1427144636" sldId="296"/>
            <ac:spMk id="2" creationId="{BE46532C-C664-EA42-EAB7-3B6B83FA4253}"/>
          </ac:spMkLst>
        </pc:spChg>
        <pc:spChg chg="del">
          <ac:chgData name="Gusti Pangestu" userId="7768735c-5c0d-4d9b-b550-ead0b3c82a30" providerId="ADAL" clId="{5B41DB65-700D-47A1-82C0-71ED56D4F9A5}" dt="2022-12-13T07:00:46.535" v="238" actId="22"/>
          <ac:spMkLst>
            <pc:docMk/>
            <pc:sldMk cId="1427144636" sldId="296"/>
            <ac:spMk id="3" creationId="{A14F6DB3-2A29-C6E5-DD45-65367424A0BE}"/>
          </ac:spMkLst>
        </pc:spChg>
        <pc:spChg chg="add mod">
          <ac:chgData name="Gusti Pangestu" userId="7768735c-5c0d-4d9b-b550-ead0b3c82a30" providerId="ADAL" clId="{5B41DB65-700D-47A1-82C0-71ED56D4F9A5}" dt="2022-12-13T07:17:04.178" v="249" actId="20577"/>
          <ac:spMkLst>
            <pc:docMk/>
            <pc:sldMk cId="1427144636" sldId="296"/>
            <ac:spMk id="7" creationId="{48221900-651E-8E31-93B3-27B8CB393283}"/>
          </ac:spMkLst>
        </pc:spChg>
        <pc:picChg chg="add mod ord">
          <ac:chgData name="Gusti Pangestu" userId="7768735c-5c0d-4d9b-b550-ead0b3c82a30" providerId="ADAL" clId="{5B41DB65-700D-47A1-82C0-71ED56D4F9A5}" dt="2022-12-13T07:16:58.710" v="244" actId="1076"/>
          <ac:picMkLst>
            <pc:docMk/>
            <pc:sldMk cId="1427144636" sldId="296"/>
            <ac:picMk id="5" creationId="{6B588864-D85B-74F7-00F3-D1EB435A432C}"/>
          </ac:picMkLst>
        </pc:picChg>
      </pc:sldChg>
      <pc:sldChg chg="addSp delSp modSp new mod modClrScheme chgLayout">
        <pc:chgData name="Gusti Pangestu" userId="7768735c-5c0d-4d9b-b550-ead0b3c82a30" providerId="ADAL" clId="{5B41DB65-700D-47A1-82C0-71ED56D4F9A5}" dt="2022-12-20T09:11:33.990" v="670" actId="1076"/>
        <pc:sldMkLst>
          <pc:docMk/>
          <pc:sldMk cId="3694149620" sldId="296"/>
        </pc:sldMkLst>
        <pc:spChg chg="mod ord">
          <ac:chgData name="Gusti Pangestu" userId="7768735c-5c0d-4d9b-b550-ead0b3c82a30" providerId="ADAL" clId="{5B41DB65-700D-47A1-82C0-71ED56D4F9A5}" dt="2022-12-20T09:10:40.561" v="657" actId="700"/>
          <ac:spMkLst>
            <pc:docMk/>
            <pc:sldMk cId="3694149620" sldId="296"/>
            <ac:spMk id="2" creationId="{4E6B1B90-201D-29FD-A111-9226C35B531D}"/>
          </ac:spMkLst>
        </pc:spChg>
        <pc:spChg chg="del mod ord">
          <ac:chgData name="Gusti Pangestu" userId="7768735c-5c0d-4d9b-b550-ead0b3c82a30" providerId="ADAL" clId="{5B41DB65-700D-47A1-82C0-71ED56D4F9A5}" dt="2022-12-20T09:10:40.561" v="657" actId="700"/>
          <ac:spMkLst>
            <pc:docMk/>
            <pc:sldMk cId="3694149620" sldId="296"/>
            <ac:spMk id="3" creationId="{7B4ADE43-C048-7E29-61E9-18ABFC0BCC09}"/>
          </ac:spMkLst>
        </pc:spChg>
        <pc:spChg chg="del">
          <ac:chgData name="Gusti Pangestu" userId="7768735c-5c0d-4d9b-b550-ead0b3c82a30" providerId="ADAL" clId="{5B41DB65-700D-47A1-82C0-71ED56D4F9A5}" dt="2022-12-20T09:10:40.561" v="657" actId="700"/>
          <ac:spMkLst>
            <pc:docMk/>
            <pc:sldMk cId="3694149620" sldId="296"/>
            <ac:spMk id="4" creationId="{1A88B65E-A5FC-D160-F5FE-0A091B17505B}"/>
          </ac:spMkLst>
        </pc:spChg>
        <pc:spChg chg="add mod ord">
          <ac:chgData name="Gusti Pangestu" userId="7768735c-5c0d-4d9b-b550-ead0b3c82a30" providerId="ADAL" clId="{5B41DB65-700D-47A1-82C0-71ED56D4F9A5}" dt="2022-12-20T09:11:05.322" v="666" actId="20577"/>
          <ac:spMkLst>
            <pc:docMk/>
            <pc:sldMk cId="3694149620" sldId="296"/>
            <ac:spMk id="5" creationId="{73D5C01C-2BF9-807C-FD00-715C7BEC9FDD}"/>
          </ac:spMkLst>
        </pc:spChg>
        <pc:picChg chg="add mod">
          <ac:chgData name="Gusti Pangestu" userId="7768735c-5c0d-4d9b-b550-ead0b3c82a30" providerId="ADAL" clId="{5B41DB65-700D-47A1-82C0-71ED56D4F9A5}" dt="2022-12-20T09:11:24.614" v="668" actId="1076"/>
          <ac:picMkLst>
            <pc:docMk/>
            <pc:sldMk cId="3694149620" sldId="296"/>
            <ac:picMk id="7" creationId="{E69DCA4C-9356-F0F6-294C-F4BC30CC9FDB}"/>
          </ac:picMkLst>
        </pc:picChg>
        <pc:picChg chg="add mod">
          <ac:chgData name="Gusti Pangestu" userId="7768735c-5c0d-4d9b-b550-ead0b3c82a30" providerId="ADAL" clId="{5B41DB65-700D-47A1-82C0-71ED56D4F9A5}" dt="2022-12-20T09:11:33.990" v="670" actId="1076"/>
          <ac:picMkLst>
            <pc:docMk/>
            <pc:sldMk cId="3694149620" sldId="296"/>
            <ac:picMk id="9" creationId="{AD2DB4B9-DACB-63E6-98E8-479C5F2C0CF3}"/>
          </ac:picMkLst>
        </pc:picChg>
      </pc:sldChg>
      <pc:sldChg chg="addSp delSp modSp new mod">
        <pc:chgData name="Gusti Pangestu" userId="7768735c-5c0d-4d9b-b550-ead0b3c82a30" providerId="ADAL" clId="{5B41DB65-700D-47A1-82C0-71ED56D4F9A5}" dt="2022-12-20T09:12:13.602" v="683" actId="1076"/>
        <pc:sldMkLst>
          <pc:docMk/>
          <pc:sldMk cId="884566115" sldId="297"/>
        </pc:sldMkLst>
        <pc:spChg chg="del">
          <ac:chgData name="Gusti Pangestu" userId="7768735c-5c0d-4d9b-b550-ead0b3c82a30" providerId="ADAL" clId="{5B41DB65-700D-47A1-82C0-71ED56D4F9A5}" dt="2022-12-20T09:11:50.433" v="672" actId="478"/>
          <ac:spMkLst>
            <pc:docMk/>
            <pc:sldMk cId="884566115" sldId="297"/>
            <ac:spMk id="2" creationId="{2CCEE4C3-E87B-7B51-C4BE-54A41C829E28}"/>
          </ac:spMkLst>
        </pc:spChg>
        <pc:spChg chg="mod">
          <ac:chgData name="Gusti Pangestu" userId="7768735c-5c0d-4d9b-b550-ead0b3c82a30" providerId="ADAL" clId="{5B41DB65-700D-47A1-82C0-71ED56D4F9A5}" dt="2022-12-20T09:12:03.882" v="681" actId="20577"/>
          <ac:spMkLst>
            <pc:docMk/>
            <pc:sldMk cId="884566115" sldId="297"/>
            <ac:spMk id="3" creationId="{FB50A50E-B71B-884B-883B-5611D9E9C5EA}"/>
          </ac:spMkLst>
        </pc:spChg>
        <pc:picChg chg="add mod">
          <ac:chgData name="Gusti Pangestu" userId="7768735c-5c0d-4d9b-b550-ead0b3c82a30" providerId="ADAL" clId="{5B41DB65-700D-47A1-82C0-71ED56D4F9A5}" dt="2022-12-20T09:12:13.602" v="683" actId="1076"/>
          <ac:picMkLst>
            <pc:docMk/>
            <pc:sldMk cId="884566115" sldId="297"/>
            <ac:picMk id="5" creationId="{EE8B61DF-15FA-1A2A-25EB-7341CB919876}"/>
          </ac:picMkLst>
        </pc:picChg>
      </pc:sldChg>
      <pc:sldChg chg="del">
        <pc:chgData name="Gusti Pangestu" userId="7768735c-5c0d-4d9b-b550-ead0b3c82a30" providerId="ADAL" clId="{5B41DB65-700D-47A1-82C0-71ED56D4F9A5}" dt="2022-12-13T03:11:31.680" v="82" actId="47"/>
        <pc:sldMkLst>
          <pc:docMk/>
          <pc:sldMk cId="1886084347" sldId="297"/>
        </pc:sldMkLst>
      </pc:sldChg>
      <pc:sldChg chg="modSp new del mod">
        <pc:chgData name="Gusti Pangestu" userId="7768735c-5c0d-4d9b-b550-ead0b3c82a30" providerId="ADAL" clId="{5B41DB65-700D-47A1-82C0-71ED56D4F9A5}" dt="2022-12-19T07:00:28.069" v="441" actId="47"/>
        <pc:sldMkLst>
          <pc:docMk/>
          <pc:sldMk cId="3199163690" sldId="297"/>
        </pc:sldMkLst>
        <pc:spChg chg="mod">
          <ac:chgData name="Gusti Pangestu" userId="7768735c-5c0d-4d9b-b550-ead0b3c82a30" providerId="ADAL" clId="{5B41DB65-700D-47A1-82C0-71ED56D4F9A5}" dt="2022-12-13T07:17:38.343" v="274" actId="20577"/>
          <ac:spMkLst>
            <pc:docMk/>
            <pc:sldMk cId="3199163690" sldId="297"/>
            <ac:spMk id="2" creationId="{AEAF68ED-16B2-A332-F7F8-1B876FA8B3ED}"/>
          </ac:spMkLst>
        </pc:spChg>
        <pc:spChg chg="mod">
          <ac:chgData name="Gusti Pangestu" userId="7768735c-5c0d-4d9b-b550-ead0b3c82a30" providerId="ADAL" clId="{5B41DB65-700D-47A1-82C0-71ED56D4F9A5}" dt="2022-12-15T02:39:07.381" v="316" actId="20577"/>
          <ac:spMkLst>
            <pc:docMk/>
            <pc:sldMk cId="3199163690" sldId="297"/>
            <ac:spMk id="3" creationId="{7039254E-4D37-9EB1-357D-8B4FB4DE5AC8}"/>
          </ac:spMkLst>
        </pc:spChg>
      </pc:sldChg>
      <pc:sldChg chg="del">
        <pc:chgData name="Gusti Pangestu" userId="7768735c-5c0d-4d9b-b550-ead0b3c82a30" providerId="ADAL" clId="{5B41DB65-700D-47A1-82C0-71ED56D4F9A5}" dt="2022-12-13T03:11:31.680" v="82" actId="47"/>
        <pc:sldMkLst>
          <pc:docMk/>
          <pc:sldMk cId="619452299" sldId="298"/>
        </pc:sldMkLst>
      </pc:sldChg>
      <pc:sldChg chg="delSp modSp new del mod">
        <pc:chgData name="Gusti Pangestu" userId="7768735c-5c0d-4d9b-b550-ead0b3c82a30" providerId="ADAL" clId="{5B41DB65-700D-47A1-82C0-71ED56D4F9A5}" dt="2022-12-19T07:00:28.069" v="441" actId="47"/>
        <pc:sldMkLst>
          <pc:docMk/>
          <pc:sldMk cId="825831769" sldId="298"/>
        </pc:sldMkLst>
        <pc:spChg chg="del">
          <ac:chgData name="Gusti Pangestu" userId="7768735c-5c0d-4d9b-b550-ead0b3c82a30" providerId="ADAL" clId="{5B41DB65-700D-47A1-82C0-71ED56D4F9A5}" dt="2022-12-15T02:36:32.797" v="292" actId="478"/>
          <ac:spMkLst>
            <pc:docMk/>
            <pc:sldMk cId="825831769" sldId="298"/>
            <ac:spMk id="2" creationId="{B460669F-09D7-05FF-4571-D81218E7669B}"/>
          </ac:spMkLst>
        </pc:spChg>
        <pc:spChg chg="mod">
          <ac:chgData name="Gusti Pangestu" userId="7768735c-5c0d-4d9b-b550-ead0b3c82a30" providerId="ADAL" clId="{5B41DB65-700D-47A1-82C0-71ED56D4F9A5}" dt="2022-12-15T02:38:21.330" v="304" actId="20577"/>
          <ac:spMkLst>
            <pc:docMk/>
            <pc:sldMk cId="825831769" sldId="298"/>
            <ac:spMk id="3" creationId="{66688416-D27F-B253-83E1-78C5DE252216}"/>
          </ac:spMkLst>
        </pc:spChg>
      </pc:sldChg>
      <pc:sldChg chg="modSp new mod">
        <pc:chgData name="Gusti Pangestu" userId="7768735c-5c0d-4d9b-b550-ead0b3c82a30" providerId="ADAL" clId="{5B41DB65-700D-47A1-82C0-71ED56D4F9A5}" dt="2022-12-20T09:18:10.400" v="708" actId="20577"/>
        <pc:sldMkLst>
          <pc:docMk/>
          <pc:sldMk cId="2522492386" sldId="298"/>
        </pc:sldMkLst>
        <pc:spChg chg="mod">
          <ac:chgData name="Gusti Pangestu" userId="7768735c-5c0d-4d9b-b550-ead0b3c82a30" providerId="ADAL" clId="{5B41DB65-700D-47A1-82C0-71ED56D4F9A5}" dt="2022-12-20T09:12:29.499" v="698" actId="20577"/>
          <ac:spMkLst>
            <pc:docMk/>
            <pc:sldMk cId="2522492386" sldId="298"/>
            <ac:spMk id="2" creationId="{78B78D31-C5D2-F636-A53A-4F7940FB10B2}"/>
          </ac:spMkLst>
        </pc:spChg>
        <pc:spChg chg="mod">
          <ac:chgData name="Gusti Pangestu" userId="7768735c-5c0d-4d9b-b550-ead0b3c82a30" providerId="ADAL" clId="{5B41DB65-700D-47A1-82C0-71ED56D4F9A5}" dt="2022-12-20T09:18:10.400" v="708" actId="20577"/>
          <ac:spMkLst>
            <pc:docMk/>
            <pc:sldMk cId="2522492386" sldId="298"/>
            <ac:spMk id="3" creationId="{1FB20163-7272-EBC8-8D63-03759948E208}"/>
          </ac:spMkLst>
        </pc:spChg>
      </pc:sldChg>
      <pc:sldChg chg="addSp delSp modSp new del mod">
        <pc:chgData name="Gusti Pangestu" userId="7768735c-5c0d-4d9b-b550-ead0b3c82a30" providerId="ADAL" clId="{5B41DB65-700D-47A1-82C0-71ED56D4F9A5}" dt="2022-12-19T07:00:28.069" v="441" actId="47"/>
        <pc:sldMkLst>
          <pc:docMk/>
          <pc:sldMk cId="1795252935" sldId="299"/>
        </pc:sldMkLst>
        <pc:spChg chg="del">
          <ac:chgData name="Gusti Pangestu" userId="7768735c-5c0d-4d9b-b550-ead0b3c82a30" providerId="ADAL" clId="{5B41DB65-700D-47A1-82C0-71ED56D4F9A5}" dt="2022-12-15T03:37:32" v="319" actId="478"/>
          <ac:spMkLst>
            <pc:docMk/>
            <pc:sldMk cId="1795252935" sldId="299"/>
            <ac:spMk id="2" creationId="{115E7836-13A0-8962-EA79-07F6224D5EFB}"/>
          </ac:spMkLst>
        </pc:spChg>
        <pc:spChg chg="del">
          <ac:chgData name="Gusti Pangestu" userId="7768735c-5c0d-4d9b-b550-ead0b3c82a30" providerId="ADAL" clId="{5B41DB65-700D-47A1-82C0-71ED56D4F9A5}" dt="2022-12-15T03:37:29.380" v="318" actId="22"/>
          <ac:spMkLst>
            <pc:docMk/>
            <pc:sldMk cId="1795252935" sldId="299"/>
            <ac:spMk id="3" creationId="{EB915AE6-E484-DBA8-58D0-27D8710A325D}"/>
          </ac:spMkLst>
        </pc:spChg>
        <pc:picChg chg="add mod ord">
          <ac:chgData name="Gusti Pangestu" userId="7768735c-5c0d-4d9b-b550-ead0b3c82a30" providerId="ADAL" clId="{5B41DB65-700D-47A1-82C0-71ED56D4F9A5}" dt="2022-12-15T03:37:42.605" v="322" actId="1076"/>
          <ac:picMkLst>
            <pc:docMk/>
            <pc:sldMk cId="1795252935" sldId="299"/>
            <ac:picMk id="5" creationId="{23653281-DD6A-EF61-4D8A-B7FF4EBA1154}"/>
          </ac:picMkLst>
        </pc:picChg>
      </pc:sldChg>
      <pc:sldChg chg="del">
        <pc:chgData name="Gusti Pangestu" userId="7768735c-5c0d-4d9b-b550-ead0b3c82a30" providerId="ADAL" clId="{5B41DB65-700D-47A1-82C0-71ED56D4F9A5}" dt="2022-12-13T03:11:31.680" v="82" actId="47"/>
        <pc:sldMkLst>
          <pc:docMk/>
          <pc:sldMk cId="2453569440" sldId="299"/>
        </pc:sldMkLst>
      </pc:sldChg>
      <pc:sldChg chg="modSp new mod">
        <pc:chgData name="Gusti Pangestu" userId="7768735c-5c0d-4d9b-b550-ead0b3c82a30" providerId="ADAL" clId="{5B41DB65-700D-47A1-82C0-71ED56D4F9A5}" dt="2022-12-28T03:09:48.531" v="726" actId="20577"/>
        <pc:sldMkLst>
          <pc:docMk/>
          <pc:sldMk cId="3274783935" sldId="299"/>
        </pc:sldMkLst>
        <pc:spChg chg="mod">
          <ac:chgData name="Gusti Pangestu" userId="7768735c-5c0d-4d9b-b550-ead0b3c82a30" providerId="ADAL" clId="{5B41DB65-700D-47A1-82C0-71ED56D4F9A5}" dt="2022-12-28T03:07:06.102" v="710"/>
          <ac:spMkLst>
            <pc:docMk/>
            <pc:sldMk cId="3274783935" sldId="299"/>
            <ac:spMk id="2" creationId="{D1405FAD-8CBE-0B67-137C-C8E2089F506B}"/>
          </ac:spMkLst>
        </pc:spChg>
        <pc:spChg chg="mod">
          <ac:chgData name="Gusti Pangestu" userId="7768735c-5c0d-4d9b-b550-ead0b3c82a30" providerId="ADAL" clId="{5B41DB65-700D-47A1-82C0-71ED56D4F9A5}" dt="2022-12-28T03:09:48.531" v="726" actId="20577"/>
          <ac:spMkLst>
            <pc:docMk/>
            <pc:sldMk cId="3274783935" sldId="299"/>
            <ac:spMk id="3" creationId="{ED7B41BC-7876-604B-6A32-CE33C7831350}"/>
          </ac:spMkLst>
        </pc:spChg>
      </pc:sldChg>
      <pc:sldChg chg="addSp modSp new mod modClrScheme chgLayout">
        <pc:chgData name="Gusti Pangestu" userId="7768735c-5c0d-4d9b-b550-ead0b3c82a30" providerId="ADAL" clId="{5B41DB65-700D-47A1-82C0-71ED56D4F9A5}" dt="2022-12-28T03:12:41.464" v="736" actId="26606"/>
        <pc:sldMkLst>
          <pc:docMk/>
          <pc:sldMk cId="239751891" sldId="300"/>
        </pc:sldMkLst>
        <pc:spChg chg="mod">
          <ac:chgData name="Gusti Pangestu" userId="7768735c-5c0d-4d9b-b550-ead0b3c82a30" providerId="ADAL" clId="{5B41DB65-700D-47A1-82C0-71ED56D4F9A5}" dt="2022-12-28T03:12:41.464" v="736" actId="26606"/>
          <ac:spMkLst>
            <pc:docMk/>
            <pc:sldMk cId="239751891" sldId="300"/>
            <ac:spMk id="2" creationId="{DF9416E5-5A4E-97EC-6C47-D1620F9355CA}"/>
          </ac:spMkLst>
        </pc:spChg>
        <pc:spChg chg="mod ord">
          <ac:chgData name="Gusti Pangestu" userId="7768735c-5c0d-4d9b-b550-ead0b3c82a30" providerId="ADAL" clId="{5B41DB65-700D-47A1-82C0-71ED56D4F9A5}" dt="2022-12-28T03:12:41.464" v="736" actId="26606"/>
          <ac:spMkLst>
            <pc:docMk/>
            <pc:sldMk cId="239751891" sldId="300"/>
            <ac:spMk id="3" creationId="{4326DC67-624D-5B8B-9E6C-C6F9689C3E5A}"/>
          </ac:spMkLst>
        </pc:spChg>
        <pc:picChg chg="add mod">
          <ac:chgData name="Gusti Pangestu" userId="7768735c-5c0d-4d9b-b550-ead0b3c82a30" providerId="ADAL" clId="{5B41DB65-700D-47A1-82C0-71ED56D4F9A5}" dt="2022-12-28T03:12:41.464" v="736" actId="26606"/>
          <ac:picMkLst>
            <pc:docMk/>
            <pc:sldMk cId="239751891" sldId="300"/>
            <ac:picMk id="5" creationId="{FC60B105-F182-1C1C-1F62-750DE43AD704}"/>
          </ac:picMkLst>
        </pc:picChg>
      </pc:sldChg>
      <pc:sldChg chg="del">
        <pc:chgData name="Gusti Pangestu" userId="7768735c-5c0d-4d9b-b550-ead0b3c82a30" providerId="ADAL" clId="{5B41DB65-700D-47A1-82C0-71ED56D4F9A5}" dt="2022-12-13T03:11:31.680" v="82" actId="47"/>
        <pc:sldMkLst>
          <pc:docMk/>
          <pc:sldMk cId="1455660998" sldId="300"/>
        </pc:sldMkLst>
      </pc:sldChg>
      <pc:sldChg chg="addSp modSp new del mod">
        <pc:chgData name="Gusti Pangestu" userId="7768735c-5c0d-4d9b-b550-ead0b3c82a30" providerId="ADAL" clId="{5B41DB65-700D-47A1-82C0-71ED56D4F9A5}" dt="2022-12-19T07:00:28.069" v="441" actId="47"/>
        <pc:sldMkLst>
          <pc:docMk/>
          <pc:sldMk cId="3208523139" sldId="300"/>
        </pc:sldMkLst>
        <pc:spChg chg="mod">
          <ac:chgData name="Gusti Pangestu" userId="7768735c-5c0d-4d9b-b550-ead0b3c82a30" providerId="ADAL" clId="{5B41DB65-700D-47A1-82C0-71ED56D4F9A5}" dt="2022-12-15T03:39:17.021" v="324"/>
          <ac:spMkLst>
            <pc:docMk/>
            <pc:sldMk cId="3208523139" sldId="300"/>
            <ac:spMk id="2" creationId="{6D5707AB-C364-65A9-C04C-48450FA0520A}"/>
          </ac:spMkLst>
        </pc:spChg>
        <pc:spChg chg="mod">
          <ac:chgData name="Gusti Pangestu" userId="7768735c-5c0d-4d9b-b550-ead0b3c82a30" providerId="ADAL" clId="{5B41DB65-700D-47A1-82C0-71ED56D4F9A5}" dt="2022-12-15T03:39:45.791" v="331" actId="20577"/>
          <ac:spMkLst>
            <pc:docMk/>
            <pc:sldMk cId="3208523139" sldId="300"/>
            <ac:spMk id="3" creationId="{40A9EE2F-1174-502C-FB58-E668F805078F}"/>
          </ac:spMkLst>
        </pc:spChg>
        <pc:picChg chg="add mod">
          <ac:chgData name="Gusti Pangestu" userId="7768735c-5c0d-4d9b-b550-ead0b3c82a30" providerId="ADAL" clId="{5B41DB65-700D-47A1-82C0-71ED56D4F9A5}" dt="2022-12-15T03:40:03.482" v="333" actId="1076"/>
          <ac:picMkLst>
            <pc:docMk/>
            <pc:sldMk cId="3208523139" sldId="300"/>
            <ac:picMk id="5" creationId="{2EC95407-B3B4-BA82-8DC4-19549DCBE6CF}"/>
          </ac:picMkLst>
        </pc:picChg>
      </pc:sldChg>
      <pc:sldChg chg="addSp delSp modSp new mod modClrScheme chgLayout">
        <pc:chgData name="Gusti Pangestu" userId="7768735c-5c0d-4d9b-b550-ead0b3c82a30" providerId="ADAL" clId="{5B41DB65-700D-47A1-82C0-71ED56D4F9A5}" dt="2022-12-28T03:14:31.630" v="750" actId="15"/>
        <pc:sldMkLst>
          <pc:docMk/>
          <pc:sldMk cId="479331611" sldId="301"/>
        </pc:sldMkLst>
        <pc:spChg chg="del mod ord">
          <ac:chgData name="Gusti Pangestu" userId="7768735c-5c0d-4d9b-b550-ead0b3c82a30" providerId="ADAL" clId="{5B41DB65-700D-47A1-82C0-71ED56D4F9A5}" dt="2022-12-28T03:12:50.495" v="738" actId="700"/>
          <ac:spMkLst>
            <pc:docMk/>
            <pc:sldMk cId="479331611" sldId="301"/>
            <ac:spMk id="2" creationId="{F8CBACAA-44F4-8559-D7F6-6E8053FBC36A}"/>
          </ac:spMkLst>
        </pc:spChg>
        <pc:spChg chg="del mod ord">
          <ac:chgData name="Gusti Pangestu" userId="7768735c-5c0d-4d9b-b550-ead0b3c82a30" providerId="ADAL" clId="{5B41DB65-700D-47A1-82C0-71ED56D4F9A5}" dt="2022-12-28T03:12:50.495" v="738" actId="700"/>
          <ac:spMkLst>
            <pc:docMk/>
            <pc:sldMk cId="479331611" sldId="301"/>
            <ac:spMk id="3" creationId="{DD7A4C9B-D92A-E9E5-8C2C-38EA5636600A}"/>
          </ac:spMkLst>
        </pc:spChg>
        <pc:spChg chg="del">
          <ac:chgData name="Gusti Pangestu" userId="7768735c-5c0d-4d9b-b550-ead0b3c82a30" providerId="ADAL" clId="{5B41DB65-700D-47A1-82C0-71ED56D4F9A5}" dt="2022-12-28T03:12:50.495" v="738" actId="700"/>
          <ac:spMkLst>
            <pc:docMk/>
            <pc:sldMk cId="479331611" sldId="301"/>
            <ac:spMk id="4" creationId="{822968E0-6C4C-2239-DF34-014FFADCCC9C}"/>
          </ac:spMkLst>
        </pc:spChg>
        <pc:spChg chg="add mod ord">
          <ac:chgData name="Gusti Pangestu" userId="7768735c-5c0d-4d9b-b550-ead0b3c82a30" providerId="ADAL" clId="{5B41DB65-700D-47A1-82C0-71ED56D4F9A5}" dt="2022-12-28T03:12:57.232" v="739"/>
          <ac:spMkLst>
            <pc:docMk/>
            <pc:sldMk cId="479331611" sldId="301"/>
            <ac:spMk id="5" creationId="{78387E1E-79EB-7252-5842-7E940CAEBE3E}"/>
          </ac:spMkLst>
        </pc:spChg>
        <pc:spChg chg="add mod ord">
          <ac:chgData name="Gusti Pangestu" userId="7768735c-5c0d-4d9b-b550-ead0b3c82a30" providerId="ADAL" clId="{5B41DB65-700D-47A1-82C0-71ED56D4F9A5}" dt="2022-12-28T03:14:31.630" v="750" actId="15"/>
          <ac:spMkLst>
            <pc:docMk/>
            <pc:sldMk cId="479331611" sldId="301"/>
            <ac:spMk id="6" creationId="{F61728B4-6C33-7D9F-2D5E-A04D5839526E}"/>
          </ac:spMkLst>
        </pc:spChg>
      </pc:sldChg>
      <pc:sldChg chg="del">
        <pc:chgData name="Gusti Pangestu" userId="7768735c-5c0d-4d9b-b550-ead0b3c82a30" providerId="ADAL" clId="{5B41DB65-700D-47A1-82C0-71ED56D4F9A5}" dt="2022-12-13T03:11:31.680" v="82" actId="47"/>
        <pc:sldMkLst>
          <pc:docMk/>
          <pc:sldMk cId="1748253104" sldId="301"/>
        </pc:sldMkLst>
      </pc:sldChg>
      <pc:sldChg chg="addSp delSp modSp new del mod">
        <pc:chgData name="Gusti Pangestu" userId="7768735c-5c0d-4d9b-b550-ead0b3c82a30" providerId="ADAL" clId="{5B41DB65-700D-47A1-82C0-71ED56D4F9A5}" dt="2022-12-19T07:00:28.069" v="441" actId="47"/>
        <pc:sldMkLst>
          <pc:docMk/>
          <pc:sldMk cId="2650399632" sldId="301"/>
        </pc:sldMkLst>
        <pc:spChg chg="del">
          <ac:chgData name="Gusti Pangestu" userId="7768735c-5c0d-4d9b-b550-ead0b3c82a30" providerId="ADAL" clId="{5B41DB65-700D-47A1-82C0-71ED56D4F9A5}" dt="2022-12-15T03:40:15.866" v="335" actId="478"/>
          <ac:spMkLst>
            <pc:docMk/>
            <pc:sldMk cId="2650399632" sldId="301"/>
            <ac:spMk id="2" creationId="{7631DA81-7329-7CFF-1151-22A8406D57F5}"/>
          </ac:spMkLst>
        </pc:spChg>
        <pc:spChg chg="del mod">
          <ac:chgData name="Gusti Pangestu" userId="7768735c-5c0d-4d9b-b550-ead0b3c82a30" providerId="ADAL" clId="{5B41DB65-700D-47A1-82C0-71ED56D4F9A5}" dt="2022-12-15T03:40:19.907" v="337" actId="22"/>
          <ac:spMkLst>
            <pc:docMk/>
            <pc:sldMk cId="2650399632" sldId="301"/>
            <ac:spMk id="3" creationId="{984E4F3A-4C96-86B7-B262-08A065C4E657}"/>
          </ac:spMkLst>
        </pc:spChg>
        <pc:spChg chg="add mod">
          <ac:chgData name="Gusti Pangestu" userId="7768735c-5c0d-4d9b-b550-ead0b3c82a30" providerId="ADAL" clId="{5B41DB65-700D-47A1-82C0-71ED56D4F9A5}" dt="2022-12-15T03:55:42.197" v="369" actId="20577"/>
          <ac:spMkLst>
            <pc:docMk/>
            <pc:sldMk cId="2650399632" sldId="301"/>
            <ac:spMk id="7" creationId="{4130DD9F-AFAA-6BC2-D650-4746593B5895}"/>
          </ac:spMkLst>
        </pc:spChg>
        <pc:picChg chg="add mod ord">
          <ac:chgData name="Gusti Pangestu" userId="7768735c-5c0d-4d9b-b550-ead0b3c82a30" providerId="ADAL" clId="{5B41DB65-700D-47A1-82C0-71ED56D4F9A5}" dt="2022-12-15T03:55:38.597" v="367" actId="1076"/>
          <ac:picMkLst>
            <pc:docMk/>
            <pc:sldMk cId="2650399632" sldId="301"/>
            <ac:picMk id="5" creationId="{AD254505-7A6E-9D54-CD1C-C902CE19CB47}"/>
          </ac:picMkLst>
        </pc:picChg>
      </pc:sldChg>
      <pc:sldChg chg="addSp delSp modSp new mod modClrScheme chgLayout">
        <pc:chgData name="Gusti Pangestu" userId="7768735c-5c0d-4d9b-b550-ead0b3c82a30" providerId="ADAL" clId="{5B41DB65-700D-47A1-82C0-71ED56D4F9A5}" dt="2022-12-28T03:19:56.780" v="787" actId="20577"/>
        <pc:sldMkLst>
          <pc:docMk/>
          <pc:sldMk cId="1009324440" sldId="302"/>
        </pc:sldMkLst>
        <pc:spChg chg="del">
          <ac:chgData name="Gusti Pangestu" userId="7768735c-5c0d-4d9b-b550-ead0b3c82a30" providerId="ADAL" clId="{5B41DB65-700D-47A1-82C0-71ED56D4F9A5}" dt="2022-12-28T03:19:21.932" v="753" actId="478"/>
          <ac:spMkLst>
            <pc:docMk/>
            <pc:sldMk cId="1009324440" sldId="302"/>
            <ac:spMk id="2" creationId="{0C7C9D34-1A0D-FDAD-7B05-20399A108AC8}"/>
          </ac:spMkLst>
        </pc:spChg>
        <pc:spChg chg="del">
          <ac:chgData name="Gusti Pangestu" userId="7768735c-5c0d-4d9b-b550-ead0b3c82a30" providerId="ADAL" clId="{5B41DB65-700D-47A1-82C0-71ED56D4F9A5}" dt="2022-12-28T03:19:20.396" v="752" actId="22"/>
          <ac:spMkLst>
            <pc:docMk/>
            <pc:sldMk cId="1009324440" sldId="302"/>
            <ac:spMk id="3" creationId="{45E55800-7CB7-7092-0A29-7E408C23EE4F}"/>
          </ac:spMkLst>
        </pc:spChg>
        <pc:spChg chg="add mod">
          <ac:chgData name="Gusti Pangestu" userId="7768735c-5c0d-4d9b-b550-ead0b3c82a30" providerId="ADAL" clId="{5B41DB65-700D-47A1-82C0-71ED56D4F9A5}" dt="2022-12-28T03:19:38.036" v="755" actId="26606"/>
          <ac:spMkLst>
            <pc:docMk/>
            <pc:sldMk cId="1009324440" sldId="302"/>
            <ac:spMk id="7" creationId="{A9A79775-DB2F-2355-2BE3-EA3BFCFE0C09}"/>
          </ac:spMkLst>
        </pc:spChg>
        <pc:spChg chg="add mod">
          <ac:chgData name="Gusti Pangestu" userId="7768735c-5c0d-4d9b-b550-ead0b3c82a30" providerId="ADAL" clId="{5B41DB65-700D-47A1-82C0-71ED56D4F9A5}" dt="2022-12-28T03:19:56.780" v="787" actId="20577"/>
          <ac:spMkLst>
            <pc:docMk/>
            <pc:sldMk cId="1009324440" sldId="302"/>
            <ac:spMk id="12" creationId="{A6D2EB6D-325F-C7AB-A9C8-0F7E6256E4C6}"/>
          </ac:spMkLst>
        </pc:spChg>
        <pc:picChg chg="add mod ord">
          <ac:chgData name="Gusti Pangestu" userId="7768735c-5c0d-4d9b-b550-ead0b3c82a30" providerId="ADAL" clId="{5B41DB65-700D-47A1-82C0-71ED56D4F9A5}" dt="2022-12-28T03:19:38.036" v="755" actId="26606"/>
          <ac:picMkLst>
            <pc:docMk/>
            <pc:sldMk cId="1009324440" sldId="302"/>
            <ac:picMk id="5" creationId="{463BA27A-FEFE-E42C-57B4-A44AD37B4AD7}"/>
          </ac:picMkLst>
        </pc:picChg>
      </pc:sldChg>
      <pc:sldChg chg="addSp delSp modSp new del mod">
        <pc:chgData name="Gusti Pangestu" userId="7768735c-5c0d-4d9b-b550-ead0b3c82a30" providerId="ADAL" clId="{5B41DB65-700D-47A1-82C0-71ED56D4F9A5}" dt="2022-12-19T07:00:28.069" v="441" actId="47"/>
        <pc:sldMkLst>
          <pc:docMk/>
          <pc:sldMk cId="2512477534" sldId="302"/>
        </pc:sldMkLst>
        <pc:spChg chg="del">
          <ac:chgData name="Gusti Pangestu" userId="7768735c-5c0d-4d9b-b550-ead0b3c82a30" providerId="ADAL" clId="{5B41DB65-700D-47A1-82C0-71ED56D4F9A5}" dt="2022-12-15T03:55:33.810" v="366" actId="22"/>
          <ac:spMkLst>
            <pc:docMk/>
            <pc:sldMk cId="2512477534" sldId="302"/>
            <ac:spMk id="3" creationId="{048A7B65-A216-80DB-E505-C2097A1858AC}"/>
          </ac:spMkLst>
        </pc:spChg>
        <pc:spChg chg="add mod">
          <ac:chgData name="Gusti Pangestu" userId="7768735c-5c0d-4d9b-b550-ead0b3c82a30" providerId="ADAL" clId="{5B41DB65-700D-47A1-82C0-71ED56D4F9A5}" dt="2022-12-15T04:14:41.515" v="372" actId="20577"/>
          <ac:spMkLst>
            <pc:docMk/>
            <pc:sldMk cId="2512477534" sldId="302"/>
            <ac:spMk id="7" creationId="{4EDBBF1E-C82E-FC2D-12F4-925190F8277F}"/>
          </ac:spMkLst>
        </pc:spChg>
        <pc:picChg chg="add mod ord">
          <ac:chgData name="Gusti Pangestu" userId="7768735c-5c0d-4d9b-b550-ead0b3c82a30" providerId="ADAL" clId="{5B41DB65-700D-47A1-82C0-71ED56D4F9A5}" dt="2022-12-15T03:55:33.810" v="366" actId="22"/>
          <ac:picMkLst>
            <pc:docMk/>
            <pc:sldMk cId="2512477534" sldId="302"/>
            <ac:picMk id="5" creationId="{5CED19DA-D9F4-B43F-08E8-ED00934DA984}"/>
          </ac:picMkLst>
        </pc:picChg>
      </pc:sldChg>
      <pc:sldChg chg="del">
        <pc:chgData name="Gusti Pangestu" userId="7768735c-5c0d-4d9b-b550-ead0b3c82a30" providerId="ADAL" clId="{5B41DB65-700D-47A1-82C0-71ED56D4F9A5}" dt="2022-12-13T03:11:31.680" v="82" actId="47"/>
        <pc:sldMkLst>
          <pc:docMk/>
          <pc:sldMk cId="3386953599" sldId="302"/>
        </pc:sldMkLst>
      </pc:sldChg>
      <pc:sldChg chg="addSp delSp modSp new mod">
        <pc:chgData name="Gusti Pangestu" userId="7768735c-5c0d-4d9b-b550-ead0b3c82a30" providerId="ADAL" clId="{5B41DB65-700D-47A1-82C0-71ED56D4F9A5}" dt="2022-12-28T03:27:19.580" v="800" actId="22"/>
        <pc:sldMkLst>
          <pc:docMk/>
          <pc:sldMk cId="246410506" sldId="303"/>
        </pc:sldMkLst>
        <pc:spChg chg="mod">
          <ac:chgData name="Gusti Pangestu" userId="7768735c-5c0d-4d9b-b550-ead0b3c82a30" providerId="ADAL" clId="{5B41DB65-700D-47A1-82C0-71ED56D4F9A5}" dt="2022-12-28T03:26:35.849" v="789"/>
          <ac:spMkLst>
            <pc:docMk/>
            <pc:sldMk cId="246410506" sldId="303"/>
            <ac:spMk id="2" creationId="{A380A023-DFC3-D245-37CD-917279B3CBC2}"/>
          </ac:spMkLst>
        </pc:spChg>
        <pc:spChg chg="mod">
          <ac:chgData name="Gusti Pangestu" userId="7768735c-5c0d-4d9b-b550-ead0b3c82a30" providerId="ADAL" clId="{5B41DB65-700D-47A1-82C0-71ED56D4F9A5}" dt="2022-12-28T03:27:09.046" v="799" actId="20577"/>
          <ac:spMkLst>
            <pc:docMk/>
            <pc:sldMk cId="246410506" sldId="303"/>
            <ac:spMk id="3" creationId="{9B3D7D42-7672-DA57-62A6-850120BF9B4B}"/>
          </ac:spMkLst>
        </pc:spChg>
        <pc:spChg chg="del mod">
          <ac:chgData name="Gusti Pangestu" userId="7768735c-5c0d-4d9b-b550-ead0b3c82a30" providerId="ADAL" clId="{5B41DB65-700D-47A1-82C0-71ED56D4F9A5}" dt="2022-12-28T03:27:19.580" v="800" actId="22"/>
          <ac:spMkLst>
            <pc:docMk/>
            <pc:sldMk cId="246410506" sldId="303"/>
            <ac:spMk id="4" creationId="{46D1B4A2-A251-4312-603A-497D5477ADAB}"/>
          </ac:spMkLst>
        </pc:spChg>
        <pc:picChg chg="add mod ord">
          <ac:chgData name="Gusti Pangestu" userId="7768735c-5c0d-4d9b-b550-ead0b3c82a30" providerId="ADAL" clId="{5B41DB65-700D-47A1-82C0-71ED56D4F9A5}" dt="2022-12-28T03:27:19.580" v="800" actId="22"/>
          <ac:picMkLst>
            <pc:docMk/>
            <pc:sldMk cId="246410506" sldId="303"/>
            <ac:picMk id="6" creationId="{79AB3B32-EB61-E49C-F0FA-66719A48C87E}"/>
          </ac:picMkLst>
        </pc:picChg>
      </pc:sldChg>
      <pc:sldChg chg="modSp new del mod">
        <pc:chgData name="Gusti Pangestu" userId="7768735c-5c0d-4d9b-b550-ead0b3c82a30" providerId="ADAL" clId="{5B41DB65-700D-47A1-82C0-71ED56D4F9A5}" dt="2022-12-19T07:00:28.069" v="441" actId="47"/>
        <pc:sldMkLst>
          <pc:docMk/>
          <pc:sldMk cId="3773666171" sldId="303"/>
        </pc:sldMkLst>
        <pc:spChg chg="mod">
          <ac:chgData name="Gusti Pangestu" userId="7768735c-5c0d-4d9b-b550-ead0b3c82a30" providerId="ADAL" clId="{5B41DB65-700D-47A1-82C0-71ED56D4F9A5}" dt="2022-12-15T04:14:59.497" v="385" actId="20577"/>
          <ac:spMkLst>
            <pc:docMk/>
            <pc:sldMk cId="3773666171" sldId="303"/>
            <ac:spMk id="2" creationId="{3E5231D2-5EA0-5051-4895-8F9F5904DF66}"/>
          </ac:spMkLst>
        </pc:spChg>
        <pc:spChg chg="mod">
          <ac:chgData name="Gusti Pangestu" userId="7768735c-5c0d-4d9b-b550-ead0b3c82a30" providerId="ADAL" clId="{5B41DB65-700D-47A1-82C0-71ED56D4F9A5}" dt="2022-12-15T04:15:18.889" v="390" actId="12"/>
          <ac:spMkLst>
            <pc:docMk/>
            <pc:sldMk cId="3773666171" sldId="303"/>
            <ac:spMk id="3" creationId="{FCA768B8-2AAB-6453-544F-D245B9031A5E}"/>
          </ac:spMkLst>
        </pc:spChg>
      </pc:sldChg>
      <pc:sldChg chg="del">
        <pc:chgData name="Gusti Pangestu" userId="7768735c-5c0d-4d9b-b550-ead0b3c82a30" providerId="ADAL" clId="{5B41DB65-700D-47A1-82C0-71ED56D4F9A5}" dt="2022-12-13T03:11:31.680" v="82" actId="47"/>
        <pc:sldMkLst>
          <pc:docMk/>
          <pc:sldMk cId="4022305954" sldId="303"/>
        </pc:sldMkLst>
      </pc:sldChg>
      <pc:sldChg chg="new del">
        <pc:chgData name="Gusti Pangestu" userId="7768735c-5c0d-4d9b-b550-ead0b3c82a30" providerId="ADAL" clId="{5B41DB65-700D-47A1-82C0-71ED56D4F9A5}" dt="2022-12-28T03:37:53.043" v="802" actId="47"/>
        <pc:sldMkLst>
          <pc:docMk/>
          <pc:sldMk cId="516484586" sldId="304"/>
        </pc:sldMkLst>
      </pc:sldChg>
      <pc:sldChg chg="del">
        <pc:chgData name="Gusti Pangestu" userId="7768735c-5c0d-4d9b-b550-ead0b3c82a30" providerId="ADAL" clId="{5B41DB65-700D-47A1-82C0-71ED56D4F9A5}" dt="2022-12-13T03:11:31.680" v="82" actId="47"/>
        <pc:sldMkLst>
          <pc:docMk/>
          <pc:sldMk cId="2997571261" sldId="304"/>
        </pc:sldMkLst>
      </pc:sldChg>
      <pc:sldChg chg="modSp new del mod">
        <pc:chgData name="Gusti Pangestu" userId="7768735c-5c0d-4d9b-b550-ead0b3c82a30" providerId="ADAL" clId="{5B41DB65-700D-47A1-82C0-71ED56D4F9A5}" dt="2022-12-19T07:00:28.069" v="441" actId="47"/>
        <pc:sldMkLst>
          <pc:docMk/>
          <pc:sldMk cId="3509675218" sldId="304"/>
        </pc:sldMkLst>
        <pc:spChg chg="mod">
          <ac:chgData name="Gusti Pangestu" userId="7768735c-5c0d-4d9b-b550-ead0b3c82a30" providerId="ADAL" clId="{5B41DB65-700D-47A1-82C0-71ED56D4F9A5}" dt="2022-12-15T04:15:48.919" v="392"/>
          <ac:spMkLst>
            <pc:docMk/>
            <pc:sldMk cId="3509675218" sldId="304"/>
            <ac:spMk id="2" creationId="{1506FFC5-F7A5-6A61-4CD5-9039BC53F80C}"/>
          </ac:spMkLst>
        </pc:spChg>
        <pc:spChg chg="mod">
          <ac:chgData name="Gusti Pangestu" userId="7768735c-5c0d-4d9b-b550-ead0b3c82a30" providerId="ADAL" clId="{5B41DB65-700D-47A1-82C0-71ED56D4F9A5}" dt="2022-12-15T04:23:43.390" v="403" actId="20577"/>
          <ac:spMkLst>
            <pc:docMk/>
            <pc:sldMk cId="3509675218" sldId="304"/>
            <ac:spMk id="3" creationId="{610995E0-0B9E-F4CC-89F7-08D087C4A4AB}"/>
          </ac:spMkLst>
        </pc:spChg>
      </pc:sldChg>
      <pc:sldChg chg="modSp new del mod">
        <pc:chgData name="Gusti Pangestu" userId="7768735c-5c0d-4d9b-b550-ead0b3c82a30" providerId="ADAL" clId="{5B41DB65-700D-47A1-82C0-71ED56D4F9A5}" dt="2022-12-19T07:00:28.069" v="441" actId="47"/>
        <pc:sldMkLst>
          <pc:docMk/>
          <pc:sldMk cId="2106256166" sldId="305"/>
        </pc:sldMkLst>
        <pc:spChg chg="mod">
          <ac:chgData name="Gusti Pangestu" userId="7768735c-5c0d-4d9b-b550-ead0b3c82a30" providerId="ADAL" clId="{5B41DB65-700D-47A1-82C0-71ED56D4F9A5}" dt="2022-12-15T07:41:24.739" v="421" actId="20577"/>
          <ac:spMkLst>
            <pc:docMk/>
            <pc:sldMk cId="2106256166" sldId="305"/>
            <ac:spMk id="2" creationId="{A49D1033-266E-2A2F-CA2D-D97B7C990F71}"/>
          </ac:spMkLst>
        </pc:spChg>
        <pc:spChg chg="mod">
          <ac:chgData name="Gusti Pangestu" userId="7768735c-5c0d-4d9b-b550-ead0b3c82a30" providerId="ADAL" clId="{5B41DB65-700D-47A1-82C0-71ED56D4F9A5}" dt="2022-12-15T08:56:41.723" v="438" actId="20577"/>
          <ac:spMkLst>
            <pc:docMk/>
            <pc:sldMk cId="2106256166" sldId="305"/>
            <ac:spMk id="3" creationId="{BF8ADD34-F820-81CF-BBE8-F5D17A29953E}"/>
          </ac:spMkLst>
        </pc:spChg>
      </pc:sldChg>
      <pc:sldChg chg="del">
        <pc:chgData name="Gusti Pangestu" userId="7768735c-5c0d-4d9b-b550-ead0b3c82a30" providerId="ADAL" clId="{5B41DB65-700D-47A1-82C0-71ED56D4F9A5}" dt="2022-12-13T03:11:31.680" v="82" actId="47"/>
        <pc:sldMkLst>
          <pc:docMk/>
          <pc:sldMk cId="2557531081" sldId="305"/>
        </pc:sldMkLst>
      </pc:sldChg>
      <pc:sldChg chg="del">
        <pc:chgData name="Gusti Pangestu" userId="7768735c-5c0d-4d9b-b550-ead0b3c82a30" providerId="ADAL" clId="{5B41DB65-700D-47A1-82C0-71ED56D4F9A5}" dt="2022-12-13T03:11:31.680" v="82" actId="47"/>
        <pc:sldMkLst>
          <pc:docMk/>
          <pc:sldMk cId="2655063399" sldId="306"/>
        </pc:sldMkLst>
      </pc:sldChg>
      <pc:sldChg chg="new del">
        <pc:chgData name="Gusti Pangestu" userId="7768735c-5c0d-4d9b-b550-ead0b3c82a30" providerId="ADAL" clId="{5B41DB65-700D-47A1-82C0-71ED56D4F9A5}" dt="2022-12-19T06:50:21.383" v="440" actId="47"/>
        <pc:sldMkLst>
          <pc:docMk/>
          <pc:sldMk cId="3322359110" sldId="306"/>
        </pc:sldMkLst>
      </pc:sldChg>
    </pc:docChg>
  </pc:docChgLst>
  <pc:docChgLst>
    <pc:chgData name="Gusti Pangestu" userId="S::gusti.pangestu@binus.ac.id::7768735c-5c0d-4d9b-b550-ead0b3c82a30" providerId="AD" clId="Web-{720B1208-9882-69E9-F657-19234A5FB7AD}"/>
    <pc:docChg chg="addSld modSld modSection">
      <pc:chgData name="Gusti Pangestu" userId="S::gusti.pangestu@binus.ac.id::7768735c-5c0d-4d9b-b550-ead0b3c82a30" providerId="AD" clId="Web-{720B1208-9882-69E9-F657-19234A5FB7AD}" dt="2022-11-07T04:15:16.453" v="212" actId="1076"/>
      <pc:docMkLst>
        <pc:docMk/>
      </pc:docMkLst>
      <pc:sldChg chg="addSp modSp new">
        <pc:chgData name="Gusti Pangestu" userId="S::gusti.pangestu@binus.ac.id::7768735c-5c0d-4d9b-b550-ead0b3c82a30" providerId="AD" clId="Web-{720B1208-9882-69E9-F657-19234A5FB7AD}" dt="2022-11-07T02:51:41.133" v="46" actId="20577"/>
        <pc:sldMkLst>
          <pc:docMk/>
          <pc:sldMk cId="376018570" sldId="297"/>
        </pc:sldMkLst>
        <pc:spChg chg="mod">
          <ac:chgData name="Gusti Pangestu" userId="S::gusti.pangestu@binus.ac.id::7768735c-5c0d-4d9b-b550-ead0b3c82a30" providerId="AD" clId="Web-{720B1208-9882-69E9-F657-19234A5FB7AD}" dt="2022-11-07T02:36:32.044" v="7" actId="20577"/>
          <ac:spMkLst>
            <pc:docMk/>
            <pc:sldMk cId="376018570" sldId="297"/>
            <ac:spMk id="2" creationId="{3FB8F51D-0AF1-4954-6E17-C858D190F1F5}"/>
          </ac:spMkLst>
        </pc:spChg>
        <pc:spChg chg="mod">
          <ac:chgData name="Gusti Pangestu" userId="S::gusti.pangestu@binus.ac.id::7768735c-5c0d-4d9b-b550-ead0b3c82a30" providerId="AD" clId="Web-{720B1208-9882-69E9-F657-19234A5FB7AD}" dt="2022-11-07T02:51:41.133" v="46" actId="20577"/>
          <ac:spMkLst>
            <pc:docMk/>
            <pc:sldMk cId="376018570" sldId="297"/>
            <ac:spMk id="3" creationId="{DF3EF508-2D34-EC90-3ED2-7723798A827E}"/>
          </ac:spMkLst>
        </pc:spChg>
        <pc:picChg chg="add mod">
          <ac:chgData name="Gusti Pangestu" userId="S::gusti.pangestu@binus.ac.id::7768735c-5c0d-4d9b-b550-ead0b3c82a30" providerId="AD" clId="Web-{720B1208-9882-69E9-F657-19234A5FB7AD}" dt="2022-11-07T02:43:24.541" v="44" actId="1076"/>
          <ac:picMkLst>
            <pc:docMk/>
            <pc:sldMk cId="376018570" sldId="297"/>
            <ac:picMk id="4" creationId="{4AC7B8D5-2CD9-6A18-69FD-3C24769F69B9}"/>
          </ac:picMkLst>
        </pc:picChg>
      </pc:sldChg>
      <pc:sldChg chg="addSp modSp new">
        <pc:chgData name="Gusti Pangestu" userId="S::gusti.pangestu@binus.ac.id::7768735c-5c0d-4d9b-b550-ead0b3c82a30" providerId="AD" clId="Web-{720B1208-9882-69E9-F657-19234A5FB7AD}" dt="2022-11-07T03:18:34.417" v="69" actId="1076"/>
        <pc:sldMkLst>
          <pc:docMk/>
          <pc:sldMk cId="3645830168" sldId="298"/>
        </pc:sldMkLst>
        <pc:spChg chg="mod">
          <ac:chgData name="Gusti Pangestu" userId="S::gusti.pangestu@binus.ac.id::7768735c-5c0d-4d9b-b550-ead0b3c82a30" providerId="AD" clId="Web-{720B1208-9882-69E9-F657-19234A5FB7AD}" dt="2022-11-07T02:51:52.274" v="57" actId="20577"/>
          <ac:spMkLst>
            <pc:docMk/>
            <pc:sldMk cId="3645830168" sldId="298"/>
            <ac:spMk id="2" creationId="{F27A6D18-1819-B75D-CC84-BADB51EFAB51}"/>
          </ac:spMkLst>
        </pc:spChg>
        <pc:spChg chg="mod">
          <ac:chgData name="Gusti Pangestu" userId="S::gusti.pangestu@binus.ac.id::7768735c-5c0d-4d9b-b550-ead0b3c82a30" providerId="AD" clId="Web-{720B1208-9882-69E9-F657-19234A5FB7AD}" dt="2022-11-07T02:54:01.059" v="61" actId="20577"/>
          <ac:spMkLst>
            <pc:docMk/>
            <pc:sldMk cId="3645830168" sldId="298"/>
            <ac:spMk id="3" creationId="{B290B12B-36E5-5346-5482-B0C0014CEF1D}"/>
          </ac:spMkLst>
        </pc:spChg>
        <pc:picChg chg="add mod">
          <ac:chgData name="Gusti Pangestu" userId="S::gusti.pangestu@binus.ac.id::7768735c-5c0d-4d9b-b550-ead0b3c82a30" providerId="AD" clId="Web-{720B1208-9882-69E9-F657-19234A5FB7AD}" dt="2022-11-07T03:18:34.417" v="69" actId="1076"/>
          <ac:picMkLst>
            <pc:docMk/>
            <pc:sldMk cId="3645830168" sldId="298"/>
            <ac:picMk id="4" creationId="{CCBE6061-24B1-2596-577F-1BA17ED9EC7A}"/>
          </ac:picMkLst>
        </pc:picChg>
        <pc:picChg chg="add mod">
          <ac:chgData name="Gusti Pangestu" userId="S::gusti.pangestu@binus.ac.id::7768735c-5c0d-4d9b-b550-ead0b3c82a30" providerId="AD" clId="Web-{720B1208-9882-69E9-F657-19234A5FB7AD}" dt="2022-11-07T03:18:28.823" v="68" actId="1076"/>
          <ac:picMkLst>
            <pc:docMk/>
            <pc:sldMk cId="3645830168" sldId="298"/>
            <ac:picMk id="5" creationId="{F76CAC52-4AD4-2E03-2C20-F3867EC9F9BA}"/>
          </ac:picMkLst>
        </pc:picChg>
      </pc:sldChg>
      <pc:sldChg chg="addSp modSp new mod modClrScheme chgLayout">
        <pc:chgData name="Gusti Pangestu" userId="S::gusti.pangestu@binus.ac.id::7768735c-5c0d-4d9b-b550-ead0b3c82a30" providerId="AD" clId="Web-{720B1208-9882-69E9-F657-19234A5FB7AD}" dt="2022-11-07T03:24:18.756" v="93" actId="20577"/>
        <pc:sldMkLst>
          <pc:docMk/>
          <pc:sldMk cId="3162136664" sldId="299"/>
        </pc:sldMkLst>
        <pc:spChg chg="mod">
          <ac:chgData name="Gusti Pangestu" userId="S::gusti.pangestu@binus.ac.id::7768735c-5c0d-4d9b-b550-ead0b3c82a30" providerId="AD" clId="Web-{720B1208-9882-69E9-F657-19234A5FB7AD}" dt="2022-11-07T03:24:14.084" v="91"/>
          <ac:spMkLst>
            <pc:docMk/>
            <pc:sldMk cId="3162136664" sldId="299"/>
            <ac:spMk id="2" creationId="{60358CC2-0C23-5B54-284A-E599829AE9E3}"/>
          </ac:spMkLst>
        </pc:spChg>
        <pc:spChg chg="mod">
          <ac:chgData name="Gusti Pangestu" userId="S::gusti.pangestu@binus.ac.id::7768735c-5c0d-4d9b-b550-ead0b3c82a30" providerId="AD" clId="Web-{720B1208-9882-69E9-F657-19234A5FB7AD}" dt="2022-11-07T03:24:18.756" v="93" actId="20577"/>
          <ac:spMkLst>
            <pc:docMk/>
            <pc:sldMk cId="3162136664" sldId="299"/>
            <ac:spMk id="3" creationId="{348C4AD4-243B-5569-386D-DD1B60BAF281}"/>
          </ac:spMkLst>
        </pc:spChg>
        <pc:picChg chg="add mod">
          <ac:chgData name="Gusti Pangestu" userId="S::gusti.pangestu@binus.ac.id::7768735c-5c0d-4d9b-b550-ead0b3c82a30" providerId="AD" clId="Web-{720B1208-9882-69E9-F657-19234A5FB7AD}" dt="2022-11-07T03:24:14.084" v="91"/>
          <ac:picMkLst>
            <pc:docMk/>
            <pc:sldMk cId="3162136664" sldId="299"/>
            <ac:picMk id="4" creationId="{04B45CD0-8535-F48F-D421-937FB605DEE8}"/>
          </ac:picMkLst>
        </pc:picChg>
      </pc:sldChg>
      <pc:sldChg chg="addSp delSp modSp new mod modClrScheme chgLayout">
        <pc:chgData name="Gusti Pangestu" userId="S::gusti.pangestu@binus.ac.id::7768735c-5c0d-4d9b-b550-ead0b3c82a30" providerId="AD" clId="Web-{720B1208-9882-69E9-F657-19234A5FB7AD}" dt="2022-11-07T03:43:28.846" v="104" actId="14100"/>
        <pc:sldMkLst>
          <pc:docMk/>
          <pc:sldMk cId="2160808367" sldId="300"/>
        </pc:sldMkLst>
        <pc:spChg chg="del mod ord">
          <ac:chgData name="Gusti Pangestu" userId="S::gusti.pangestu@binus.ac.id::7768735c-5c0d-4d9b-b550-ead0b3c82a30" providerId="AD" clId="Web-{720B1208-9882-69E9-F657-19234A5FB7AD}" dt="2022-11-07T03:42:57.892" v="96"/>
          <ac:spMkLst>
            <pc:docMk/>
            <pc:sldMk cId="2160808367" sldId="300"/>
            <ac:spMk id="2" creationId="{485665A6-D376-0BBD-1379-41EA8A60FC49}"/>
          </ac:spMkLst>
        </pc:spChg>
        <pc:spChg chg="del mod ord">
          <ac:chgData name="Gusti Pangestu" userId="S::gusti.pangestu@binus.ac.id::7768735c-5c0d-4d9b-b550-ead0b3c82a30" providerId="AD" clId="Web-{720B1208-9882-69E9-F657-19234A5FB7AD}" dt="2022-11-07T03:43:02.377" v="98"/>
          <ac:spMkLst>
            <pc:docMk/>
            <pc:sldMk cId="2160808367" sldId="300"/>
            <ac:spMk id="3" creationId="{E604064E-C374-99CE-8018-B54ED49D7AFE}"/>
          </ac:spMkLst>
        </pc:spChg>
        <pc:spChg chg="del mod ord">
          <ac:chgData name="Gusti Pangestu" userId="S::gusti.pangestu@binus.ac.id::7768735c-5c0d-4d9b-b550-ead0b3c82a30" providerId="AD" clId="Web-{720B1208-9882-69E9-F657-19234A5FB7AD}" dt="2022-11-07T03:43:00.095" v="97"/>
          <ac:spMkLst>
            <pc:docMk/>
            <pc:sldMk cId="2160808367" sldId="300"/>
            <ac:spMk id="4" creationId="{431C6A07-88AC-6F08-9B1A-E7F5A578C17F}"/>
          </ac:spMkLst>
        </pc:spChg>
        <pc:picChg chg="add mod">
          <ac:chgData name="Gusti Pangestu" userId="S::gusti.pangestu@binus.ac.id::7768735c-5c0d-4d9b-b550-ead0b3c82a30" providerId="AD" clId="Web-{720B1208-9882-69E9-F657-19234A5FB7AD}" dt="2022-11-07T03:43:09.627" v="101" actId="14100"/>
          <ac:picMkLst>
            <pc:docMk/>
            <pc:sldMk cId="2160808367" sldId="300"/>
            <ac:picMk id="5" creationId="{8BEBC59A-2CEE-8AD6-9EAB-767B0B786D53}"/>
          </ac:picMkLst>
        </pc:picChg>
        <pc:picChg chg="add mod">
          <ac:chgData name="Gusti Pangestu" userId="S::gusti.pangestu@binus.ac.id::7768735c-5c0d-4d9b-b550-ead0b3c82a30" providerId="AD" clId="Web-{720B1208-9882-69E9-F657-19234A5FB7AD}" dt="2022-11-07T03:43:28.846" v="104" actId="14100"/>
          <ac:picMkLst>
            <pc:docMk/>
            <pc:sldMk cId="2160808367" sldId="300"/>
            <ac:picMk id="6" creationId="{D07FC423-437B-56A9-1A92-B80B987AB6F1}"/>
          </ac:picMkLst>
        </pc:picChg>
      </pc:sldChg>
      <pc:sldChg chg="addSp delSp modSp new mod modClrScheme chgLayout">
        <pc:chgData name="Gusti Pangestu" userId="S::gusti.pangestu@binus.ac.id::7768735c-5c0d-4d9b-b550-ead0b3c82a30" providerId="AD" clId="Web-{720B1208-9882-69E9-F657-19234A5FB7AD}" dt="2022-11-07T03:45:44.380" v="123" actId="1076"/>
        <pc:sldMkLst>
          <pc:docMk/>
          <pc:sldMk cId="2329439584" sldId="301"/>
        </pc:sldMkLst>
        <pc:spChg chg="mod ord">
          <ac:chgData name="Gusti Pangestu" userId="S::gusti.pangestu@binus.ac.id::7768735c-5c0d-4d9b-b550-ead0b3c82a30" providerId="AD" clId="Web-{720B1208-9882-69E9-F657-19234A5FB7AD}" dt="2022-11-07T03:45:30.067" v="121"/>
          <ac:spMkLst>
            <pc:docMk/>
            <pc:sldMk cId="2329439584" sldId="301"/>
            <ac:spMk id="2" creationId="{1184D16E-E8B0-316B-4806-0E51BE1D90AA}"/>
          </ac:spMkLst>
        </pc:spChg>
        <pc:spChg chg="mod ord">
          <ac:chgData name="Gusti Pangestu" userId="S::gusti.pangestu@binus.ac.id::7768735c-5c0d-4d9b-b550-ead0b3c82a30" providerId="AD" clId="Web-{720B1208-9882-69E9-F657-19234A5FB7AD}" dt="2022-11-07T03:45:30.067" v="121"/>
          <ac:spMkLst>
            <pc:docMk/>
            <pc:sldMk cId="2329439584" sldId="301"/>
            <ac:spMk id="3" creationId="{E9F14B17-9D15-E8C7-2578-5D3D47B36C23}"/>
          </ac:spMkLst>
        </pc:spChg>
        <pc:spChg chg="del">
          <ac:chgData name="Gusti Pangestu" userId="S::gusti.pangestu@binus.ac.id::7768735c-5c0d-4d9b-b550-ead0b3c82a30" providerId="AD" clId="Web-{720B1208-9882-69E9-F657-19234A5FB7AD}" dt="2022-11-07T03:43:38.846" v="106"/>
          <ac:spMkLst>
            <pc:docMk/>
            <pc:sldMk cId="2329439584" sldId="301"/>
            <ac:spMk id="4" creationId="{4309DA00-CCF1-E31C-85D6-71197B1EA479}"/>
          </ac:spMkLst>
        </pc:spChg>
        <pc:picChg chg="add mod">
          <ac:chgData name="Gusti Pangestu" userId="S::gusti.pangestu@binus.ac.id::7768735c-5c0d-4d9b-b550-ead0b3c82a30" providerId="AD" clId="Web-{720B1208-9882-69E9-F657-19234A5FB7AD}" dt="2022-11-07T03:45:44.380" v="123" actId="1076"/>
          <ac:picMkLst>
            <pc:docMk/>
            <pc:sldMk cId="2329439584" sldId="301"/>
            <ac:picMk id="5" creationId="{88F2C4A4-D825-F29C-29BE-69B3A02A8E0A}"/>
          </ac:picMkLst>
        </pc:picChg>
      </pc:sldChg>
      <pc:sldChg chg="addSp delSp modSp new">
        <pc:chgData name="Gusti Pangestu" userId="S::gusti.pangestu@binus.ac.id::7768735c-5c0d-4d9b-b550-ead0b3c82a30" providerId="AD" clId="Web-{720B1208-9882-69E9-F657-19234A5FB7AD}" dt="2022-11-07T04:02:44.232" v="142" actId="14100"/>
        <pc:sldMkLst>
          <pc:docMk/>
          <pc:sldMk cId="4132436519" sldId="302"/>
        </pc:sldMkLst>
        <pc:spChg chg="mod">
          <ac:chgData name="Gusti Pangestu" userId="S::gusti.pangestu@binus.ac.id::7768735c-5c0d-4d9b-b550-ead0b3c82a30" providerId="AD" clId="Web-{720B1208-9882-69E9-F657-19234A5FB7AD}" dt="2022-11-07T04:02:17.091" v="138" actId="1076"/>
          <ac:spMkLst>
            <pc:docMk/>
            <pc:sldMk cId="4132436519" sldId="302"/>
            <ac:spMk id="2" creationId="{E4223A33-B402-D4B3-7F0B-4D83B155F8FB}"/>
          </ac:spMkLst>
        </pc:spChg>
        <pc:spChg chg="mod">
          <ac:chgData name="Gusti Pangestu" userId="S::gusti.pangestu@binus.ac.id::7768735c-5c0d-4d9b-b550-ead0b3c82a30" providerId="AD" clId="Web-{720B1208-9882-69E9-F657-19234A5FB7AD}" dt="2022-11-07T04:01:54.668" v="136" actId="20577"/>
          <ac:spMkLst>
            <pc:docMk/>
            <pc:sldMk cId="4132436519" sldId="302"/>
            <ac:spMk id="3" creationId="{B3F8583D-BD57-8AAE-90C6-2141751B5207}"/>
          </ac:spMkLst>
        </pc:spChg>
        <pc:spChg chg="del mod">
          <ac:chgData name="Gusti Pangestu" userId="S::gusti.pangestu@binus.ac.id::7768735c-5c0d-4d9b-b550-ead0b3c82a30" providerId="AD" clId="Web-{720B1208-9882-69E9-F657-19234A5FB7AD}" dt="2022-11-07T04:02:12.278" v="137"/>
          <ac:spMkLst>
            <pc:docMk/>
            <pc:sldMk cId="4132436519" sldId="302"/>
            <ac:spMk id="4" creationId="{001CCB93-0BEC-A072-124D-9CB1E8E8BAB4}"/>
          </ac:spMkLst>
        </pc:spChg>
        <pc:picChg chg="add mod ord">
          <ac:chgData name="Gusti Pangestu" userId="S::gusti.pangestu@binus.ac.id::7768735c-5c0d-4d9b-b550-ead0b3c82a30" providerId="AD" clId="Web-{720B1208-9882-69E9-F657-19234A5FB7AD}" dt="2022-11-07T04:02:21.341" v="139" actId="1076"/>
          <ac:picMkLst>
            <pc:docMk/>
            <pc:sldMk cId="4132436519" sldId="302"/>
            <ac:picMk id="5" creationId="{6803A791-4174-5AF6-16A0-4FA8CF482533}"/>
          </ac:picMkLst>
        </pc:picChg>
        <pc:picChg chg="add mod">
          <ac:chgData name="Gusti Pangestu" userId="S::gusti.pangestu@binus.ac.id::7768735c-5c0d-4d9b-b550-ead0b3c82a30" providerId="AD" clId="Web-{720B1208-9882-69E9-F657-19234A5FB7AD}" dt="2022-11-07T04:02:44.232" v="142" actId="14100"/>
          <ac:picMkLst>
            <pc:docMk/>
            <pc:sldMk cId="4132436519" sldId="302"/>
            <ac:picMk id="6" creationId="{754B0C7E-2993-1CB6-01F6-46BE489DC6AA}"/>
          </ac:picMkLst>
        </pc:picChg>
      </pc:sldChg>
      <pc:sldChg chg="delSp modSp new mod modClrScheme chgLayout">
        <pc:chgData name="Gusti Pangestu" userId="S::gusti.pangestu@binus.ac.id::7768735c-5c0d-4d9b-b550-ead0b3c82a30" providerId="AD" clId="Web-{720B1208-9882-69E9-F657-19234A5FB7AD}" dt="2022-11-07T04:05:46.096" v="163" actId="20577"/>
        <pc:sldMkLst>
          <pc:docMk/>
          <pc:sldMk cId="4173901416" sldId="303"/>
        </pc:sldMkLst>
        <pc:spChg chg="mod ord">
          <ac:chgData name="Gusti Pangestu" userId="S::gusti.pangestu@binus.ac.id::7768735c-5c0d-4d9b-b550-ead0b3c82a30" providerId="AD" clId="Web-{720B1208-9882-69E9-F657-19234A5FB7AD}" dt="2022-11-07T04:03:05.107" v="151"/>
          <ac:spMkLst>
            <pc:docMk/>
            <pc:sldMk cId="4173901416" sldId="303"/>
            <ac:spMk id="2" creationId="{7FB49A5B-ECAF-EBBC-3873-FB348245361C}"/>
          </ac:spMkLst>
        </pc:spChg>
        <pc:spChg chg="mod ord">
          <ac:chgData name="Gusti Pangestu" userId="S::gusti.pangestu@binus.ac.id::7768735c-5c0d-4d9b-b550-ead0b3c82a30" providerId="AD" clId="Web-{720B1208-9882-69E9-F657-19234A5FB7AD}" dt="2022-11-07T04:05:46.096" v="163" actId="20577"/>
          <ac:spMkLst>
            <pc:docMk/>
            <pc:sldMk cId="4173901416" sldId="303"/>
            <ac:spMk id="3" creationId="{2A63F7BD-5F34-FF40-B3E7-06BA317A5E89}"/>
          </ac:spMkLst>
        </pc:spChg>
        <pc:spChg chg="del">
          <ac:chgData name="Gusti Pangestu" userId="S::gusti.pangestu@binus.ac.id::7768735c-5c0d-4d9b-b550-ead0b3c82a30" providerId="AD" clId="Web-{720B1208-9882-69E9-F657-19234A5FB7AD}" dt="2022-11-07T04:03:05.107" v="151"/>
          <ac:spMkLst>
            <pc:docMk/>
            <pc:sldMk cId="4173901416" sldId="303"/>
            <ac:spMk id="4" creationId="{4AE121A9-4D45-4B4A-803F-484E11F8DE77}"/>
          </ac:spMkLst>
        </pc:spChg>
      </pc:sldChg>
      <pc:sldChg chg="addSp delSp modSp new mod modClrScheme chgLayout">
        <pc:chgData name="Gusti Pangestu" userId="S::gusti.pangestu@binus.ac.id::7768735c-5c0d-4d9b-b550-ead0b3c82a30" providerId="AD" clId="Web-{720B1208-9882-69E9-F657-19234A5FB7AD}" dt="2022-11-07T04:13:23.512" v="188"/>
        <pc:sldMkLst>
          <pc:docMk/>
          <pc:sldMk cId="2940983348" sldId="304"/>
        </pc:sldMkLst>
        <pc:spChg chg="mod">
          <ac:chgData name="Gusti Pangestu" userId="S::gusti.pangestu@binus.ac.id::7768735c-5c0d-4d9b-b550-ead0b3c82a30" providerId="AD" clId="Web-{720B1208-9882-69E9-F657-19234A5FB7AD}" dt="2022-11-07T04:10:41.556" v="183"/>
          <ac:spMkLst>
            <pc:docMk/>
            <pc:sldMk cId="2940983348" sldId="304"/>
            <ac:spMk id="2" creationId="{C4788C68-CDFF-DA28-8C83-678B0CE52CE8}"/>
          </ac:spMkLst>
        </pc:spChg>
        <pc:spChg chg="mod">
          <ac:chgData name="Gusti Pangestu" userId="S::gusti.pangestu@binus.ac.id::7768735c-5c0d-4d9b-b550-ead0b3c82a30" providerId="AD" clId="Web-{720B1208-9882-69E9-F657-19234A5FB7AD}" dt="2022-11-07T04:10:41.556" v="183"/>
          <ac:spMkLst>
            <pc:docMk/>
            <pc:sldMk cId="2940983348" sldId="304"/>
            <ac:spMk id="3" creationId="{C903FC3C-F322-D478-CB29-DB8CC921E64B}"/>
          </ac:spMkLst>
        </pc:spChg>
        <pc:spChg chg="add del mod">
          <ac:chgData name="Gusti Pangestu" userId="S::gusti.pangestu@binus.ac.id::7768735c-5c0d-4d9b-b550-ead0b3c82a30" providerId="AD" clId="Web-{720B1208-9882-69E9-F657-19234A5FB7AD}" dt="2022-11-07T04:13:23.512" v="188"/>
          <ac:spMkLst>
            <pc:docMk/>
            <pc:sldMk cId="2940983348" sldId="304"/>
            <ac:spMk id="5" creationId="{18185BE2-DC0A-FFB7-C401-9168162AC7BF}"/>
          </ac:spMkLst>
        </pc:spChg>
        <pc:picChg chg="add mod">
          <ac:chgData name="Gusti Pangestu" userId="S::gusti.pangestu@binus.ac.id::7768735c-5c0d-4d9b-b550-ead0b3c82a30" providerId="AD" clId="Web-{720B1208-9882-69E9-F657-19234A5FB7AD}" dt="2022-11-07T04:10:41.556" v="183"/>
          <ac:picMkLst>
            <pc:docMk/>
            <pc:sldMk cId="2940983348" sldId="304"/>
            <ac:picMk id="4" creationId="{567927FE-17B5-C96D-0D82-DB6D5753586F}"/>
          </ac:picMkLst>
        </pc:picChg>
      </pc:sldChg>
      <pc:sldChg chg="new">
        <pc:chgData name="Gusti Pangestu" userId="S::gusti.pangestu@binus.ac.id::7768735c-5c0d-4d9b-b550-ead0b3c82a30" providerId="AD" clId="Web-{720B1208-9882-69E9-F657-19234A5FB7AD}" dt="2022-11-07T04:10:44.821" v="184"/>
        <pc:sldMkLst>
          <pc:docMk/>
          <pc:sldMk cId="654897096" sldId="305"/>
        </pc:sldMkLst>
      </pc:sldChg>
      <pc:sldChg chg="addSp delSp modSp new">
        <pc:chgData name="Gusti Pangestu" userId="S::gusti.pangestu@binus.ac.id::7768735c-5c0d-4d9b-b550-ead0b3c82a30" providerId="AD" clId="Web-{720B1208-9882-69E9-F657-19234A5FB7AD}" dt="2022-11-07T04:14:14.951" v="199"/>
        <pc:sldMkLst>
          <pc:docMk/>
          <pc:sldMk cId="4236229230" sldId="306"/>
        </pc:sldMkLst>
        <pc:spChg chg="mod">
          <ac:chgData name="Gusti Pangestu" userId="S::gusti.pangestu@binus.ac.id::7768735c-5c0d-4d9b-b550-ead0b3c82a30" providerId="AD" clId="Web-{720B1208-9882-69E9-F657-19234A5FB7AD}" dt="2022-11-07T04:13:41.919" v="190" actId="20577"/>
          <ac:spMkLst>
            <pc:docMk/>
            <pc:sldMk cId="4236229230" sldId="306"/>
            <ac:spMk id="2" creationId="{7A3642D9-5425-D77F-4AA1-75B9612D826D}"/>
          </ac:spMkLst>
        </pc:spChg>
        <pc:spChg chg="mod">
          <ac:chgData name="Gusti Pangestu" userId="S::gusti.pangestu@binus.ac.id::7768735c-5c0d-4d9b-b550-ead0b3c82a30" providerId="AD" clId="Web-{720B1208-9882-69E9-F657-19234A5FB7AD}" dt="2022-11-07T04:14:14.654" v="198" actId="20577"/>
          <ac:spMkLst>
            <pc:docMk/>
            <pc:sldMk cId="4236229230" sldId="306"/>
            <ac:spMk id="3" creationId="{7B356FCF-8845-F360-87D4-0F71479CE54C}"/>
          </ac:spMkLst>
        </pc:spChg>
        <pc:spChg chg="del mod">
          <ac:chgData name="Gusti Pangestu" userId="S::gusti.pangestu@binus.ac.id::7768735c-5c0d-4d9b-b550-ead0b3c82a30" providerId="AD" clId="Web-{720B1208-9882-69E9-F657-19234A5FB7AD}" dt="2022-11-07T04:14:14.951" v="199"/>
          <ac:spMkLst>
            <pc:docMk/>
            <pc:sldMk cId="4236229230" sldId="306"/>
            <ac:spMk id="4" creationId="{55E8D57B-6EE5-3B5B-F87A-C42C13E9B08D}"/>
          </ac:spMkLst>
        </pc:spChg>
        <pc:picChg chg="add mod ord">
          <ac:chgData name="Gusti Pangestu" userId="S::gusti.pangestu@binus.ac.id::7768735c-5c0d-4d9b-b550-ead0b3c82a30" providerId="AD" clId="Web-{720B1208-9882-69E9-F657-19234A5FB7AD}" dt="2022-11-07T04:14:14.951" v="199"/>
          <ac:picMkLst>
            <pc:docMk/>
            <pc:sldMk cId="4236229230" sldId="306"/>
            <ac:picMk id="5" creationId="{4829A912-79FA-DC2E-C81E-AC753C602E4E}"/>
          </ac:picMkLst>
        </pc:picChg>
      </pc:sldChg>
      <pc:sldChg chg="addSp delSp modSp new">
        <pc:chgData name="Gusti Pangestu" userId="S::gusti.pangestu@binus.ac.id::7768735c-5c0d-4d9b-b550-ead0b3c82a30" providerId="AD" clId="Web-{720B1208-9882-69E9-F657-19234A5FB7AD}" dt="2022-11-07T04:15:16.453" v="212" actId="1076"/>
        <pc:sldMkLst>
          <pc:docMk/>
          <pc:sldMk cId="868108864" sldId="307"/>
        </pc:sldMkLst>
        <pc:spChg chg="mod">
          <ac:chgData name="Gusti Pangestu" userId="S::gusti.pangestu@binus.ac.id::7768735c-5c0d-4d9b-b550-ead0b3c82a30" providerId="AD" clId="Web-{720B1208-9882-69E9-F657-19234A5FB7AD}" dt="2022-11-07T04:14:22.404" v="203" actId="20577"/>
          <ac:spMkLst>
            <pc:docMk/>
            <pc:sldMk cId="868108864" sldId="307"/>
            <ac:spMk id="2" creationId="{0E38D3F5-BD2C-FC62-AF24-18FFE2D734FF}"/>
          </ac:spMkLst>
        </pc:spChg>
        <pc:spChg chg="mod">
          <ac:chgData name="Gusti Pangestu" userId="S::gusti.pangestu@binus.ac.id::7768735c-5c0d-4d9b-b550-ead0b3c82a30" providerId="AD" clId="Web-{720B1208-9882-69E9-F657-19234A5FB7AD}" dt="2022-11-07T04:14:51.046" v="206" actId="20577"/>
          <ac:spMkLst>
            <pc:docMk/>
            <pc:sldMk cId="868108864" sldId="307"/>
            <ac:spMk id="3" creationId="{557FB63A-8217-6916-BC46-32DB265A2C53}"/>
          </ac:spMkLst>
        </pc:spChg>
        <pc:spChg chg="del">
          <ac:chgData name="Gusti Pangestu" userId="S::gusti.pangestu@binus.ac.id::7768735c-5c0d-4d9b-b550-ead0b3c82a30" providerId="AD" clId="Web-{720B1208-9882-69E9-F657-19234A5FB7AD}" dt="2022-11-07T04:14:51.327" v="207"/>
          <ac:spMkLst>
            <pc:docMk/>
            <pc:sldMk cId="868108864" sldId="307"/>
            <ac:spMk id="4" creationId="{BC04992C-BAA4-B274-C21C-1D0323B8983A}"/>
          </ac:spMkLst>
        </pc:spChg>
        <pc:picChg chg="add mod ord">
          <ac:chgData name="Gusti Pangestu" userId="S::gusti.pangestu@binus.ac.id::7768735c-5c0d-4d9b-b550-ead0b3c82a30" providerId="AD" clId="Web-{720B1208-9882-69E9-F657-19234A5FB7AD}" dt="2022-11-07T04:14:55.655" v="208" actId="1076"/>
          <ac:picMkLst>
            <pc:docMk/>
            <pc:sldMk cId="868108864" sldId="307"/>
            <ac:picMk id="5" creationId="{F34513C8-457D-4A23-81AC-B500639EF016}"/>
          </ac:picMkLst>
        </pc:picChg>
        <pc:picChg chg="add mod">
          <ac:chgData name="Gusti Pangestu" userId="S::gusti.pangestu@binus.ac.id::7768735c-5c0d-4d9b-b550-ead0b3c82a30" providerId="AD" clId="Web-{720B1208-9882-69E9-F657-19234A5FB7AD}" dt="2022-11-07T04:15:16.453" v="212" actId="1076"/>
          <ac:picMkLst>
            <pc:docMk/>
            <pc:sldMk cId="868108864" sldId="307"/>
            <ac:picMk id="6" creationId="{C5EB86F0-47F2-AD2B-D956-D419E5AD164E}"/>
          </ac:picMkLst>
        </pc:picChg>
      </pc:sldChg>
    </pc:docChg>
  </pc:docChgLst>
  <pc:docChgLst>
    <pc:chgData name="Gusti Pangestu" userId="S::gusti.pangestu@binus.ac.id::7768735c-5c0d-4d9b-b550-ead0b3c82a30" providerId="AD" clId="Web-{731F4634-1767-D2F4-7CC6-A07A3265D8B4}"/>
    <pc:docChg chg="addSld delSld modSld modSection">
      <pc:chgData name="Gusti Pangestu" userId="S::gusti.pangestu@binus.ac.id::7768735c-5c0d-4d9b-b550-ead0b3c82a30" providerId="AD" clId="Web-{731F4634-1767-D2F4-7CC6-A07A3265D8B4}" dt="2022-11-16T09:04:49.353" v="338"/>
      <pc:docMkLst>
        <pc:docMk/>
      </pc:docMkLst>
      <pc:sldChg chg="modSp">
        <pc:chgData name="Gusti Pangestu" userId="S::gusti.pangestu@binus.ac.id::7768735c-5c0d-4d9b-b550-ead0b3c82a30" providerId="AD" clId="Web-{731F4634-1767-D2F4-7CC6-A07A3265D8B4}" dt="2022-11-16T06:52:16.105" v="163" actId="20577"/>
        <pc:sldMkLst>
          <pc:docMk/>
          <pc:sldMk cId="109857222" sldId="258"/>
        </pc:sldMkLst>
        <pc:spChg chg="mod">
          <ac:chgData name="Gusti Pangestu" userId="S::gusti.pangestu@binus.ac.id::7768735c-5c0d-4d9b-b550-ead0b3c82a30" providerId="AD" clId="Web-{731F4634-1767-D2F4-7CC6-A07A3265D8B4}" dt="2022-11-16T06:52:16.105" v="163" actId="20577"/>
          <ac:spMkLst>
            <pc:docMk/>
            <pc:sldMk cId="109857222" sldId="258"/>
            <ac:spMk id="3" creationId="{00000000-0000-0000-0000-000000000000}"/>
          </ac:spMkLst>
        </pc:spChg>
      </pc:sldChg>
      <pc:sldChg chg="modSp">
        <pc:chgData name="Gusti Pangestu" userId="S::gusti.pangestu@binus.ac.id::7768735c-5c0d-4d9b-b550-ead0b3c82a30" providerId="AD" clId="Web-{731F4634-1767-D2F4-7CC6-A07A3265D8B4}" dt="2022-11-16T03:44:46.518" v="2" actId="20577"/>
        <pc:sldMkLst>
          <pc:docMk/>
          <pc:sldMk cId="1545682022" sldId="290"/>
        </pc:sldMkLst>
        <pc:spChg chg="mod">
          <ac:chgData name="Gusti Pangestu" userId="S::gusti.pangestu@binus.ac.id::7768735c-5c0d-4d9b-b550-ead0b3c82a30" providerId="AD" clId="Web-{731F4634-1767-D2F4-7CC6-A07A3265D8B4}" dt="2022-11-16T03:44:46.518" v="2" actId="20577"/>
          <ac:spMkLst>
            <pc:docMk/>
            <pc:sldMk cId="1545682022" sldId="290"/>
            <ac:spMk id="3" creationId="{CFBE6DC7-A61F-27FA-B9A7-7018AFBF0075}"/>
          </ac:spMkLst>
        </pc:spChg>
      </pc:sldChg>
      <pc:sldChg chg="modSp new">
        <pc:chgData name="Gusti Pangestu" userId="S::gusti.pangestu@binus.ac.id::7768735c-5c0d-4d9b-b550-ead0b3c82a30" providerId="AD" clId="Web-{731F4634-1767-D2F4-7CC6-A07A3265D8B4}" dt="2022-11-16T03:46:24.802" v="43" actId="20577"/>
        <pc:sldMkLst>
          <pc:docMk/>
          <pc:sldMk cId="1765197454" sldId="291"/>
        </pc:sldMkLst>
        <pc:spChg chg="mod">
          <ac:chgData name="Gusti Pangestu" userId="S::gusti.pangestu@binus.ac.id::7768735c-5c0d-4d9b-b550-ead0b3c82a30" providerId="AD" clId="Web-{731F4634-1767-D2F4-7CC6-A07A3265D8B4}" dt="2022-11-16T03:45:30.051" v="31" actId="20577"/>
          <ac:spMkLst>
            <pc:docMk/>
            <pc:sldMk cId="1765197454" sldId="291"/>
            <ac:spMk id="2" creationId="{C6AEFE48-B198-A7D0-6348-3645566C3D8F}"/>
          </ac:spMkLst>
        </pc:spChg>
        <pc:spChg chg="mod">
          <ac:chgData name="Gusti Pangestu" userId="S::gusti.pangestu@binus.ac.id::7768735c-5c0d-4d9b-b550-ead0b3c82a30" providerId="AD" clId="Web-{731F4634-1767-D2F4-7CC6-A07A3265D8B4}" dt="2022-11-16T03:46:24.802" v="43" actId="20577"/>
          <ac:spMkLst>
            <pc:docMk/>
            <pc:sldMk cId="1765197454" sldId="291"/>
            <ac:spMk id="3" creationId="{F33AE568-5F8F-2D9A-B17F-CCA4C6721E18}"/>
          </ac:spMkLst>
        </pc:spChg>
      </pc:sldChg>
      <pc:sldChg chg="del">
        <pc:chgData name="Gusti Pangestu" userId="S::gusti.pangestu@binus.ac.id::7768735c-5c0d-4d9b-b550-ead0b3c82a30" providerId="AD" clId="Web-{731F4634-1767-D2F4-7CC6-A07A3265D8B4}" dt="2022-11-16T03:44:51.018" v="24"/>
        <pc:sldMkLst>
          <pc:docMk/>
          <pc:sldMk cId="2068043843" sldId="291"/>
        </pc:sldMkLst>
      </pc:sldChg>
      <pc:sldChg chg="del">
        <pc:chgData name="Gusti Pangestu" userId="S::gusti.pangestu@binus.ac.id::7768735c-5c0d-4d9b-b550-ead0b3c82a30" providerId="AD" clId="Web-{731F4634-1767-D2F4-7CC6-A07A3265D8B4}" dt="2022-11-16T03:44:51.018" v="23"/>
        <pc:sldMkLst>
          <pc:docMk/>
          <pc:sldMk cId="181067477" sldId="292"/>
        </pc:sldMkLst>
      </pc:sldChg>
      <pc:sldChg chg="addSp delSp modSp new mod modClrScheme chgLayout">
        <pc:chgData name="Gusti Pangestu" userId="S::gusti.pangestu@binus.ac.id::7768735c-5c0d-4d9b-b550-ead0b3c82a30" providerId="AD" clId="Web-{731F4634-1767-D2F4-7CC6-A07A3265D8B4}" dt="2022-11-16T03:55:26.646" v="79" actId="14100"/>
        <pc:sldMkLst>
          <pc:docMk/>
          <pc:sldMk cId="3506783845" sldId="292"/>
        </pc:sldMkLst>
        <pc:spChg chg="del">
          <ac:chgData name="Gusti Pangestu" userId="S::gusti.pangestu@binus.ac.id::7768735c-5c0d-4d9b-b550-ead0b3c82a30" providerId="AD" clId="Web-{731F4634-1767-D2F4-7CC6-A07A3265D8B4}" dt="2022-11-16T03:47:31.789" v="45"/>
          <ac:spMkLst>
            <pc:docMk/>
            <pc:sldMk cId="3506783845" sldId="292"/>
            <ac:spMk id="2" creationId="{36CFE4A1-9406-F805-6272-1FD0F83B902A}"/>
          </ac:spMkLst>
        </pc:spChg>
        <pc:spChg chg="mod">
          <ac:chgData name="Gusti Pangestu" userId="S::gusti.pangestu@binus.ac.id::7768735c-5c0d-4d9b-b550-ead0b3c82a30" providerId="AD" clId="Web-{731F4634-1767-D2F4-7CC6-A07A3265D8B4}" dt="2022-11-16T03:55:06.989" v="74" actId="20577"/>
          <ac:spMkLst>
            <pc:docMk/>
            <pc:sldMk cId="3506783845" sldId="292"/>
            <ac:spMk id="3" creationId="{1A39E79B-87E1-4B48-741F-1094046F0F15}"/>
          </ac:spMkLst>
        </pc:spChg>
        <pc:spChg chg="add mod">
          <ac:chgData name="Gusti Pangestu" userId="S::gusti.pangestu@binus.ac.id::7768735c-5c0d-4d9b-b550-ead0b3c82a30" providerId="AD" clId="Web-{731F4634-1767-D2F4-7CC6-A07A3265D8B4}" dt="2022-11-16T03:48:06.415" v="65" actId="20577"/>
          <ac:spMkLst>
            <pc:docMk/>
            <pc:sldMk cId="3506783845" sldId="292"/>
            <ac:spMk id="9" creationId="{42BD2175-415E-7C5B-2CE2-49BCCF2158B2}"/>
          </ac:spMkLst>
        </pc:spChg>
        <pc:picChg chg="add mod">
          <ac:chgData name="Gusti Pangestu" userId="S::gusti.pangestu@binus.ac.id::7768735c-5c0d-4d9b-b550-ead0b3c82a30" providerId="AD" clId="Web-{731F4634-1767-D2F4-7CC6-A07A3265D8B4}" dt="2022-11-16T03:54:56.645" v="67" actId="1076"/>
          <ac:picMkLst>
            <pc:docMk/>
            <pc:sldMk cId="3506783845" sldId="292"/>
            <ac:picMk id="4" creationId="{8FA40C1F-FC6B-210D-37FC-35A8B3231006}"/>
          </ac:picMkLst>
        </pc:picChg>
        <pc:picChg chg="add mod">
          <ac:chgData name="Gusti Pangestu" userId="S::gusti.pangestu@binus.ac.id::7768735c-5c0d-4d9b-b550-ead0b3c82a30" providerId="AD" clId="Web-{731F4634-1767-D2F4-7CC6-A07A3265D8B4}" dt="2022-11-16T03:55:26.646" v="79" actId="14100"/>
          <ac:picMkLst>
            <pc:docMk/>
            <pc:sldMk cId="3506783845" sldId="292"/>
            <ac:picMk id="5" creationId="{D9078361-D59F-44AF-1B68-A4559F312AFD}"/>
          </ac:picMkLst>
        </pc:picChg>
      </pc:sldChg>
      <pc:sldChg chg="addSp delSp modSp new">
        <pc:chgData name="Gusti Pangestu" userId="S::gusti.pangestu@binus.ac.id::7768735c-5c0d-4d9b-b550-ead0b3c82a30" providerId="AD" clId="Web-{731F4634-1767-D2F4-7CC6-A07A3265D8B4}" dt="2022-11-16T04:12:46.692" v="116"/>
        <pc:sldMkLst>
          <pc:docMk/>
          <pc:sldMk cId="1023137893" sldId="293"/>
        </pc:sldMkLst>
        <pc:spChg chg="del">
          <ac:chgData name="Gusti Pangestu" userId="S::gusti.pangestu@binus.ac.id::7768735c-5c0d-4d9b-b550-ead0b3c82a30" providerId="AD" clId="Web-{731F4634-1767-D2F4-7CC6-A07A3265D8B4}" dt="2022-11-16T04:12:46.692" v="116"/>
          <ac:spMkLst>
            <pc:docMk/>
            <pc:sldMk cId="1023137893" sldId="293"/>
            <ac:spMk id="2" creationId="{5C5CAB32-3A7D-7E93-7521-4EEA73D57908}"/>
          </ac:spMkLst>
        </pc:spChg>
        <pc:spChg chg="mod">
          <ac:chgData name="Gusti Pangestu" userId="S::gusti.pangestu@binus.ac.id::7768735c-5c0d-4d9b-b550-ead0b3c82a30" providerId="AD" clId="Web-{731F4634-1767-D2F4-7CC6-A07A3265D8B4}" dt="2022-11-16T04:12:46.692" v="116"/>
          <ac:spMkLst>
            <pc:docMk/>
            <pc:sldMk cId="1023137893" sldId="293"/>
            <ac:spMk id="3" creationId="{520EB2C5-E55F-CF84-322E-5B3F67A92ED2}"/>
          </ac:spMkLst>
        </pc:spChg>
        <pc:spChg chg="del mod">
          <ac:chgData name="Gusti Pangestu" userId="S::gusti.pangestu@binus.ac.id::7768735c-5c0d-4d9b-b550-ead0b3c82a30" providerId="AD" clId="Web-{731F4634-1767-D2F4-7CC6-A07A3265D8B4}" dt="2022-11-16T04:12:43.864" v="115"/>
          <ac:spMkLst>
            <pc:docMk/>
            <pc:sldMk cId="1023137893" sldId="293"/>
            <ac:spMk id="4" creationId="{DB2E4289-FF07-CF4A-3B85-D33B1FDB1499}"/>
          </ac:spMkLst>
        </pc:spChg>
        <pc:spChg chg="add">
          <ac:chgData name="Gusti Pangestu" userId="S::gusti.pangestu@binus.ac.id::7768735c-5c0d-4d9b-b550-ead0b3c82a30" providerId="AD" clId="Web-{731F4634-1767-D2F4-7CC6-A07A3265D8B4}" dt="2022-11-16T04:12:46.692" v="116"/>
          <ac:spMkLst>
            <pc:docMk/>
            <pc:sldMk cId="1023137893" sldId="293"/>
            <ac:spMk id="10" creationId="{38C9C34E-D236-F09C-4A57-2242D77E2EAB}"/>
          </ac:spMkLst>
        </pc:spChg>
        <pc:picChg chg="add mod ord">
          <ac:chgData name="Gusti Pangestu" userId="S::gusti.pangestu@binus.ac.id::7768735c-5c0d-4d9b-b550-ead0b3c82a30" providerId="AD" clId="Web-{731F4634-1767-D2F4-7CC6-A07A3265D8B4}" dt="2022-11-16T04:12:46.692" v="116"/>
          <ac:picMkLst>
            <pc:docMk/>
            <pc:sldMk cId="1023137893" sldId="293"/>
            <ac:picMk id="5" creationId="{48CF6B61-EBC5-CC21-A68A-E267F9CCDA10}"/>
          </ac:picMkLst>
        </pc:picChg>
      </pc:sldChg>
      <pc:sldChg chg="del">
        <pc:chgData name="Gusti Pangestu" userId="S::gusti.pangestu@binus.ac.id::7768735c-5c0d-4d9b-b550-ead0b3c82a30" providerId="AD" clId="Web-{731F4634-1767-D2F4-7CC6-A07A3265D8B4}" dt="2022-11-16T03:44:51.018" v="22"/>
        <pc:sldMkLst>
          <pc:docMk/>
          <pc:sldMk cId="2629645314" sldId="293"/>
        </pc:sldMkLst>
      </pc:sldChg>
      <pc:sldChg chg="addSp delSp modSp new">
        <pc:chgData name="Gusti Pangestu" userId="S::gusti.pangestu@binus.ac.id::7768735c-5c0d-4d9b-b550-ead0b3c82a30" providerId="AD" clId="Web-{731F4634-1767-D2F4-7CC6-A07A3265D8B4}" dt="2022-11-16T04:10:31.329" v="101" actId="20577"/>
        <pc:sldMkLst>
          <pc:docMk/>
          <pc:sldMk cId="641680110" sldId="294"/>
        </pc:sldMkLst>
        <pc:spChg chg="mod">
          <ac:chgData name="Gusti Pangestu" userId="S::gusti.pangestu@binus.ac.id::7768735c-5c0d-4d9b-b550-ead0b3c82a30" providerId="AD" clId="Web-{731F4634-1767-D2F4-7CC6-A07A3265D8B4}" dt="2022-11-16T04:10:31.329" v="101" actId="20577"/>
          <ac:spMkLst>
            <pc:docMk/>
            <pc:sldMk cId="641680110" sldId="294"/>
            <ac:spMk id="2" creationId="{0FC8C279-7F77-79FE-FE69-7105421936B2}"/>
          </ac:spMkLst>
        </pc:spChg>
        <pc:spChg chg="del">
          <ac:chgData name="Gusti Pangestu" userId="S::gusti.pangestu@binus.ac.id::7768735c-5c0d-4d9b-b550-ead0b3c82a30" providerId="AD" clId="Web-{731F4634-1767-D2F4-7CC6-A07A3265D8B4}" dt="2022-11-16T04:09:11.483" v="81"/>
          <ac:spMkLst>
            <pc:docMk/>
            <pc:sldMk cId="641680110" sldId="294"/>
            <ac:spMk id="3" creationId="{9CB0ABD9-9ED8-A2A9-65C4-A04978B57500}"/>
          </ac:spMkLst>
        </pc:spChg>
        <pc:spChg chg="del">
          <ac:chgData name="Gusti Pangestu" userId="S::gusti.pangestu@binus.ac.id::7768735c-5c0d-4d9b-b550-ead0b3c82a30" providerId="AD" clId="Web-{731F4634-1767-D2F4-7CC6-A07A3265D8B4}" dt="2022-11-16T04:09:26.405" v="82"/>
          <ac:spMkLst>
            <pc:docMk/>
            <pc:sldMk cId="641680110" sldId="294"/>
            <ac:spMk id="4" creationId="{6E0ACB3A-68B2-0EB5-1FB8-1A990EBC903C}"/>
          </ac:spMkLst>
        </pc:spChg>
        <pc:spChg chg="add mod">
          <ac:chgData name="Gusti Pangestu" userId="S::gusti.pangestu@binus.ac.id::7768735c-5c0d-4d9b-b550-ead0b3c82a30" providerId="AD" clId="Web-{731F4634-1767-D2F4-7CC6-A07A3265D8B4}" dt="2022-11-16T04:10:20.297" v="94" actId="20577"/>
          <ac:spMkLst>
            <pc:docMk/>
            <pc:sldMk cId="641680110" sldId="294"/>
            <ac:spMk id="7" creationId="{A0DD2842-8BB9-0722-16A2-F59AA8BB06E0}"/>
          </ac:spMkLst>
        </pc:spChg>
        <pc:picChg chg="add mod ord">
          <ac:chgData name="Gusti Pangestu" userId="S::gusti.pangestu@binus.ac.id::7768735c-5c0d-4d9b-b550-ead0b3c82a30" providerId="AD" clId="Web-{731F4634-1767-D2F4-7CC6-A07A3265D8B4}" dt="2022-11-16T04:09:30.452" v="83" actId="1076"/>
          <ac:picMkLst>
            <pc:docMk/>
            <pc:sldMk cId="641680110" sldId="294"/>
            <ac:picMk id="5" creationId="{FC05BE57-EF52-A221-6B6E-3DEFB1D18F84}"/>
          </ac:picMkLst>
        </pc:picChg>
        <pc:picChg chg="add mod ord">
          <ac:chgData name="Gusti Pangestu" userId="S::gusti.pangestu@binus.ac.id::7768735c-5c0d-4d9b-b550-ead0b3c82a30" providerId="AD" clId="Web-{731F4634-1767-D2F4-7CC6-A07A3265D8B4}" dt="2022-11-16T04:09:39.624" v="85" actId="14100"/>
          <ac:picMkLst>
            <pc:docMk/>
            <pc:sldMk cId="641680110" sldId="294"/>
            <ac:picMk id="6" creationId="{426166E8-DABA-3232-2936-3873B1C7C2F6}"/>
          </ac:picMkLst>
        </pc:picChg>
      </pc:sldChg>
      <pc:sldChg chg="del">
        <pc:chgData name="Gusti Pangestu" userId="S::gusti.pangestu@binus.ac.id::7768735c-5c0d-4d9b-b550-ead0b3c82a30" providerId="AD" clId="Web-{731F4634-1767-D2F4-7CC6-A07A3265D8B4}" dt="2022-11-16T03:44:51.018" v="21"/>
        <pc:sldMkLst>
          <pc:docMk/>
          <pc:sldMk cId="3671522191" sldId="294"/>
        </pc:sldMkLst>
      </pc:sldChg>
      <pc:sldChg chg="delSp modSp new mod modClrScheme chgLayout">
        <pc:chgData name="Gusti Pangestu" userId="S::gusti.pangestu@binus.ac.id::7768735c-5c0d-4d9b-b550-ead0b3c82a30" providerId="AD" clId="Web-{731F4634-1767-D2F4-7CC6-A07A3265D8B4}" dt="2022-11-16T06:21:33.476" v="144" actId="20577"/>
        <pc:sldMkLst>
          <pc:docMk/>
          <pc:sldMk cId="1095013890" sldId="295"/>
        </pc:sldMkLst>
        <pc:spChg chg="mod ord">
          <ac:chgData name="Gusti Pangestu" userId="S::gusti.pangestu@binus.ac.id::7768735c-5c0d-4d9b-b550-ead0b3c82a30" providerId="AD" clId="Web-{731F4634-1767-D2F4-7CC6-A07A3265D8B4}" dt="2022-11-16T06:18:00.532" v="128"/>
          <ac:spMkLst>
            <pc:docMk/>
            <pc:sldMk cId="1095013890" sldId="295"/>
            <ac:spMk id="2" creationId="{7100939B-1912-19BF-95D6-921DA8E5B235}"/>
          </ac:spMkLst>
        </pc:spChg>
        <pc:spChg chg="mod ord">
          <ac:chgData name="Gusti Pangestu" userId="S::gusti.pangestu@binus.ac.id::7768735c-5c0d-4d9b-b550-ead0b3c82a30" providerId="AD" clId="Web-{731F4634-1767-D2F4-7CC6-A07A3265D8B4}" dt="2022-11-16T06:21:33.476" v="144" actId="20577"/>
          <ac:spMkLst>
            <pc:docMk/>
            <pc:sldMk cId="1095013890" sldId="295"/>
            <ac:spMk id="3" creationId="{5650DAAE-99C8-24A7-E56D-EAA1743C11FF}"/>
          </ac:spMkLst>
        </pc:spChg>
        <pc:spChg chg="del">
          <ac:chgData name="Gusti Pangestu" userId="S::gusti.pangestu@binus.ac.id::7768735c-5c0d-4d9b-b550-ead0b3c82a30" providerId="AD" clId="Web-{731F4634-1767-D2F4-7CC6-A07A3265D8B4}" dt="2022-11-16T06:18:00.532" v="128"/>
          <ac:spMkLst>
            <pc:docMk/>
            <pc:sldMk cId="1095013890" sldId="295"/>
            <ac:spMk id="4" creationId="{60A15FCE-373F-3B54-4AA8-57A3AB4F4236}"/>
          </ac:spMkLst>
        </pc:spChg>
      </pc:sldChg>
      <pc:sldChg chg="del">
        <pc:chgData name="Gusti Pangestu" userId="S::gusti.pangestu@binus.ac.id::7768735c-5c0d-4d9b-b550-ead0b3c82a30" providerId="AD" clId="Web-{731F4634-1767-D2F4-7CC6-A07A3265D8B4}" dt="2022-11-16T03:44:51.018" v="20"/>
        <pc:sldMkLst>
          <pc:docMk/>
          <pc:sldMk cId="3854135633" sldId="295"/>
        </pc:sldMkLst>
      </pc:sldChg>
      <pc:sldChg chg="addSp delSp modSp new">
        <pc:chgData name="Gusti Pangestu" userId="S::gusti.pangestu@binus.ac.id::7768735c-5c0d-4d9b-b550-ead0b3c82a30" providerId="AD" clId="Web-{731F4634-1767-D2F4-7CC6-A07A3265D8B4}" dt="2022-11-16T06:48:45.911" v="158" actId="14100"/>
        <pc:sldMkLst>
          <pc:docMk/>
          <pc:sldMk cId="1426729290" sldId="296"/>
        </pc:sldMkLst>
        <pc:spChg chg="del">
          <ac:chgData name="Gusti Pangestu" userId="S::gusti.pangestu@binus.ac.id::7768735c-5c0d-4d9b-b550-ead0b3c82a30" providerId="AD" clId="Web-{731F4634-1767-D2F4-7CC6-A07A3265D8B4}" dt="2022-11-16T06:48:01.238" v="149"/>
          <ac:spMkLst>
            <pc:docMk/>
            <pc:sldMk cId="1426729290" sldId="296"/>
            <ac:spMk id="2" creationId="{242478C7-E247-30D8-8F9A-E97E58D4AB4A}"/>
          </ac:spMkLst>
        </pc:spChg>
        <pc:spChg chg="mod">
          <ac:chgData name="Gusti Pangestu" userId="S::gusti.pangestu@binus.ac.id::7768735c-5c0d-4d9b-b550-ead0b3c82a30" providerId="AD" clId="Web-{731F4634-1767-D2F4-7CC6-A07A3265D8B4}" dt="2022-11-16T06:48:16.019" v="152" actId="20577"/>
          <ac:spMkLst>
            <pc:docMk/>
            <pc:sldMk cId="1426729290" sldId="296"/>
            <ac:spMk id="3" creationId="{554427B2-CDB4-2368-779F-A6E43BE8B3B8}"/>
          </ac:spMkLst>
        </pc:spChg>
        <pc:picChg chg="add mod">
          <ac:chgData name="Gusti Pangestu" userId="S::gusti.pangestu@binus.ac.id::7768735c-5c0d-4d9b-b550-ead0b3c82a30" providerId="AD" clId="Web-{731F4634-1767-D2F4-7CC6-A07A3265D8B4}" dt="2022-11-16T06:48:21.519" v="155" actId="1076"/>
          <ac:picMkLst>
            <pc:docMk/>
            <pc:sldMk cId="1426729290" sldId="296"/>
            <ac:picMk id="4" creationId="{06E7C50C-11F7-416A-B4B7-B918E750DE59}"/>
          </ac:picMkLst>
        </pc:picChg>
        <pc:picChg chg="add mod">
          <ac:chgData name="Gusti Pangestu" userId="S::gusti.pangestu@binus.ac.id::7768735c-5c0d-4d9b-b550-ead0b3c82a30" providerId="AD" clId="Web-{731F4634-1767-D2F4-7CC6-A07A3265D8B4}" dt="2022-11-16T06:48:45.911" v="158" actId="14100"/>
          <ac:picMkLst>
            <pc:docMk/>
            <pc:sldMk cId="1426729290" sldId="296"/>
            <ac:picMk id="5" creationId="{B2C445F9-F2F5-9D34-26B5-9CE6707E1A36}"/>
          </ac:picMkLst>
        </pc:picChg>
      </pc:sldChg>
      <pc:sldChg chg="del">
        <pc:chgData name="Gusti Pangestu" userId="S::gusti.pangestu@binus.ac.id::7768735c-5c0d-4d9b-b550-ead0b3c82a30" providerId="AD" clId="Web-{731F4634-1767-D2F4-7CC6-A07A3265D8B4}" dt="2022-11-16T03:44:51.018" v="19"/>
        <pc:sldMkLst>
          <pc:docMk/>
          <pc:sldMk cId="2826040258" sldId="296"/>
        </pc:sldMkLst>
      </pc:sldChg>
      <pc:sldChg chg="del">
        <pc:chgData name="Gusti Pangestu" userId="S::gusti.pangestu@binus.ac.id::7768735c-5c0d-4d9b-b550-ead0b3c82a30" providerId="AD" clId="Web-{731F4634-1767-D2F4-7CC6-A07A3265D8B4}" dt="2022-11-16T03:44:51.018" v="18"/>
        <pc:sldMkLst>
          <pc:docMk/>
          <pc:sldMk cId="1902739993" sldId="297"/>
        </pc:sldMkLst>
      </pc:sldChg>
      <pc:sldChg chg="addSp delSp modSp new">
        <pc:chgData name="Gusti Pangestu" userId="S::gusti.pangestu@binus.ac.id::7768735c-5c0d-4d9b-b550-ead0b3c82a30" providerId="AD" clId="Web-{731F4634-1767-D2F4-7CC6-A07A3265D8B4}" dt="2022-11-16T07:08:19.385" v="176" actId="14100"/>
        <pc:sldMkLst>
          <pc:docMk/>
          <pc:sldMk cId="2467367817" sldId="297"/>
        </pc:sldMkLst>
        <pc:spChg chg="del">
          <ac:chgData name="Gusti Pangestu" userId="S::gusti.pangestu@binus.ac.id::7768735c-5c0d-4d9b-b550-ead0b3c82a30" providerId="AD" clId="Web-{731F4634-1767-D2F4-7CC6-A07A3265D8B4}" dt="2022-11-16T07:07:32.805" v="169"/>
          <ac:spMkLst>
            <pc:docMk/>
            <pc:sldMk cId="2467367817" sldId="297"/>
            <ac:spMk id="2" creationId="{98625238-0B54-6570-ACD5-C6A452E4C664}"/>
          </ac:spMkLst>
        </pc:spChg>
        <pc:spChg chg="del mod">
          <ac:chgData name="Gusti Pangestu" userId="S::gusti.pangestu@binus.ac.id::7768735c-5c0d-4d9b-b550-ead0b3c82a30" providerId="AD" clId="Web-{731F4634-1767-D2F4-7CC6-A07A3265D8B4}" dt="2022-11-16T07:07:30.540" v="168"/>
          <ac:spMkLst>
            <pc:docMk/>
            <pc:sldMk cId="2467367817" sldId="297"/>
            <ac:spMk id="3" creationId="{0148FB59-FC9E-32D3-F65B-5FD2F2C11B8C}"/>
          </ac:spMkLst>
        </pc:spChg>
        <pc:picChg chg="add mod ord">
          <ac:chgData name="Gusti Pangestu" userId="S::gusti.pangestu@binus.ac.id::7768735c-5c0d-4d9b-b550-ead0b3c82a30" providerId="AD" clId="Web-{731F4634-1767-D2F4-7CC6-A07A3265D8B4}" dt="2022-11-16T07:08:11.228" v="174" actId="1076"/>
          <ac:picMkLst>
            <pc:docMk/>
            <pc:sldMk cId="2467367817" sldId="297"/>
            <ac:picMk id="4" creationId="{B69FD141-4ADF-0E94-5691-6D65F816092A}"/>
          </ac:picMkLst>
        </pc:picChg>
        <pc:picChg chg="add mod">
          <ac:chgData name="Gusti Pangestu" userId="S::gusti.pangestu@binus.ac.id::7768735c-5c0d-4d9b-b550-ead0b3c82a30" providerId="AD" clId="Web-{731F4634-1767-D2F4-7CC6-A07A3265D8B4}" dt="2022-11-16T07:08:19.385" v="176" actId="14100"/>
          <ac:picMkLst>
            <pc:docMk/>
            <pc:sldMk cId="2467367817" sldId="297"/>
            <ac:picMk id="5" creationId="{DBEC9A96-CCA2-A5B6-7D80-ED75F06BC947}"/>
          </ac:picMkLst>
        </pc:picChg>
      </pc:sldChg>
      <pc:sldChg chg="del">
        <pc:chgData name="Gusti Pangestu" userId="S::gusti.pangestu@binus.ac.id::7768735c-5c0d-4d9b-b550-ead0b3c82a30" providerId="AD" clId="Web-{731F4634-1767-D2F4-7CC6-A07A3265D8B4}" dt="2022-11-16T03:44:51.018" v="17"/>
        <pc:sldMkLst>
          <pc:docMk/>
          <pc:sldMk cId="502453303" sldId="298"/>
        </pc:sldMkLst>
      </pc:sldChg>
      <pc:sldChg chg="addSp delSp modSp new">
        <pc:chgData name="Gusti Pangestu" userId="S::gusti.pangestu@binus.ac.id::7768735c-5c0d-4d9b-b550-ead0b3c82a30" providerId="AD" clId="Web-{731F4634-1767-D2F4-7CC6-A07A3265D8B4}" dt="2022-11-16T07:08:51.433" v="181" actId="1076"/>
        <pc:sldMkLst>
          <pc:docMk/>
          <pc:sldMk cId="3078249726" sldId="298"/>
        </pc:sldMkLst>
        <pc:spChg chg="del">
          <ac:chgData name="Gusti Pangestu" userId="S::gusti.pangestu@binus.ac.id::7768735c-5c0d-4d9b-b550-ead0b3c82a30" providerId="AD" clId="Web-{731F4634-1767-D2F4-7CC6-A07A3265D8B4}" dt="2022-11-16T07:08:42.620" v="179"/>
          <ac:spMkLst>
            <pc:docMk/>
            <pc:sldMk cId="3078249726" sldId="298"/>
            <ac:spMk id="2" creationId="{BEEADEF4-0DF7-CFBC-AE6C-9B1075BB18C7}"/>
          </ac:spMkLst>
        </pc:spChg>
        <pc:spChg chg="del">
          <ac:chgData name="Gusti Pangestu" userId="S::gusti.pangestu@binus.ac.id::7768735c-5c0d-4d9b-b550-ead0b3c82a30" providerId="AD" clId="Web-{731F4634-1767-D2F4-7CC6-A07A3265D8B4}" dt="2022-11-16T07:08:41.057" v="178"/>
          <ac:spMkLst>
            <pc:docMk/>
            <pc:sldMk cId="3078249726" sldId="298"/>
            <ac:spMk id="3" creationId="{3F30634D-7B25-15EB-39BB-86FDF61CA206}"/>
          </ac:spMkLst>
        </pc:spChg>
        <pc:picChg chg="add mod ord">
          <ac:chgData name="Gusti Pangestu" userId="S::gusti.pangestu@binus.ac.id::7768735c-5c0d-4d9b-b550-ead0b3c82a30" providerId="AD" clId="Web-{731F4634-1767-D2F4-7CC6-A07A3265D8B4}" dt="2022-11-16T07:08:51.433" v="181" actId="1076"/>
          <ac:picMkLst>
            <pc:docMk/>
            <pc:sldMk cId="3078249726" sldId="298"/>
            <ac:picMk id="4" creationId="{44284CFD-DE57-8570-D06B-E11E3A0A1F6A}"/>
          </ac:picMkLst>
        </pc:picChg>
      </pc:sldChg>
      <pc:sldChg chg="del">
        <pc:chgData name="Gusti Pangestu" userId="S::gusti.pangestu@binus.ac.id::7768735c-5c0d-4d9b-b550-ead0b3c82a30" providerId="AD" clId="Web-{731F4634-1767-D2F4-7CC6-A07A3265D8B4}" dt="2022-11-16T03:44:51.018" v="16"/>
        <pc:sldMkLst>
          <pc:docMk/>
          <pc:sldMk cId="1410539918" sldId="299"/>
        </pc:sldMkLst>
      </pc:sldChg>
      <pc:sldChg chg="addSp modSp new">
        <pc:chgData name="Gusti Pangestu" userId="S::gusti.pangestu@binus.ac.id::7768735c-5c0d-4d9b-b550-ead0b3c82a30" providerId="AD" clId="Web-{731F4634-1767-D2F4-7CC6-A07A3265D8B4}" dt="2022-11-16T07:13:08.566" v="203" actId="1076"/>
        <pc:sldMkLst>
          <pc:docMk/>
          <pc:sldMk cId="2189213575" sldId="299"/>
        </pc:sldMkLst>
        <pc:spChg chg="mod">
          <ac:chgData name="Gusti Pangestu" userId="S::gusti.pangestu@binus.ac.id::7768735c-5c0d-4d9b-b550-ead0b3c82a30" providerId="AD" clId="Web-{731F4634-1767-D2F4-7CC6-A07A3265D8B4}" dt="2022-11-16T07:09:10.715" v="186" actId="20577"/>
          <ac:spMkLst>
            <pc:docMk/>
            <pc:sldMk cId="2189213575" sldId="299"/>
            <ac:spMk id="2" creationId="{734F4BEC-FF96-FC5A-72BF-D005EC927A1B}"/>
          </ac:spMkLst>
        </pc:spChg>
        <pc:spChg chg="mod">
          <ac:chgData name="Gusti Pangestu" userId="S::gusti.pangestu@binus.ac.id::7768735c-5c0d-4d9b-b550-ead0b3c82a30" providerId="AD" clId="Web-{731F4634-1767-D2F4-7CC6-A07A3265D8B4}" dt="2022-11-16T07:13:01.065" v="199" actId="20577"/>
          <ac:spMkLst>
            <pc:docMk/>
            <pc:sldMk cId="2189213575" sldId="299"/>
            <ac:spMk id="3" creationId="{C5DD9761-A642-A353-EF97-9A7E84B0FF2B}"/>
          </ac:spMkLst>
        </pc:spChg>
        <pc:picChg chg="add mod">
          <ac:chgData name="Gusti Pangestu" userId="S::gusti.pangestu@binus.ac.id::7768735c-5c0d-4d9b-b550-ead0b3c82a30" providerId="AD" clId="Web-{731F4634-1767-D2F4-7CC6-A07A3265D8B4}" dt="2022-11-16T07:13:08.566" v="203" actId="1076"/>
          <ac:picMkLst>
            <pc:docMk/>
            <pc:sldMk cId="2189213575" sldId="299"/>
            <ac:picMk id="4" creationId="{96E8037A-0C22-E2D9-A5FC-56FE0ACCC0A1}"/>
          </ac:picMkLst>
        </pc:picChg>
      </pc:sldChg>
      <pc:sldChg chg="addSp modSp new">
        <pc:chgData name="Gusti Pangestu" userId="S::gusti.pangestu@binus.ac.id::7768735c-5c0d-4d9b-b550-ead0b3c82a30" providerId="AD" clId="Web-{731F4634-1767-D2F4-7CC6-A07A3265D8B4}" dt="2022-11-16T07:15:29.195" v="228" actId="1076"/>
        <pc:sldMkLst>
          <pc:docMk/>
          <pc:sldMk cId="544600065" sldId="300"/>
        </pc:sldMkLst>
        <pc:spChg chg="mod">
          <ac:chgData name="Gusti Pangestu" userId="S::gusti.pangestu@binus.ac.id::7768735c-5c0d-4d9b-b550-ead0b3c82a30" providerId="AD" clId="Web-{731F4634-1767-D2F4-7CC6-A07A3265D8B4}" dt="2022-11-16T07:15:17.476" v="223" actId="20577"/>
          <ac:spMkLst>
            <pc:docMk/>
            <pc:sldMk cId="544600065" sldId="300"/>
            <ac:spMk id="3" creationId="{D31BE830-678B-32CF-F6B1-2A4E5A562297}"/>
          </ac:spMkLst>
        </pc:spChg>
        <pc:picChg chg="add mod">
          <ac:chgData name="Gusti Pangestu" userId="S::gusti.pangestu@binus.ac.id::7768735c-5c0d-4d9b-b550-ead0b3c82a30" providerId="AD" clId="Web-{731F4634-1767-D2F4-7CC6-A07A3265D8B4}" dt="2022-11-16T07:15:29.195" v="228" actId="1076"/>
          <ac:picMkLst>
            <pc:docMk/>
            <pc:sldMk cId="544600065" sldId="300"/>
            <ac:picMk id="4" creationId="{FAD6B162-DC52-932A-C804-8456E0A32335}"/>
          </ac:picMkLst>
        </pc:picChg>
        <pc:picChg chg="add mod">
          <ac:chgData name="Gusti Pangestu" userId="S::gusti.pangestu@binus.ac.id::7768735c-5c0d-4d9b-b550-ead0b3c82a30" providerId="AD" clId="Web-{731F4634-1767-D2F4-7CC6-A07A3265D8B4}" dt="2022-11-16T07:15:24.929" v="227" actId="1076"/>
          <ac:picMkLst>
            <pc:docMk/>
            <pc:sldMk cId="544600065" sldId="300"/>
            <ac:picMk id="5" creationId="{1FABD6B4-5197-FD27-D5F8-C36F8ACE2A8D}"/>
          </ac:picMkLst>
        </pc:picChg>
      </pc:sldChg>
      <pc:sldChg chg="del">
        <pc:chgData name="Gusti Pangestu" userId="S::gusti.pangestu@binus.ac.id::7768735c-5c0d-4d9b-b550-ead0b3c82a30" providerId="AD" clId="Web-{731F4634-1767-D2F4-7CC6-A07A3265D8B4}" dt="2022-11-16T03:44:51.018" v="15"/>
        <pc:sldMkLst>
          <pc:docMk/>
          <pc:sldMk cId="1225882195" sldId="300"/>
        </pc:sldMkLst>
      </pc:sldChg>
      <pc:sldChg chg="addSp delSp modSp new">
        <pc:chgData name="Gusti Pangestu" userId="S::gusti.pangestu@binus.ac.id::7768735c-5c0d-4d9b-b550-ead0b3c82a30" providerId="AD" clId="Web-{731F4634-1767-D2F4-7CC6-A07A3265D8B4}" dt="2022-11-16T07:17:25.652" v="244" actId="14100"/>
        <pc:sldMkLst>
          <pc:docMk/>
          <pc:sldMk cId="1266768660" sldId="301"/>
        </pc:sldMkLst>
        <pc:spChg chg="mod">
          <ac:chgData name="Gusti Pangestu" userId="S::gusti.pangestu@binus.ac.id::7768735c-5c0d-4d9b-b550-ead0b3c82a30" providerId="AD" clId="Web-{731F4634-1767-D2F4-7CC6-A07A3265D8B4}" dt="2022-11-16T07:17:01.604" v="240" actId="1076"/>
          <ac:spMkLst>
            <pc:docMk/>
            <pc:sldMk cId="1266768660" sldId="301"/>
            <ac:spMk id="2" creationId="{D56D5314-8D63-3544-5356-087309CC5B3F}"/>
          </ac:spMkLst>
        </pc:spChg>
        <pc:spChg chg="del">
          <ac:chgData name="Gusti Pangestu" userId="S::gusti.pangestu@binus.ac.id::7768735c-5c0d-4d9b-b550-ead0b3c82a30" providerId="AD" clId="Web-{731F4634-1767-D2F4-7CC6-A07A3265D8B4}" dt="2022-11-16T07:16:54.604" v="238"/>
          <ac:spMkLst>
            <pc:docMk/>
            <pc:sldMk cId="1266768660" sldId="301"/>
            <ac:spMk id="3" creationId="{F52FBCE7-312C-F590-8B83-3E6D7C595064}"/>
          </ac:spMkLst>
        </pc:spChg>
        <pc:picChg chg="add mod ord">
          <ac:chgData name="Gusti Pangestu" userId="S::gusti.pangestu@binus.ac.id::7768735c-5c0d-4d9b-b550-ead0b3c82a30" providerId="AD" clId="Web-{731F4634-1767-D2F4-7CC6-A07A3265D8B4}" dt="2022-11-16T07:17:05.151" v="241" actId="1076"/>
          <ac:picMkLst>
            <pc:docMk/>
            <pc:sldMk cId="1266768660" sldId="301"/>
            <ac:picMk id="4" creationId="{7B1D36CD-AEEE-24E1-8387-7E2447E64F9E}"/>
          </ac:picMkLst>
        </pc:picChg>
        <pc:picChg chg="add mod">
          <ac:chgData name="Gusti Pangestu" userId="S::gusti.pangestu@binus.ac.id::7768735c-5c0d-4d9b-b550-ead0b3c82a30" providerId="AD" clId="Web-{731F4634-1767-D2F4-7CC6-A07A3265D8B4}" dt="2022-11-16T07:17:25.652" v="244" actId="14100"/>
          <ac:picMkLst>
            <pc:docMk/>
            <pc:sldMk cId="1266768660" sldId="301"/>
            <ac:picMk id="5" creationId="{4C6688EE-4659-4479-0BFA-E533428031B6}"/>
          </ac:picMkLst>
        </pc:picChg>
      </pc:sldChg>
      <pc:sldChg chg="del">
        <pc:chgData name="Gusti Pangestu" userId="S::gusti.pangestu@binus.ac.id::7768735c-5c0d-4d9b-b550-ead0b3c82a30" providerId="AD" clId="Web-{731F4634-1767-D2F4-7CC6-A07A3265D8B4}" dt="2022-11-16T03:44:51.018" v="14"/>
        <pc:sldMkLst>
          <pc:docMk/>
          <pc:sldMk cId="2716777333" sldId="301"/>
        </pc:sldMkLst>
      </pc:sldChg>
      <pc:sldChg chg="modSp new">
        <pc:chgData name="Gusti Pangestu" userId="S::gusti.pangestu@binus.ac.id::7768735c-5c0d-4d9b-b550-ead0b3c82a30" providerId="AD" clId="Web-{731F4634-1767-D2F4-7CC6-A07A3265D8B4}" dt="2022-11-16T07:20:15.860" v="267" actId="20577"/>
        <pc:sldMkLst>
          <pc:docMk/>
          <pc:sldMk cId="343948354" sldId="302"/>
        </pc:sldMkLst>
        <pc:spChg chg="mod">
          <ac:chgData name="Gusti Pangestu" userId="S::gusti.pangestu@binus.ac.id::7768735c-5c0d-4d9b-b550-ead0b3c82a30" providerId="AD" clId="Web-{731F4634-1767-D2F4-7CC6-A07A3265D8B4}" dt="2022-11-16T07:18:06.950" v="253" actId="20577"/>
          <ac:spMkLst>
            <pc:docMk/>
            <pc:sldMk cId="343948354" sldId="302"/>
            <ac:spMk id="2" creationId="{BEF17AE5-D4FA-DC3C-0C82-FF47F4E7F62C}"/>
          </ac:spMkLst>
        </pc:spChg>
        <pc:spChg chg="mod">
          <ac:chgData name="Gusti Pangestu" userId="S::gusti.pangestu@binus.ac.id::7768735c-5c0d-4d9b-b550-ead0b3c82a30" providerId="AD" clId="Web-{731F4634-1767-D2F4-7CC6-A07A3265D8B4}" dt="2022-11-16T07:20:15.860" v="267" actId="20577"/>
          <ac:spMkLst>
            <pc:docMk/>
            <pc:sldMk cId="343948354" sldId="302"/>
            <ac:spMk id="3" creationId="{3D73FCDC-7A65-65FC-949F-057302CC64F2}"/>
          </ac:spMkLst>
        </pc:spChg>
      </pc:sldChg>
      <pc:sldChg chg="del">
        <pc:chgData name="Gusti Pangestu" userId="S::gusti.pangestu@binus.ac.id::7768735c-5c0d-4d9b-b550-ead0b3c82a30" providerId="AD" clId="Web-{731F4634-1767-D2F4-7CC6-A07A3265D8B4}" dt="2022-11-16T03:44:51.018" v="13"/>
        <pc:sldMkLst>
          <pc:docMk/>
          <pc:sldMk cId="2251878460" sldId="302"/>
        </pc:sldMkLst>
      </pc:sldChg>
      <pc:sldChg chg="del">
        <pc:chgData name="Gusti Pangestu" userId="S::gusti.pangestu@binus.ac.id::7768735c-5c0d-4d9b-b550-ead0b3c82a30" providerId="AD" clId="Web-{731F4634-1767-D2F4-7CC6-A07A3265D8B4}" dt="2022-11-16T03:44:51.003" v="12"/>
        <pc:sldMkLst>
          <pc:docMk/>
          <pc:sldMk cId="1301941771" sldId="303"/>
        </pc:sldMkLst>
      </pc:sldChg>
      <pc:sldChg chg="addSp modSp new">
        <pc:chgData name="Gusti Pangestu" userId="S::gusti.pangestu@binus.ac.id::7768735c-5c0d-4d9b-b550-ead0b3c82a30" providerId="AD" clId="Web-{731F4634-1767-D2F4-7CC6-A07A3265D8B4}" dt="2022-11-16T07:33:51.823" v="291" actId="20577"/>
        <pc:sldMkLst>
          <pc:docMk/>
          <pc:sldMk cId="2107620240" sldId="303"/>
        </pc:sldMkLst>
        <pc:spChg chg="mod">
          <ac:chgData name="Gusti Pangestu" userId="S::gusti.pangestu@binus.ac.id::7768735c-5c0d-4d9b-b550-ead0b3c82a30" providerId="AD" clId="Web-{731F4634-1767-D2F4-7CC6-A07A3265D8B4}" dt="2022-11-16T07:20:29.361" v="275" actId="20577"/>
          <ac:spMkLst>
            <pc:docMk/>
            <pc:sldMk cId="2107620240" sldId="303"/>
            <ac:spMk id="2" creationId="{40412AD6-D1BA-E58F-7F6F-2E3D1373C327}"/>
          </ac:spMkLst>
        </pc:spChg>
        <pc:spChg chg="mod">
          <ac:chgData name="Gusti Pangestu" userId="S::gusti.pangestu@binus.ac.id::7768735c-5c0d-4d9b-b550-ead0b3c82a30" providerId="AD" clId="Web-{731F4634-1767-D2F4-7CC6-A07A3265D8B4}" dt="2022-11-16T07:33:51.823" v="291" actId="20577"/>
          <ac:spMkLst>
            <pc:docMk/>
            <pc:sldMk cId="2107620240" sldId="303"/>
            <ac:spMk id="3" creationId="{14C480D8-B923-1314-2CB0-DA2573F6504E}"/>
          </ac:spMkLst>
        </pc:spChg>
        <pc:picChg chg="add mod">
          <ac:chgData name="Gusti Pangestu" userId="S::gusti.pangestu@binus.ac.id::7768735c-5c0d-4d9b-b550-ead0b3c82a30" providerId="AD" clId="Web-{731F4634-1767-D2F4-7CC6-A07A3265D8B4}" dt="2022-11-16T07:23:35.554" v="289" actId="14100"/>
          <ac:picMkLst>
            <pc:docMk/>
            <pc:sldMk cId="2107620240" sldId="303"/>
            <ac:picMk id="4" creationId="{6D89184F-062B-2AB2-7AE8-E1EFED30DFF9}"/>
          </ac:picMkLst>
        </pc:picChg>
      </pc:sldChg>
      <pc:sldChg chg="del">
        <pc:chgData name="Gusti Pangestu" userId="S::gusti.pangestu@binus.ac.id::7768735c-5c0d-4d9b-b550-ead0b3c82a30" providerId="AD" clId="Web-{731F4634-1767-D2F4-7CC6-A07A3265D8B4}" dt="2022-11-16T03:44:51.003" v="11"/>
        <pc:sldMkLst>
          <pc:docMk/>
          <pc:sldMk cId="2438179628" sldId="304"/>
        </pc:sldMkLst>
      </pc:sldChg>
      <pc:sldChg chg="addSp modSp new">
        <pc:chgData name="Gusti Pangestu" userId="S::gusti.pangestu@binus.ac.id::7768735c-5c0d-4d9b-b550-ead0b3c82a30" providerId="AD" clId="Web-{731F4634-1767-D2F4-7CC6-A07A3265D8B4}" dt="2022-11-16T07:34:25.121" v="308" actId="1076"/>
        <pc:sldMkLst>
          <pc:docMk/>
          <pc:sldMk cId="3568005129" sldId="304"/>
        </pc:sldMkLst>
        <pc:spChg chg="mod">
          <ac:chgData name="Gusti Pangestu" userId="S::gusti.pangestu@binus.ac.id::7768735c-5c0d-4d9b-b550-ead0b3c82a30" providerId="AD" clId="Web-{731F4634-1767-D2F4-7CC6-A07A3265D8B4}" dt="2022-11-16T07:33:58.558" v="299" actId="20577"/>
          <ac:spMkLst>
            <pc:docMk/>
            <pc:sldMk cId="3568005129" sldId="304"/>
            <ac:spMk id="2" creationId="{0ABA6406-6C6F-F42B-06FC-2935C32410F2}"/>
          </ac:spMkLst>
        </pc:spChg>
        <pc:spChg chg="mod">
          <ac:chgData name="Gusti Pangestu" userId="S::gusti.pangestu@binus.ac.id::7768735c-5c0d-4d9b-b550-ead0b3c82a30" providerId="AD" clId="Web-{731F4634-1767-D2F4-7CC6-A07A3265D8B4}" dt="2022-11-16T07:34:14.136" v="304" actId="20577"/>
          <ac:spMkLst>
            <pc:docMk/>
            <pc:sldMk cId="3568005129" sldId="304"/>
            <ac:spMk id="3" creationId="{558F34B3-97EC-1A5E-9481-CB5D8EECD8CE}"/>
          </ac:spMkLst>
        </pc:spChg>
        <pc:picChg chg="add mod">
          <ac:chgData name="Gusti Pangestu" userId="S::gusti.pangestu@binus.ac.id::7768735c-5c0d-4d9b-b550-ead0b3c82a30" providerId="AD" clId="Web-{731F4634-1767-D2F4-7CC6-A07A3265D8B4}" dt="2022-11-16T07:34:25.121" v="308" actId="1076"/>
          <ac:picMkLst>
            <pc:docMk/>
            <pc:sldMk cId="3568005129" sldId="304"/>
            <ac:picMk id="4" creationId="{E38E4BB8-98D8-001F-2C9A-48D4A7B94204}"/>
          </ac:picMkLst>
        </pc:picChg>
      </pc:sldChg>
      <pc:sldChg chg="del">
        <pc:chgData name="Gusti Pangestu" userId="S::gusti.pangestu@binus.ac.id::7768735c-5c0d-4d9b-b550-ead0b3c82a30" providerId="AD" clId="Web-{731F4634-1767-D2F4-7CC6-A07A3265D8B4}" dt="2022-11-16T03:44:51.003" v="10"/>
        <pc:sldMkLst>
          <pc:docMk/>
          <pc:sldMk cId="108455753" sldId="305"/>
        </pc:sldMkLst>
      </pc:sldChg>
      <pc:sldChg chg="addSp modSp new">
        <pc:chgData name="Gusti Pangestu" userId="S::gusti.pangestu@binus.ac.id::7768735c-5c0d-4d9b-b550-ead0b3c82a30" providerId="AD" clId="Web-{731F4634-1767-D2F4-7CC6-A07A3265D8B4}" dt="2022-11-16T08:26:19.892" v="336" actId="1076"/>
        <pc:sldMkLst>
          <pc:docMk/>
          <pc:sldMk cId="4266244157" sldId="305"/>
        </pc:sldMkLst>
        <pc:spChg chg="mod">
          <ac:chgData name="Gusti Pangestu" userId="S::gusti.pangestu@binus.ac.id::7768735c-5c0d-4d9b-b550-ead0b3c82a30" providerId="AD" clId="Web-{731F4634-1767-D2F4-7CC6-A07A3265D8B4}" dt="2022-11-16T08:23:34.389" v="313" actId="20577"/>
          <ac:spMkLst>
            <pc:docMk/>
            <pc:sldMk cId="4266244157" sldId="305"/>
            <ac:spMk id="2" creationId="{DF7DB8E3-4B60-7295-4CA7-C700B0C346BB}"/>
          </ac:spMkLst>
        </pc:spChg>
        <pc:spChg chg="mod">
          <ac:chgData name="Gusti Pangestu" userId="S::gusti.pangestu@binus.ac.id::7768735c-5c0d-4d9b-b550-ead0b3c82a30" providerId="AD" clId="Web-{731F4634-1767-D2F4-7CC6-A07A3265D8B4}" dt="2022-11-16T08:25:51.829" v="328" actId="20577"/>
          <ac:spMkLst>
            <pc:docMk/>
            <pc:sldMk cId="4266244157" sldId="305"/>
            <ac:spMk id="3" creationId="{B9B3F310-DB13-554A-DF83-9FE33199F320}"/>
          </ac:spMkLst>
        </pc:spChg>
        <pc:picChg chg="add mod">
          <ac:chgData name="Gusti Pangestu" userId="S::gusti.pangestu@binus.ac.id::7768735c-5c0d-4d9b-b550-ead0b3c82a30" providerId="AD" clId="Web-{731F4634-1767-D2F4-7CC6-A07A3265D8B4}" dt="2022-11-16T08:25:58.985" v="331" actId="1076"/>
          <ac:picMkLst>
            <pc:docMk/>
            <pc:sldMk cId="4266244157" sldId="305"/>
            <ac:picMk id="4" creationId="{65809364-FAD9-5625-CB13-B1668C141F3F}"/>
          </ac:picMkLst>
        </pc:picChg>
        <pc:picChg chg="add mod">
          <ac:chgData name="Gusti Pangestu" userId="S::gusti.pangestu@binus.ac.id::7768735c-5c0d-4d9b-b550-ead0b3c82a30" providerId="AD" clId="Web-{731F4634-1767-D2F4-7CC6-A07A3265D8B4}" dt="2022-11-16T08:26:19.892" v="336" actId="1076"/>
          <ac:picMkLst>
            <pc:docMk/>
            <pc:sldMk cId="4266244157" sldId="305"/>
            <ac:picMk id="5" creationId="{AB2E43D3-8198-3823-0B7D-162447927C6A}"/>
          </ac:picMkLst>
        </pc:picChg>
      </pc:sldChg>
      <pc:sldChg chg="del">
        <pc:chgData name="Gusti Pangestu" userId="S::gusti.pangestu@binus.ac.id::7768735c-5c0d-4d9b-b550-ead0b3c82a30" providerId="AD" clId="Web-{731F4634-1767-D2F4-7CC6-A07A3265D8B4}" dt="2022-11-16T03:44:51.003" v="9"/>
        <pc:sldMkLst>
          <pc:docMk/>
          <pc:sldMk cId="1495215192" sldId="306"/>
        </pc:sldMkLst>
      </pc:sldChg>
      <pc:sldChg chg="new del">
        <pc:chgData name="Gusti Pangestu" userId="S::gusti.pangestu@binus.ac.id::7768735c-5c0d-4d9b-b550-ead0b3c82a30" providerId="AD" clId="Web-{731F4634-1767-D2F4-7CC6-A07A3265D8B4}" dt="2022-11-16T09:04:49.353" v="338"/>
        <pc:sldMkLst>
          <pc:docMk/>
          <pc:sldMk cId="2404527220" sldId="306"/>
        </pc:sldMkLst>
      </pc:sldChg>
      <pc:sldChg chg="del">
        <pc:chgData name="Gusti Pangestu" userId="S::gusti.pangestu@binus.ac.id::7768735c-5c0d-4d9b-b550-ead0b3c82a30" providerId="AD" clId="Web-{731F4634-1767-D2F4-7CC6-A07A3265D8B4}" dt="2022-11-16T03:44:51.003" v="8"/>
        <pc:sldMkLst>
          <pc:docMk/>
          <pc:sldMk cId="1670407441" sldId="307"/>
        </pc:sldMkLst>
      </pc:sldChg>
      <pc:sldChg chg="del">
        <pc:chgData name="Gusti Pangestu" userId="S::gusti.pangestu@binus.ac.id::7768735c-5c0d-4d9b-b550-ead0b3c82a30" providerId="AD" clId="Web-{731F4634-1767-D2F4-7CC6-A07A3265D8B4}" dt="2022-11-16T03:44:51.003" v="7"/>
        <pc:sldMkLst>
          <pc:docMk/>
          <pc:sldMk cId="939406171" sldId="308"/>
        </pc:sldMkLst>
      </pc:sldChg>
      <pc:sldChg chg="del">
        <pc:chgData name="Gusti Pangestu" userId="S::gusti.pangestu@binus.ac.id::7768735c-5c0d-4d9b-b550-ead0b3c82a30" providerId="AD" clId="Web-{731F4634-1767-D2F4-7CC6-A07A3265D8B4}" dt="2022-11-16T03:44:51.003" v="6"/>
        <pc:sldMkLst>
          <pc:docMk/>
          <pc:sldMk cId="3236511058" sldId="309"/>
        </pc:sldMkLst>
      </pc:sldChg>
      <pc:sldChg chg="del">
        <pc:chgData name="Gusti Pangestu" userId="S::gusti.pangestu@binus.ac.id::7768735c-5c0d-4d9b-b550-ead0b3c82a30" providerId="AD" clId="Web-{731F4634-1767-D2F4-7CC6-A07A3265D8B4}" dt="2022-11-16T03:44:51.003" v="5"/>
        <pc:sldMkLst>
          <pc:docMk/>
          <pc:sldMk cId="378526677" sldId="310"/>
        </pc:sldMkLst>
      </pc:sldChg>
      <pc:sldChg chg="del">
        <pc:chgData name="Gusti Pangestu" userId="S::gusti.pangestu@binus.ac.id::7768735c-5c0d-4d9b-b550-ead0b3c82a30" providerId="AD" clId="Web-{731F4634-1767-D2F4-7CC6-A07A3265D8B4}" dt="2022-11-16T03:44:51.003" v="4"/>
        <pc:sldMkLst>
          <pc:docMk/>
          <pc:sldMk cId="2156523057" sldId="311"/>
        </pc:sldMkLst>
      </pc:sldChg>
      <pc:sldChg chg="del">
        <pc:chgData name="Gusti Pangestu" userId="S::gusti.pangestu@binus.ac.id::7768735c-5c0d-4d9b-b550-ead0b3c82a30" providerId="AD" clId="Web-{731F4634-1767-D2F4-7CC6-A07A3265D8B4}" dt="2022-11-16T03:44:51.003" v="3"/>
        <pc:sldMkLst>
          <pc:docMk/>
          <pc:sldMk cId="1063536070" sldId="312"/>
        </pc:sldMkLst>
      </pc:sldChg>
    </pc:docChg>
  </pc:docChgLst>
  <pc:docChgLst>
    <pc:chgData name="Gusti Pangestu" userId="7768735c-5c0d-4d9b-b550-ead0b3c82a30" providerId="ADAL" clId="{0B80913C-9141-48A1-9615-3AD8240D9FFA}"/>
    <pc:docChg chg="undo custSel addSld modSld modSection">
      <pc:chgData name="Gusti Pangestu" userId="7768735c-5c0d-4d9b-b550-ead0b3c82a30" providerId="ADAL" clId="{0B80913C-9141-48A1-9615-3AD8240D9FFA}" dt="2022-12-12T03:53:32.222" v="349" actId="1076"/>
      <pc:docMkLst>
        <pc:docMk/>
      </pc:docMkLst>
      <pc:sldChg chg="modSp mod">
        <pc:chgData name="Gusti Pangestu" userId="7768735c-5c0d-4d9b-b550-ead0b3c82a30" providerId="ADAL" clId="{0B80913C-9141-48A1-9615-3AD8240D9FFA}" dt="2022-12-12T02:11:43.505" v="49" actId="20577"/>
        <pc:sldMkLst>
          <pc:docMk/>
          <pc:sldMk cId="109857222" sldId="258"/>
        </pc:sldMkLst>
        <pc:spChg chg="mod">
          <ac:chgData name="Gusti Pangestu" userId="7768735c-5c0d-4d9b-b550-ead0b3c82a30" providerId="ADAL" clId="{0B80913C-9141-48A1-9615-3AD8240D9FFA}" dt="2022-12-12T02:11:43.505" v="49" actId="20577"/>
          <ac:spMkLst>
            <pc:docMk/>
            <pc:sldMk cId="109857222" sldId="258"/>
            <ac:spMk id="3" creationId="{00000000-0000-0000-0000-000000000000}"/>
          </ac:spMkLst>
        </pc:spChg>
      </pc:sldChg>
      <pc:sldChg chg="addSp delSp modSp new mod">
        <pc:chgData name="Gusti Pangestu" userId="7768735c-5c0d-4d9b-b550-ead0b3c82a30" providerId="ADAL" clId="{0B80913C-9141-48A1-9615-3AD8240D9FFA}" dt="2022-12-12T02:05:46.829" v="8" actId="1076"/>
        <pc:sldMkLst>
          <pc:docMk/>
          <pc:sldMk cId="3050537162" sldId="294"/>
        </pc:sldMkLst>
        <pc:spChg chg="del">
          <ac:chgData name="Gusti Pangestu" userId="7768735c-5c0d-4d9b-b550-ead0b3c82a30" providerId="ADAL" clId="{0B80913C-9141-48A1-9615-3AD8240D9FFA}" dt="2022-12-12T02:05:34.987" v="4" actId="478"/>
          <ac:spMkLst>
            <pc:docMk/>
            <pc:sldMk cId="3050537162" sldId="294"/>
            <ac:spMk id="2" creationId="{892A4006-D196-B689-F5F0-08D71F99A9D1}"/>
          </ac:spMkLst>
        </pc:spChg>
        <pc:spChg chg="del">
          <ac:chgData name="Gusti Pangestu" userId="7768735c-5c0d-4d9b-b550-ead0b3c82a30" providerId="ADAL" clId="{0B80913C-9141-48A1-9615-3AD8240D9FFA}" dt="2022-12-12T02:05:18.277" v="1" actId="22"/>
          <ac:spMkLst>
            <pc:docMk/>
            <pc:sldMk cId="3050537162" sldId="294"/>
            <ac:spMk id="3" creationId="{88960190-BE82-7EA2-4936-688F8298DF42}"/>
          </ac:spMkLst>
        </pc:spChg>
        <pc:picChg chg="add mod ord">
          <ac:chgData name="Gusti Pangestu" userId="7768735c-5c0d-4d9b-b550-ead0b3c82a30" providerId="ADAL" clId="{0B80913C-9141-48A1-9615-3AD8240D9FFA}" dt="2022-12-12T02:05:46.829" v="8" actId="1076"/>
          <ac:picMkLst>
            <pc:docMk/>
            <pc:sldMk cId="3050537162" sldId="294"/>
            <ac:picMk id="5" creationId="{399FAEA7-F335-BEA8-B991-AD18C770AF93}"/>
          </ac:picMkLst>
        </pc:picChg>
        <pc:picChg chg="add mod">
          <ac:chgData name="Gusti Pangestu" userId="7768735c-5c0d-4d9b-b550-ead0b3c82a30" providerId="ADAL" clId="{0B80913C-9141-48A1-9615-3AD8240D9FFA}" dt="2022-12-12T02:05:46.829" v="8" actId="1076"/>
          <ac:picMkLst>
            <pc:docMk/>
            <pc:sldMk cId="3050537162" sldId="294"/>
            <ac:picMk id="7" creationId="{5E5537F6-EC25-684E-B1F4-B7E03345420B}"/>
          </ac:picMkLst>
        </pc:picChg>
      </pc:sldChg>
      <pc:sldChg chg="addSp delSp modSp new mod modClrScheme chgLayout">
        <pc:chgData name="Gusti Pangestu" userId="7768735c-5c0d-4d9b-b550-ead0b3c82a30" providerId="ADAL" clId="{0B80913C-9141-48A1-9615-3AD8240D9FFA}" dt="2022-12-12T02:14:34.605" v="72" actId="403"/>
        <pc:sldMkLst>
          <pc:docMk/>
          <pc:sldMk cId="212346741" sldId="295"/>
        </pc:sldMkLst>
        <pc:spChg chg="del">
          <ac:chgData name="Gusti Pangestu" userId="7768735c-5c0d-4d9b-b550-ead0b3c82a30" providerId="ADAL" clId="{0B80913C-9141-48A1-9615-3AD8240D9FFA}" dt="2022-12-12T02:12:52.551" v="51" actId="478"/>
          <ac:spMkLst>
            <pc:docMk/>
            <pc:sldMk cId="212346741" sldId="295"/>
            <ac:spMk id="2" creationId="{49836011-42E6-2774-6717-CC83CF8A102C}"/>
          </ac:spMkLst>
        </pc:spChg>
        <pc:spChg chg="del">
          <ac:chgData name="Gusti Pangestu" userId="7768735c-5c0d-4d9b-b550-ead0b3c82a30" providerId="ADAL" clId="{0B80913C-9141-48A1-9615-3AD8240D9FFA}" dt="2022-12-12T02:12:50.684" v="50" actId="22"/>
          <ac:spMkLst>
            <pc:docMk/>
            <pc:sldMk cId="212346741" sldId="295"/>
            <ac:spMk id="3" creationId="{D76537D0-F48E-B484-AFE9-BBBFA78B47BD}"/>
          </ac:spMkLst>
        </pc:spChg>
        <pc:spChg chg="add mod">
          <ac:chgData name="Gusti Pangestu" userId="7768735c-5c0d-4d9b-b550-ead0b3c82a30" providerId="ADAL" clId="{0B80913C-9141-48A1-9615-3AD8240D9FFA}" dt="2022-12-12T02:14:34.605" v="72" actId="403"/>
          <ac:spMkLst>
            <pc:docMk/>
            <pc:sldMk cId="212346741" sldId="295"/>
            <ac:spMk id="7" creationId="{14378194-9ECB-BD4F-8B1A-D16D65F64F6C}"/>
          </ac:spMkLst>
        </pc:spChg>
        <pc:spChg chg="add del mod">
          <ac:chgData name="Gusti Pangestu" userId="7768735c-5c0d-4d9b-b550-ead0b3c82a30" providerId="ADAL" clId="{0B80913C-9141-48A1-9615-3AD8240D9FFA}" dt="2022-12-12T02:13:47.306" v="59" actId="26606"/>
          <ac:spMkLst>
            <pc:docMk/>
            <pc:sldMk cId="212346741" sldId="295"/>
            <ac:spMk id="12" creationId="{663B33F0-D930-E9CE-C808-4E1D0B626E26}"/>
          </ac:spMkLst>
        </pc:spChg>
        <pc:spChg chg="add del mod">
          <ac:chgData name="Gusti Pangestu" userId="7768735c-5c0d-4d9b-b550-ead0b3c82a30" providerId="ADAL" clId="{0B80913C-9141-48A1-9615-3AD8240D9FFA}" dt="2022-12-12T02:13:50.479" v="61" actId="26606"/>
          <ac:spMkLst>
            <pc:docMk/>
            <pc:sldMk cId="212346741" sldId="295"/>
            <ac:spMk id="14" creationId="{4E689AEF-5C0A-0085-8F04-4105CA1BBDF2}"/>
          </ac:spMkLst>
        </pc:spChg>
        <pc:spChg chg="add del mod">
          <ac:chgData name="Gusti Pangestu" userId="7768735c-5c0d-4d9b-b550-ead0b3c82a30" providerId="ADAL" clId="{0B80913C-9141-48A1-9615-3AD8240D9FFA}" dt="2022-12-12T02:13:55.947" v="63" actId="478"/>
          <ac:spMkLst>
            <pc:docMk/>
            <pc:sldMk cId="212346741" sldId="295"/>
            <ac:spMk id="16" creationId="{63DDE51E-BDE0-B984-4E8F-69A2B519EDD4}"/>
          </ac:spMkLst>
        </pc:spChg>
        <pc:picChg chg="add mod ord">
          <ac:chgData name="Gusti Pangestu" userId="7768735c-5c0d-4d9b-b550-ead0b3c82a30" providerId="ADAL" clId="{0B80913C-9141-48A1-9615-3AD8240D9FFA}" dt="2022-12-12T02:13:50.484" v="62" actId="26606"/>
          <ac:picMkLst>
            <pc:docMk/>
            <pc:sldMk cId="212346741" sldId="295"/>
            <ac:picMk id="5" creationId="{CFE7A31F-48F6-E2E6-2E71-6D130F1F1E85}"/>
          </ac:picMkLst>
        </pc:picChg>
      </pc:sldChg>
      <pc:sldChg chg="addSp delSp modSp new mod">
        <pc:chgData name="Gusti Pangestu" userId="7768735c-5c0d-4d9b-b550-ead0b3c82a30" providerId="ADAL" clId="{0B80913C-9141-48A1-9615-3AD8240D9FFA}" dt="2022-12-12T02:17:09.521" v="112" actId="1076"/>
        <pc:sldMkLst>
          <pc:docMk/>
          <pc:sldMk cId="2711160603" sldId="296"/>
        </pc:sldMkLst>
        <pc:spChg chg="mod">
          <ac:chgData name="Gusti Pangestu" userId="7768735c-5c0d-4d9b-b550-ead0b3c82a30" providerId="ADAL" clId="{0B80913C-9141-48A1-9615-3AD8240D9FFA}" dt="2022-12-12T02:16:40.033" v="104" actId="1076"/>
          <ac:spMkLst>
            <pc:docMk/>
            <pc:sldMk cId="2711160603" sldId="296"/>
            <ac:spMk id="2" creationId="{7B5B5DC4-BB34-33F6-8705-47A751A13923}"/>
          </ac:spMkLst>
        </pc:spChg>
        <pc:spChg chg="del">
          <ac:chgData name="Gusti Pangestu" userId="7768735c-5c0d-4d9b-b550-ead0b3c82a30" providerId="ADAL" clId="{0B80913C-9141-48A1-9615-3AD8240D9FFA}" dt="2022-12-12T02:15:20.617" v="95" actId="22"/>
          <ac:spMkLst>
            <pc:docMk/>
            <pc:sldMk cId="2711160603" sldId="296"/>
            <ac:spMk id="3" creationId="{8AECEA67-D4B7-585F-FDC3-9F99D8B2637B}"/>
          </ac:spMkLst>
        </pc:spChg>
        <pc:spChg chg="add mod">
          <ac:chgData name="Gusti Pangestu" userId="7768735c-5c0d-4d9b-b550-ead0b3c82a30" providerId="ADAL" clId="{0B80913C-9141-48A1-9615-3AD8240D9FFA}" dt="2022-12-12T02:17:02.418" v="111" actId="1076"/>
          <ac:spMkLst>
            <pc:docMk/>
            <pc:sldMk cId="2711160603" sldId="296"/>
            <ac:spMk id="7" creationId="{8C436E05-68D5-A5A7-1067-C44F4433C140}"/>
          </ac:spMkLst>
        </pc:spChg>
        <pc:picChg chg="add mod ord">
          <ac:chgData name="Gusti Pangestu" userId="7768735c-5c0d-4d9b-b550-ead0b3c82a30" providerId="ADAL" clId="{0B80913C-9141-48A1-9615-3AD8240D9FFA}" dt="2022-12-12T02:16:49.347" v="107" actId="14100"/>
          <ac:picMkLst>
            <pc:docMk/>
            <pc:sldMk cId="2711160603" sldId="296"/>
            <ac:picMk id="5" creationId="{56714170-3595-CB2C-9DBB-020B35D6E9D4}"/>
          </ac:picMkLst>
        </pc:picChg>
        <pc:picChg chg="add mod">
          <ac:chgData name="Gusti Pangestu" userId="7768735c-5c0d-4d9b-b550-ead0b3c82a30" providerId="ADAL" clId="{0B80913C-9141-48A1-9615-3AD8240D9FFA}" dt="2022-12-12T02:17:09.521" v="112" actId="1076"/>
          <ac:picMkLst>
            <pc:docMk/>
            <pc:sldMk cId="2711160603" sldId="296"/>
            <ac:picMk id="9" creationId="{78FDBED7-CF4F-F6E3-5ED9-BF67F2633A5E}"/>
          </ac:picMkLst>
        </pc:picChg>
      </pc:sldChg>
      <pc:sldChg chg="addSp modSp new mod">
        <pc:chgData name="Gusti Pangestu" userId="7768735c-5c0d-4d9b-b550-ead0b3c82a30" providerId="ADAL" clId="{0B80913C-9141-48A1-9615-3AD8240D9FFA}" dt="2022-12-12T02:19:13.167" v="135" actId="14100"/>
        <pc:sldMkLst>
          <pc:docMk/>
          <pc:sldMk cId="1881632681" sldId="297"/>
        </pc:sldMkLst>
        <pc:spChg chg="mod">
          <ac:chgData name="Gusti Pangestu" userId="7768735c-5c0d-4d9b-b550-ead0b3c82a30" providerId="ADAL" clId="{0B80913C-9141-48A1-9615-3AD8240D9FFA}" dt="2022-12-12T02:17:21.441" v="119" actId="20577"/>
          <ac:spMkLst>
            <pc:docMk/>
            <pc:sldMk cId="1881632681" sldId="297"/>
            <ac:spMk id="2" creationId="{3C290E8A-13C6-66E0-9C1A-A8E2A9B0B808}"/>
          </ac:spMkLst>
        </pc:spChg>
        <pc:spChg chg="mod">
          <ac:chgData name="Gusti Pangestu" userId="7768735c-5c0d-4d9b-b550-ead0b3c82a30" providerId="ADAL" clId="{0B80913C-9141-48A1-9615-3AD8240D9FFA}" dt="2022-12-12T02:18:02.943" v="130" actId="20577"/>
          <ac:spMkLst>
            <pc:docMk/>
            <pc:sldMk cId="1881632681" sldId="297"/>
            <ac:spMk id="3" creationId="{D27333EC-C8DB-C45F-8ED0-07A366200CDA}"/>
          </ac:spMkLst>
        </pc:spChg>
        <pc:picChg chg="add mod">
          <ac:chgData name="Gusti Pangestu" userId="7768735c-5c0d-4d9b-b550-ead0b3c82a30" providerId="ADAL" clId="{0B80913C-9141-48A1-9615-3AD8240D9FFA}" dt="2022-12-12T02:19:13.167" v="135" actId="14100"/>
          <ac:picMkLst>
            <pc:docMk/>
            <pc:sldMk cId="1881632681" sldId="297"/>
            <ac:picMk id="5" creationId="{4ACDD147-0910-586A-11BD-D075F9C66D01}"/>
          </ac:picMkLst>
        </pc:picChg>
      </pc:sldChg>
      <pc:sldChg chg="addSp modSp new mod">
        <pc:chgData name="Gusti Pangestu" userId="7768735c-5c0d-4d9b-b550-ead0b3c82a30" providerId="ADAL" clId="{0B80913C-9141-48A1-9615-3AD8240D9FFA}" dt="2022-12-12T02:35:01.149" v="151" actId="1076"/>
        <pc:sldMkLst>
          <pc:docMk/>
          <pc:sldMk cId="2531925851" sldId="298"/>
        </pc:sldMkLst>
        <pc:spChg chg="mod">
          <ac:chgData name="Gusti Pangestu" userId="7768735c-5c0d-4d9b-b550-ead0b3c82a30" providerId="ADAL" clId="{0B80913C-9141-48A1-9615-3AD8240D9FFA}" dt="2022-12-12T02:27:15.405" v="137"/>
          <ac:spMkLst>
            <pc:docMk/>
            <pc:sldMk cId="2531925851" sldId="298"/>
            <ac:spMk id="2" creationId="{74374D99-E2AF-B548-F648-F0B94C15B7E0}"/>
          </ac:spMkLst>
        </pc:spChg>
        <pc:spChg chg="mod">
          <ac:chgData name="Gusti Pangestu" userId="7768735c-5c0d-4d9b-b550-ead0b3c82a30" providerId="ADAL" clId="{0B80913C-9141-48A1-9615-3AD8240D9FFA}" dt="2022-12-12T02:27:54.870" v="147" actId="20577"/>
          <ac:spMkLst>
            <pc:docMk/>
            <pc:sldMk cId="2531925851" sldId="298"/>
            <ac:spMk id="3" creationId="{ABED7F95-6A56-821D-44BA-ED26B0C45B79}"/>
          </ac:spMkLst>
        </pc:spChg>
        <pc:picChg chg="add mod">
          <ac:chgData name="Gusti Pangestu" userId="7768735c-5c0d-4d9b-b550-ead0b3c82a30" providerId="ADAL" clId="{0B80913C-9141-48A1-9615-3AD8240D9FFA}" dt="2022-12-12T02:28:08.028" v="149" actId="1076"/>
          <ac:picMkLst>
            <pc:docMk/>
            <pc:sldMk cId="2531925851" sldId="298"/>
            <ac:picMk id="5" creationId="{AAD0DBB8-7DC7-9645-40A9-D5585E655342}"/>
          </ac:picMkLst>
        </pc:picChg>
        <pc:picChg chg="add mod">
          <ac:chgData name="Gusti Pangestu" userId="7768735c-5c0d-4d9b-b550-ead0b3c82a30" providerId="ADAL" clId="{0B80913C-9141-48A1-9615-3AD8240D9FFA}" dt="2022-12-12T02:35:01.149" v="151" actId="1076"/>
          <ac:picMkLst>
            <pc:docMk/>
            <pc:sldMk cId="2531925851" sldId="298"/>
            <ac:picMk id="7" creationId="{7D99B045-CC06-33C5-5F60-37BBCA7C1143}"/>
          </ac:picMkLst>
        </pc:picChg>
      </pc:sldChg>
      <pc:sldChg chg="addSp delSp modSp new mod modClrScheme chgLayout">
        <pc:chgData name="Gusti Pangestu" userId="7768735c-5c0d-4d9b-b550-ead0b3c82a30" providerId="ADAL" clId="{0B80913C-9141-48A1-9615-3AD8240D9FFA}" dt="2022-12-12T02:44:40.986" v="172" actId="1076"/>
        <pc:sldMkLst>
          <pc:docMk/>
          <pc:sldMk cId="1883384608" sldId="299"/>
        </pc:sldMkLst>
        <pc:spChg chg="del">
          <ac:chgData name="Gusti Pangestu" userId="7768735c-5c0d-4d9b-b550-ead0b3c82a30" providerId="ADAL" clId="{0B80913C-9141-48A1-9615-3AD8240D9FFA}" dt="2022-12-12T02:44:23.703" v="169" actId="478"/>
          <ac:spMkLst>
            <pc:docMk/>
            <pc:sldMk cId="1883384608" sldId="299"/>
            <ac:spMk id="2" creationId="{BB8EFEF4-9105-F5F6-76E8-235A0674135A}"/>
          </ac:spMkLst>
        </pc:spChg>
        <pc:spChg chg="mod ord">
          <ac:chgData name="Gusti Pangestu" userId="7768735c-5c0d-4d9b-b550-ead0b3c82a30" providerId="ADAL" clId="{0B80913C-9141-48A1-9615-3AD8240D9FFA}" dt="2022-12-12T02:44:40.986" v="172" actId="1076"/>
          <ac:spMkLst>
            <pc:docMk/>
            <pc:sldMk cId="1883384608" sldId="299"/>
            <ac:spMk id="3" creationId="{9F218871-E44B-E1CA-061F-6254FC155A14}"/>
          </ac:spMkLst>
        </pc:spChg>
        <pc:spChg chg="add del mod">
          <ac:chgData name="Gusti Pangestu" userId="7768735c-5c0d-4d9b-b550-ead0b3c82a30" providerId="ADAL" clId="{0B80913C-9141-48A1-9615-3AD8240D9FFA}" dt="2022-12-12T02:44:37.064" v="171" actId="478"/>
          <ac:spMkLst>
            <pc:docMk/>
            <pc:sldMk cId="1883384608" sldId="299"/>
            <ac:spMk id="10" creationId="{5F379F1B-6E29-C466-CDF8-77309DABE5CA}"/>
          </ac:spMkLst>
        </pc:spChg>
        <pc:picChg chg="add mod">
          <ac:chgData name="Gusti Pangestu" userId="7768735c-5c0d-4d9b-b550-ead0b3c82a30" providerId="ADAL" clId="{0B80913C-9141-48A1-9615-3AD8240D9FFA}" dt="2022-12-12T02:44:32.217" v="170" actId="26606"/>
          <ac:picMkLst>
            <pc:docMk/>
            <pc:sldMk cId="1883384608" sldId="299"/>
            <ac:picMk id="5" creationId="{F9590EF7-411C-A1E2-AA2E-126C4F486275}"/>
          </ac:picMkLst>
        </pc:picChg>
      </pc:sldChg>
      <pc:sldChg chg="addSp delSp modSp new mod modClrScheme chgLayout">
        <pc:chgData name="Gusti Pangestu" userId="7768735c-5c0d-4d9b-b550-ead0b3c82a30" providerId="ADAL" clId="{0B80913C-9141-48A1-9615-3AD8240D9FFA}" dt="2022-12-12T02:53:36.551" v="204" actId="1076"/>
        <pc:sldMkLst>
          <pc:docMk/>
          <pc:sldMk cId="23841198" sldId="300"/>
        </pc:sldMkLst>
        <pc:spChg chg="del mod ord">
          <ac:chgData name="Gusti Pangestu" userId="7768735c-5c0d-4d9b-b550-ead0b3c82a30" providerId="ADAL" clId="{0B80913C-9141-48A1-9615-3AD8240D9FFA}" dt="2022-12-12T02:45:01.014" v="174" actId="700"/>
          <ac:spMkLst>
            <pc:docMk/>
            <pc:sldMk cId="23841198" sldId="300"/>
            <ac:spMk id="2" creationId="{9EFDB33A-0AD4-EF67-E5BD-3B620B83EAA6}"/>
          </ac:spMkLst>
        </pc:spChg>
        <pc:spChg chg="del mod ord">
          <ac:chgData name="Gusti Pangestu" userId="7768735c-5c0d-4d9b-b550-ead0b3c82a30" providerId="ADAL" clId="{0B80913C-9141-48A1-9615-3AD8240D9FFA}" dt="2022-12-12T02:45:01.014" v="174" actId="700"/>
          <ac:spMkLst>
            <pc:docMk/>
            <pc:sldMk cId="23841198" sldId="300"/>
            <ac:spMk id="3" creationId="{453F2F63-F632-D161-FFC0-C253A46840F6}"/>
          </ac:spMkLst>
        </pc:spChg>
        <pc:spChg chg="del">
          <ac:chgData name="Gusti Pangestu" userId="7768735c-5c0d-4d9b-b550-ead0b3c82a30" providerId="ADAL" clId="{0B80913C-9141-48A1-9615-3AD8240D9FFA}" dt="2022-12-12T02:45:01.014" v="174" actId="700"/>
          <ac:spMkLst>
            <pc:docMk/>
            <pc:sldMk cId="23841198" sldId="300"/>
            <ac:spMk id="4" creationId="{8CB6B3D0-6064-6F61-568F-8475C724AC98}"/>
          </ac:spMkLst>
        </pc:spChg>
        <pc:spChg chg="add mod ord">
          <ac:chgData name="Gusti Pangestu" userId="7768735c-5c0d-4d9b-b550-ead0b3c82a30" providerId="ADAL" clId="{0B80913C-9141-48A1-9615-3AD8240D9FFA}" dt="2022-12-12T02:45:08.009" v="193" actId="20577"/>
          <ac:spMkLst>
            <pc:docMk/>
            <pc:sldMk cId="23841198" sldId="300"/>
            <ac:spMk id="5" creationId="{C95C4727-DB51-43D6-C00B-D03680EB3853}"/>
          </ac:spMkLst>
        </pc:spChg>
        <pc:spChg chg="add mod ord">
          <ac:chgData name="Gusti Pangestu" userId="7768735c-5c0d-4d9b-b550-ead0b3c82a30" providerId="ADAL" clId="{0B80913C-9141-48A1-9615-3AD8240D9FFA}" dt="2022-12-12T02:52:19.783" v="197" actId="20577"/>
          <ac:spMkLst>
            <pc:docMk/>
            <pc:sldMk cId="23841198" sldId="300"/>
            <ac:spMk id="6" creationId="{63EA450B-2253-07C8-6516-D93F4D30537D}"/>
          </ac:spMkLst>
        </pc:spChg>
        <pc:picChg chg="add mod">
          <ac:chgData name="Gusti Pangestu" userId="7768735c-5c0d-4d9b-b550-ead0b3c82a30" providerId="ADAL" clId="{0B80913C-9141-48A1-9615-3AD8240D9FFA}" dt="2022-12-12T02:53:35.390" v="203" actId="1076"/>
          <ac:picMkLst>
            <pc:docMk/>
            <pc:sldMk cId="23841198" sldId="300"/>
            <ac:picMk id="8" creationId="{717FC74C-4980-3C05-0C84-F1F0DCF93AD1}"/>
          </ac:picMkLst>
        </pc:picChg>
        <pc:picChg chg="add mod">
          <ac:chgData name="Gusti Pangestu" userId="7768735c-5c0d-4d9b-b550-ead0b3c82a30" providerId="ADAL" clId="{0B80913C-9141-48A1-9615-3AD8240D9FFA}" dt="2022-12-12T02:53:36.551" v="204" actId="1076"/>
          <ac:picMkLst>
            <pc:docMk/>
            <pc:sldMk cId="23841198" sldId="300"/>
            <ac:picMk id="10" creationId="{25EB795E-1BD0-31E1-0B28-AA10AD0A63D6}"/>
          </ac:picMkLst>
        </pc:picChg>
      </pc:sldChg>
      <pc:sldChg chg="addSp modSp new mod">
        <pc:chgData name="Gusti Pangestu" userId="7768735c-5c0d-4d9b-b550-ead0b3c82a30" providerId="ADAL" clId="{0B80913C-9141-48A1-9615-3AD8240D9FFA}" dt="2022-12-12T02:58:33.004" v="232" actId="1076"/>
        <pc:sldMkLst>
          <pc:docMk/>
          <pc:sldMk cId="2336243321" sldId="301"/>
        </pc:sldMkLst>
        <pc:spChg chg="mod">
          <ac:chgData name="Gusti Pangestu" userId="7768735c-5c0d-4d9b-b550-ead0b3c82a30" providerId="ADAL" clId="{0B80913C-9141-48A1-9615-3AD8240D9FFA}" dt="2022-12-12T02:57:55.973" v="223" actId="20577"/>
          <ac:spMkLst>
            <pc:docMk/>
            <pc:sldMk cId="2336243321" sldId="301"/>
            <ac:spMk id="2" creationId="{66F9C683-28D4-AB39-B91C-ED4B123436EB}"/>
          </ac:spMkLst>
        </pc:spChg>
        <pc:spChg chg="mod">
          <ac:chgData name="Gusti Pangestu" userId="7768735c-5c0d-4d9b-b550-ead0b3c82a30" providerId="ADAL" clId="{0B80913C-9141-48A1-9615-3AD8240D9FFA}" dt="2022-12-12T02:58:12.566" v="230" actId="20577"/>
          <ac:spMkLst>
            <pc:docMk/>
            <pc:sldMk cId="2336243321" sldId="301"/>
            <ac:spMk id="3" creationId="{A2F74633-550F-69EA-65D5-E63D0335A186}"/>
          </ac:spMkLst>
        </pc:spChg>
        <pc:picChg chg="add mod">
          <ac:chgData name="Gusti Pangestu" userId="7768735c-5c0d-4d9b-b550-ead0b3c82a30" providerId="ADAL" clId="{0B80913C-9141-48A1-9615-3AD8240D9FFA}" dt="2022-12-12T02:58:33.004" v="232" actId="1076"/>
          <ac:picMkLst>
            <pc:docMk/>
            <pc:sldMk cId="2336243321" sldId="301"/>
            <ac:picMk id="5" creationId="{5748B857-CC55-CA73-36D9-4AED4337B2F0}"/>
          </ac:picMkLst>
        </pc:picChg>
      </pc:sldChg>
      <pc:sldChg chg="addSp modSp new mod">
        <pc:chgData name="Gusti Pangestu" userId="7768735c-5c0d-4d9b-b550-ead0b3c82a30" providerId="ADAL" clId="{0B80913C-9141-48A1-9615-3AD8240D9FFA}" dt="2022-12-12T03:33:04.879" v="248" actId="14100"/>
        <pc:sldMkLst>
          <pc:docMk/>
          <pc:sldMk cId="2246630029" sldId="302"/>
        </pc:sldMkLst>
        <pc:spChg chg="mod">
          <ac:chgData name="Gusti Pangestu" userId="7768735c-5c0d-4d9b-b550-ead0b3c82a30" providerId="ADAL" clId="{0B80913C-9141-48A1-9615-3AD8240D9FFA}" dt="2022-12-12T03:32:02.449" v="234"/>
          <ac:spMkLst>
            <pc:docMk/>
            <pc:sldMk cId="2246630029" sldId="302"/>
            <ac:spMk id="2" creationId="{1307EE40-933A-506F-522C-AAF76365E37F}"/>
          </ac:spMkLst>
        </pc:spChg>
        <pc:spChg chg="mod">
          <ac:chgData name="Gusti Pangestu" userId="7768735c-5c0d-4d9b-b550-ead0b3c82a30" providerId="ADAL" clId="{0B80913C-9141-48A1-9615-3AD8240D9FFA}" dt="2022-12-12T03:32:41.523" v="245" actId="20577"/>
          <ac:spMkLst>
            <pc:docMk/>
            <pc:sldMk cId="2246630029" sldId="302"/>
            <ac:spMk id="3" creationId="{9845A7B5-D571-BF73-0A52-BF528FB8BC38}"/>
          </ac:spMkLst>
        </pc:spChg>
        <pc:picChg chg="add mod">
          <ac:chgData name="Gusti Pangestu" userId="7768735c-5c0d-4d9b-b550-ead0b3c82a30" providerId="ADAL" clId="{0B80913C-9141-48A1-9615-3AD8240D9FFA}" dt="2022-12-12T03:33:04.879" v="248" actId="14100"/>
          <ac:picMkLst>
            <pc:docMk/>
            <pc:sldMk cId="2246630029" sldId="302"/>
            <ac:picMk id="5" creationId="{681C8593-C04A-28E4-1189-C7C3A6702273}"/>
          </ac:picMkLst>
        </pc:picChg>
      </pc:sldChg>
      <pc:sldChg chg="addSp delSp modSp new mod">
        <pc:chgData name="Gusti Pangestu" userId="7768735c-5c0d-4d9b-b550-ead0b3c82a30" providerId="ADAL" clId="{0B80913C-9141-48A1-9615-3AD8240D9FFA}" dt="2022-12-12T03:33:26.652" v="253" actId="14100"/>
        <pc:sldMkLst>
          <pc:docMk/>
          <pc:sldMk cId="2427825456" sldId="303"/>
        </pc:sldMkLst>
        <pc:spChg chg="del">
          <ac:chgData name="Gusti Pangestu" userId="7768735c-5c0d-4d9b-b550-ead0b3c82a30" providerId="ADAL" clId="{0B80913C-9141-48A1-9615-3AD8240D9FFA}" dt="2022-12-12T03:33:20.864" v="251" actId="478"/>
          <ac:spMkLst>
            <pc:docMk/>
            <pc:sldMk cId="2427825456" sldId="303"/>
            <ac:spMk id="2" creationId="{FB6F4143-86A8-EC81-BF3B-B94AF14BF69C}"/>
          </ac:spMkLst>
        </pc:spChg>
        <pc:spChg chg="del">
          <ac:chgData name="Gusti Pangestu" userId="7768735c-5c0d-4d9b-b550-ead0b3c82a30" providerId="ADAL" clId="{0B80913C-9141-48A1-9615-3AD8240D9FFA}" dt="2022-12-12T03:33:19.089" v="250" actId="22"/>
          <ac:spMkLst>
            <pc:docMk/>
            <pc:sldMk cId="2427825456" sldId="303"/>
            <ac:spMk id="3" creationId="{A39D3C87-776C-9442-CBC6-597615CD8019}"/>
          </ac:spMkLst>
        </pc:spChg>
        <pc:picChg chg="add mod ord">
          <ac:chgData name="Gusti Pangestu" userId="7768735c-5c0d-4d9b-b550-ead0b3c82a30" providerId="ADAL" clId="{0B80913C-9141-48A1-9615-3AD8240D9FFA}" dt="2022-12-12T03:33:26.652" v="253" actId="14100"/>
          <ac:picMkLst>
            <pc:docMk/>
            <pc:sldMk cId="2427825456" sldId="303"/>
            <ac:picMk id="5" creationId="{65C868B8-5643-999A-41AC-0FD0DF730082}"/>
          </ac:picMkLst>
        </pc:picChg>
      </pc:sldChg>
      <pc:sldChg chg="addSp modSp new mod modClrScheme chgLayout">
        <pc:chgData name="Gusti Pangestu" userId="7768735c-5c0d-4d9b-b550-ead0b3c82a30" providerId="ADAL" clId="{0B80913C-9141-48A1-9615-3AD8240D9FFA}" dt="2022-12-12T03:37:41.505" v="270" actId="26606"/>
        <pc:sldMkLst>
          <pc:docMk/>
          <pc:sldMk cId="1646206652" sldId="304"/>
        </pc:sldMkLst>
        <pc:spChg chg="mod">
          <ac:chgData name="Gusti Pangestu" userId="7768735c-5c0d-4d9b-b550-ead0b3c82a30" providerId="ADAL" clId="{0B80913C-9141-48A1-9615-3AD8240D9FFA}" dt="2022-12-12T03:37:41.505" v="270" actId="26606"/>
          <ac:spMkLst>
            <pc:docMk/>
            <pc:sldMk cId="1646206652" sldId="304"/>
            <ac:spMk id="2" creationId="{3A762730-4842-5E20-6522-B8DF41D8F2E2}"/>
          </ac:spMkLst>
        </pc:spChg>
        <pc:spChg chg="mod">
          <ac:chgData name="Gusti Pangestu" userId="7768735c-5c0d-4d9b-b550-ead0b3c82a30" providerId="ADAL" clId="{0B80913C-9141-48A1-9615-3AD8240D9FFA}" dt="2022-12-12T03:37:41.505" v="270" actId="26606"/>
          <ac:spMkLst>
            <pc:docMk/>
            <pc:sldMk cId="1646206652" sldId="304"/>
            <ac:spMk id="3" creationId="{D1E8F021-5912-D9B1-E65A-50A52CD5C68C}"/>
          </ac:spMkLst>
        </pc:spChg>
        <pc:picChg chg="add mod">
          <ac:chgData name="Gusti Pangestu" userId="7768735c-5c0d-4d9b-b550-ead0b3c82a30" providerId="ADAL" clId="{0B80913C-9141-48A1-9615-3AD8240D9FFA}" dt="2022-12-12T03:37:41.505" v="270" actId="26606"/>
          <ac:picMkLst>
            <pc:docMk/>
            <pc:sldMk cId="1646206652" sldId="304"/>
            <ac:picMk id="5" creationId="{D032B9C6-5476-72C8-106A-987E66F0EE44}"/>
          </ac:picMkLst>
        </pc:picChg>
      </pc:sldChg>
      <pc:sldChg chg="addSp delSp modSp new mod modClrScheme chgLayout">
        <pc:chgData name="Gusti Pangestu" userId="7768735c-5c0d-4d9b-b550-ead0b3c82a30" providerId="ADAL" clId="{0B80913C-9141-48A1-9615-3AD8240D9FFA}" dt="2022-12-12T03:38:19.476" v="275" actId="26606"/>
        <pc:sldMkLst>
          <pc:docMk/>
          <pc:sldMk cId="1188252766" sldId="305"/>
        </pc:sldMkLst>
        <pc:spChg chg="del mod ord">
          <ac:chgData name="Gusti Pangestu" userId="7768735c-5c0d-4d9b-b550-ead0b3c82a30" providerId="ADAL" clId="{0B80913C-9141-48A1-9615-3AD8240D9FFA}" dt="2022-12-12T03:37:56.689" v="272" actId="700"/>
          <ac:spMkLst>
            <pc:docMk/>
            <pc:sldMk cId="1188252766" sldId="305"/>
            <ac:spMk id="2" creationId="{7BE22A5C-0F9A-909C-C1F6-2F47C96DB98C}"/>
          </ac:spMkLst>
        </pc:spChg>
        <pc:spChg chg="del mod ord">
          <ac:chgData name="Gusti Pangestu" userId="7768735c-5c0d-4d9b-b550-ead0b3c82a30" providerId="ADAL" clId="{0B80913C-9141-48A1-9615-3AD8240D9FFA}" dt="2022-12-12T03:37:56.689" v="272" actId="700"/>
          <ac:spMkLst>
            <pc:docMk/>
            <pc:sldMk cId="1188252766" sldId="305"/>
            <ac:spMk id="3" creationId="{73FCFC19-0C13-9D65-B61E-9365D18AA4FC}"/>
          </ac:spMkLst>
        </pc:spChg>
        <pc:spChg chg="del">
          <ac:chgData name="Gusti Pangestu" userId="7768735c-5c0d-4d9b-b550-ead0b3c82a30" providerId="ADAL" clId="{0B80913C-9141-48A1-9615-3AD8240D9FFA}" dt="2022-12-12T03:37:56.689" v="272" actId="700"/>
          <ac:spMkLst>
            <pc:docMk/>
            <pc:sldMk cId="1188252766" sldId="305"/>
            <ac:spMk id="4" creationId="{54C163AA-758F-7C07-6910-8D1DBB705E4A}"/>
          </ac:spMkLst>
        </pc:spChg>
        <pc:spChg chg="add mod ord">
          <ac:chgData name="Gusti Pangestu" userId="7768735c-5c0d-4d9b-b550-ead0b3c82a30" providerId="ADAL" clId="{0B80913C-9141-48A1-9615-3AD8240D9FFA}" dt="2022-12-12T03:38:19.476" v="275" actId="26606"/>
          <ac:spMkLst>
            <pc:docMk/>
            <pc:sldMk cId="1188252766" sldId="305"/>
            <ac:spMk id="5" creationId="{21A64906-8898-BF4F-16D5-BD13345B52EC}"/>
          </ac:spMkLst>
        </pc:spChg>
        <pc:spChg chg="add del mod ord">
          <ac:chgData name="Gusti Pangestu" userId="7768735c-5c0d-4d9b-b550-ead0b3c82a30" providerId="ADAL" clId="{0B80913C-9141-48A1-9615-3AD8240D9FFA}" dt="2022-12-12T03:38:16.551" v="274" actId="22"/>
          <ac:spMkLst>
            <pc:docMk/>
            <pc:sldMk cId="1188252766" sldId="305"/>
            <ac:spMk id="6" creationId="{BEDCFB37-F5F4-A9FE-464D-90E7CB0688A1}"/>
          </ac:spMkLst>
        </pc:spChg>
        <pc:picChg chg="add mod ord">
          <ac:chgData name="Gusti Pangestu" userId="7768735c-5c0d-4d9b-b550-ead0b3c82a30" providerId="ADAL" clId="{0B80913C-9141-48A1-9615-3AD8240D9FFA}" dt="2022-12-12T03:38:19.476" v="275" actId="26606"/>
          <ac:picMkLst>
            <pc:docMk/>
            <pc:sldMk cId="1188252766" sldId="305"/>
            <ac:picMk id="8" creationId="{F9CD86C7-F80F-15F1-03C0-EC397BE128C3}"/>
          </ac:picMkLst>
        </pc:picChg>
      </pc:sldChg>
      <pc:sldChg chg="addSp modSp new mod modClrScheme chgLayout">
        <pc:chgData name="Gusti Pangestu" userId="7768735c-5c0d-4d9b-b550-ead0b3c82a30" providerId="ADAL" clId="{0B80913C-9141-48A1-9615-3AD8240D9FFA}" dt="2022-12-12T03:50:24.590" v="301" actId="26606"/>
        <pc:sldMkLst>
          <pc:docMk/>
          <pc:sldMk cId="3237010557" sldId="306"/>
        </pc:sldMkLst>
        <pc:spChg chg="mod">
          <ac:chgData name="Gusti Pangestu" userId="7768735c-5c0d-4d9b-b550-ead0b3c82a30" providerId="ADAL" clId="{0B80913C-9141-48A1-9615-3AD8240D9FFA}" dt="2022-12-12T03:50:24.590" v="301" actId="26606"/>
          <ac:spMkLst>
            <pc:docMk/>
            <pc:sldMk cId="3237010557" sldId="306"/>
            <ac:spMk id="2" creationId="{BCA7BF09-064E-2C3E-66D1-A7B0D05D4510}"/>
          </ac:spMkLst>
        </pc:spChg>
        <pc:spChg chg="mod">
          <ac:chgData name="Gusti Pangestu" userId="7768735c-5c0d-4d9b-b550-ead0b3c82a30" providerId="ADAL" clId="{0B80913C-9141-48A1-9615-3AD8240D9FFA}" dt="2022-12-12T03:50:24.590" v="301" actId="26606"/>
          <ac:spMkLst>
            <pc:docMk/>
            <pc:sldMk cId="3237010557" sldId="306"/>
            <ac:spMk id="3" creationId="{7809535C-83E9-61EF-DE17-CD8E9078303A}"/>
          </ac:spMkLst>
        </pc:spChg>
        <pc:picChg chg="add mod">
          <ac:chgData name="Gusti Pangestu" userId="7768735c-5c0d-4d9b-b550-ead0b3c82a30" providerId="ADAL" clId="{0B80913C-9141-48A1-9615-3AD8240D9FFA}" dt="2022-12-12T03:50:24.590" v="301" actId="26606"/>
          <ac:picMkLst>
            <pc:docMk/>
            <pc:sldMk cId="3237010557" sldId="306"/>
            <ac:picMk id="5" creationId="{01CE68A8-FD98-2252-21BC-9249F0ACCC8E}"/>
          </ac:picMkLst>
        </pc:picChg>
      </pc:sldChg>
      <pc:sldChg chg="addSp delSp modSp new mod modClrScheme chgLayout">
        <pc:chgData name="Gusti Pangestu" userId="7768735c-5c0d-4d9b-b550-ead0b3c82a30" providerId="ADAL" clId="{0B80913C-9141-48A1-9615-3AD8240D9FFA}" dt="2022-12-12T03:51:45.695" v="325" actId="26606"/>
        <pc:sldMkLst>
          <pc:docMk/>
          <pc:sldMk cId="934571703" sldId="307"/>
        </pc:sldMkLst>
        <pc:spChg chg="del mod ord">
          <ac:chgData name="Gusti Pangestu" userId="7768735c-5c0d-4d9b-b550-ead0b3c82a30" providerId="ADAL" clId="{0B80913C-9141-48A1-9615-3AD8240D9FFA}" dt="2022-12-12T03:50:52.380" v="303" actId="700"/>
          <ac:spMkLst>
            <pc:docMk/>
            <pc:sldMk cId="934571703" sldId="307"/>
            <ac:spMk id="2" creationId="{23816FA8-E83C-53D0-7C70-5D8417E0863C}"/>
          </ac:spMkLst>
        </pc:spChg>
        <pc:spChg chg="del mod ord">
          <ac:chgData name="Gusti Pangestu" userId="7768735c-5c0d-4d9b-b550-ead0b3c82a30" providerId="ADAL" clId="{0B80913C-9141-48A1-9615-3AD8240D9FFA}" dt="2022-12-12T03:50:52.380" v="303" actId="700"/>
          <ac:spMkLst>
            <pc:docMk/>
            <pc:sldMk cId="934571703" sldId="307"/>
            <ac:spMk id="3" creationId="{4B3EAF94-FA22-6966-CEA7-FA050A1A24C2}"/>
          </ac:spMkLst>
        </pc:spChg>
        <pc:spChg chg="del">
          <ac:chgData name="Gusti Pangestu" userId="7768735c-5c0d-4d9b-b550-ead0b3c82a30" providerId="ADAL" clId="{0B80913C-9141-48A1-9615-3AD8240D9FFA}" dt="2022-12-12T03:50:52.380" v="303" actId="700"/>
          <ac:spMkLst>
            <pc:docMk/>
            <pc:sldMk cId="934571703" sldId="307"/>
            <ac:spMk id="4" creationId="{CC696DD9-6A88-D29D-687B-81C66DFCC4D6}"/>
          </ac:spMkLst>
        </pc:spChg>
        <pc:spChg chg="add mod ord">
          <ac:chgData name="Gusti Pangestu" userId="7768735c-5c0d-4d9b-b550-ead0b3c82a30" providerId="ADAL" clId="{0B80913C-9141-48A1-9615-3AD8240D9FFA}" dt="2022-12-12T03:51:45.695" v="325" actId="26606"/>
          <ac:spMkLst>
            <pc:docMk/>
            <pc:sldMk cId="934571703" sldId="307"/>
            <ac:spMk id="5" creationId="{2D057201-F3AB-B290-09D3-EE0B97BD1A00}"/>
          </ac:spMkLst>
        </pc:spChg>
        <pc:spChg chg="add mod ord">
          <ac:chgData name="Gusti Pangestu" userId="7768735c-5c0d-4d9b-b550-ead0b3c82a30" providerId="ADAL" clId="{0B80913C-9141-48A1-9615-3AD8240D9FFA}" dt="2022-12-12T03:51:45.695" v="325" actId="26606"/>
          <ac:spMkLst>
            <pc:docMk/>
            <pc:sldMk cId="934571703" sldId="307"/>
            <ac:spMk id="6" creationId="{1B411A05-B132-EA06-30FE-2FF3E2037F53}"/>
          </ac:spMkLst>
        </pc:spChg>
        <pc:picChg chg="add mod">
          <ac:chgData name="Gusti Pangestu" userId="7768735c-5c0d-4d9b-b550-ead0b3c82a30" providerId="ADAL" clId="{0B80913C-9141-48A1-9615-3AD8240D9FFA}" dt="2022-12-12T03:51:45.695" v="325" actId="26606"/>
          <ac:picMkLst>
            <pc:docMk/>
            <pc:sldMk cId="934571703" sldId="307"/>
            <ac:picMk id="8" creationId="{FF225089-5E89-C5B8-F114-85CAF9C61AFE}"/>
          </ac:picMkLst>
        </pc:picChg>
      </pc:sldChg>
      <pc:sldChg chg="addSp delSp modSp new mod modClrScheme chgLayout">
        <pc:chgData name="Gusti Pangestu" userId="7768735c-5c0d-4d9b-b550-ead0b3c82a30" providerId="ADAL" clId="{0B80913C-9141-48A1-9615-3AD8240D9FFA}" dt="2022-12-12T03:53:32.222" v="349" actId="1076"/>
        <pc:sldMkLst>
          <pc:docMk/>
          <pc:sldMk cId="1490100694" sldId="308"/>
        </pc:sldMkLst>
        <pc:spChg chg="del mod ord">
          <ac:chgData name="Gusti Pangestu" userId="7768735c-5c0d-4d9b-b550-ead0b3c82a30" providerId="ADAL" clId="{0B80913C-9141-48A1-9615-3AD8240D9FFA}" dt="2022-12-12T03:52:06.112" v="327" actId="700"/>
          <ac:spMkLst>
            <pc:docMk/>
            <pc:sldMk cId="1490100694" sldId="308"/>
            <ac:spMk id="2" creationId="{1930A76F-01C9-455D-CBDC-7DB0840A45BE}"/>
          </ac:spMkLst>
        </pc:spChg>
        <pc:spChg chg="del mod ord">
          <ac:chgData name="Gusti Pangestu" userId="7768735c-5c0d-4d9b-b550-ead0b3c82a30" providerId="ADAL" clId="{0B80913C-9141-48A1-9615-3AD8240D9FFA}" dt="2022-12-12T03:52:06.112" v="327" actId="700"/>
          <ac:spMkLst>
            <pc:docMk/>
            <pc:sldMk cId="1490100694" sldId="308"/>
            <ac:spMk id="3" creationId="{190639FF-E599-7AF7-CF1F-B199CD4CF87A}"/>
          </ac:spMkLst>
        </pc:spChg>
        <pc:spChg chg="del">
          <ac:chgData name="Gusti Pangestu" userId="7768735c-5c0d-4d9b-b550-ead0b3c82a30" providerId="ADAL" clId="{0B80913C-9141-48A1-9615-3AD8240D9FFA}" dt="2022-12-12T03:52:06.112" v="327" actId="700"/>
          <ac:spMkLst>
            <pc:docMk/>
            <pc:sldMk cId="1490100694" sldId="308"/>
            <ac:spMk id="4" creationId="{E76EBC46-906B-67DE-8EA2-47DABB5C4259}"/>
          </ac:spMkLst>
        </pc:spChg>
        <pc:spChg chg="add del mod ord">
          <ac:chgData name="Gusti Pangestu" userId="7768735c-5c0d-4d9b-b550-ead0b3c82a30" providerId="ADAL" clId="{0B80913C-9141-48A1-9615-3AD8240D9FFA}" dt="2022-12-12T03:52:09.661" v="328" actId="478"/>
          <ac:spMkLst>
            <pc:docMk/>
            <pc:sldMk cId="1490100694" sldId="308"/>
            <ac:spMk id="5" creationId="{A66FE2B7-56B1-E4D4-1A55-15D678DB35E6}"/>
          </ac:spMkLst>
        </pc:spChg>
        <pc:spChg chg="add mod ord">
          <ac:chgData name="Gusti Pangestu" userId="7768735c-5c0d-4d9b-b550-ead0b3c82a30" providerId="ADAL" clId="{0B80913C-9141-48A1-9615-3AD8240D9FFA}" dt="2022-12-12T03:53:23.344" v="346" actId="27636"/>
          <ac:spMkLst>
            <pc:docMk/>
            <pc:sldMk cId="1490100694" sldId="308"/>
            <ac:spMk id="6" creationId="{C20A5325-4AF3-6B34-43BA-51FAC12DF400}"/>
          </ac:spMkLst>
        </pc:spChg>
        <pc:spChg chg="add del mod">
          <ac:chgData name="Gusti Pangestu" userId="7768735c-5c0d-4d9b-b550-ead0b3c82a30" providerId="ADAL" clId="{0B80913C-9141-48A1-9615-3AD8240D9FFA}" dt="2022-12-12T03:53:07.691" v="341" actId="478"/>
          <ac:spMkLst>
            <pc:docMk/>
            <pc:sldMk cId="1490100694" sldId="308"/>
            <ac:spMk id="13" creationId="{9D026907-9E78-86B6-82BC-344BA20E23BF}"/>
          </ac:spMkLst>
        </pc:spChg>
        <pc:picChg chg="add mod">
          <ac:chgData name="Gusti Pangestu" userId="7768735c-5c0d-4d9b-b550-ead0b3c82a30" providerId="ADAL" clId="{0B80913C-9141-48A1-9615-3AD8240D9FFA}" dt="2022-12-12T03:53:32.222" v="349" actId="1076"/>
          <ac:picMkLst>
            <pc:docMk/>
            <pc:sldMk cId="1490100694" sldId="308"/>
            <ac:picMk id="8" creationId="{B4065925-CA90-648B-A933-AFAA1A556A85}"/>
          </ac:picMkLst>
        </pc:picChg>
      </pc:sldChg>
    </pc:docChg>
  </pc:docChgLst>
  <pc:docChgLst>
    <pc:chgData name="Gusti Pangestu" userId="S::gusti.pangestu@binus.ac.id::7768735c-5c0d-4d9b-b550-ead0b3c82a30" providerId="AD" clId="Web-{C66C34B6-9332-01B0-020B-2C52778785FE}"/>
    <pc:docChg chg="addSld delSld modSld modSection">
      <pc:chgData name="Gusti Pangestu" userId="S::gusti.pangestu@binus.ac.id::7768735c-5c0d-4d9b-b550-ead0b3c82a30" providerId="AD" clId="Web-{C66C34B6-9332-01B0-020B-2C52778785FE}" dt="2022-11-16T09:17:52.740" v="40"/>
      <pc:docMkLst>
        <pc:docMk/>
      </pc:docMkLst>
      <pc:sldChg chg="modSp">
        <pc:chgData name="Gusti Pangestu" userId="S::gusti.pangestu@binus.ac.id::7768735c-5c0d-4d9b-b550-ead0b3c82a30" providerId="AD" clId="Web-{C66C34B6-9332-01B0-020B-2C52778785FE}" dt="2022-11-16T09:08:06.935" v="16" actId="20577"/>
        <pc:sldMkLst>
          <pc:docMk/>
          <pc:sldMk cId="1545682022" sldId="290"/>
        </pc:sldMkLst>
        <pc:spChg chg="mod">
          <ac:chgData name="Gusti Pangestu" userId="S::gusti.pangestu@binus.ac.id::7768735c-5c0d-4d9b-b550-ead0b3c82a30" providerId="AD" clId="Web-{C66C34B6-9332-01B0-020B-2C52778785FE}" dt="2022-11-16T09:08:06.935" v="16" actId="20577"/>
          <ac:spMkLst>
            <pc:docMk/>
            <pc:sldMk cId="1545682022" sldId="290"/>
            <ac:spMk id="3" creationId="{CFBE6DC7-A61F-27FA-B9A7-7018AFBF0075}"/>
          </ac:spMkLst>
        </pc:spChg>
      </pc:sldChg>
      <pc:sldChg chg="del">
        <pc:chgData name="Gusti Pangestu" userId="S::gusti.pangestu@binus.ac.id::7768735c-5c0d-4d9b-b550-ead0b3c82a30" providerId="AD" clId="Web-{C66C34B6-9332-01B0-020B-2C52778785FE}" dt="2022-11-16T09:07:20.871" v="14"/>
        <pc:sldMkLst>
          <pc:docMk/>
          <pc:sldMk cId="1765197454" sldId="291"/>
        </pc:sldMkLst>
      </pc:sldChg>
      <pc:sldChg chg="addSp modSp new">
        <pc:chgData name="Gusti Pangestu" userId="S::gusti.pangestu@binus.ac.id::7768735c-5c0d-4d9b-b550-ead0b3c82a30" providerId="AD" clId="Web-{C66C34B6-9332-01B0-020B-2C52778785FE}" dt="2022-11-16T09:17:46.756" v="39" actId="14100"/>
        <pc:sldMkLst>
          <pc:docMk/>
          <pc:sldMk cId="3825084955" sldId="291"/>
        </pc:sldMkLst>
        <pc:spChg chg="mod">
          <ac:chgData name="Gusti Pangestu" userId="S::gusti.pangestu@binus.ac.id::7768735c-5c0d-4d9b-b550-ead0b3c82a30" providerId="AD" clId="Web-{C66C34B6-9332-01B0-020B-2C52778785FE}" dt="2022-11-16T09:12:45.993" v="22" actId="20577"/>
          <ac:spMkLst>
            <pc:docMk/>
            <pc:sldMk cId="3825084955" sldId="291"/>
            <ac:spMk id="2" creationId="{065D08AA-2609-86CD-C729-7BC0D8B66F01}"/>
          </ac:spMkLst>
        </pc:spChg>
        <pc:spChg chg="mod">
          <ac:chgData name="Gusti Pangestu" userId="S::gusti.pangestu@binus.ac.id::7768735c-5c0d-4d9b-b550-ead0b3c82a30" providerId="AD" clId="Web-{C66C34B6-9332-01B0-020B-2C52778785FE}" dt="2022-11-16T09:17:23.755" v="31" actId="20577"/>
          <ac:spMkLst>
            <pc:docMk/>
            <pc:sldMk cId="3825084955" sldId="291"/>
            <ac:spMk id="3" creationId="{5CDA8B99-6B48-BF80-D3FB-13793B8E9409}"/>
          </ac:spMkLst>
        </pc:spChg>
        <pc:picChg chg="add mod">
          <ac:chgData name="Gusti Pangestu" userId="S::gusti.pangestu@binus.ac.id::7768735c-5c0d-4d9b-b550-ead0b3c82a30" providerId="AD" clId="Web-{C66C34B6-9332-01B0-020B-2C52778785FE}" dt="2022-11-16T09:17:41.771" v="37" actId="1076"/>
          <ac:picMkLst>
            <pc:docMk/>
            <pc:sldMk cId="3825084955" sldId="291"/>
            <ac:picMk id="4" creationId="{E11F8490-F232-993B-6615-EFD506669072}"/>
          </ac:picMkLst>
        </pc:picChg>
        <pc:picChg chg="add mod">
          <ac:chgData name="Gusti Pangestu" userId="S::gusti.pangestu@binus.ac.id::7768735c-5c0d-4d9b-b550-ead0b3c82a30" providerId="AD" clId="Web-{C66C34B6-9332-01B0-020B-2C52778785FE}" dt="2022-11-16T09:17:46.756" v="39" actId="14100"/>
          <ac:picMkLst>
            <pc:docMk/>
            <pc:sldMk cId="3825084955" sldId="291"/>
            <ac:picMk id="5" creationId="{4F0F1FA3-D48F-68D8-F1FB-6EA7F50B1369}"/>
          </ac:picMkLst>
        </pc:picChg>
      </pc:sldChg>
      <pc:sldChg chg="new">
        <pc:chgData name="Gusti Pangestu" userId="S::gusti.pangestu@binus.ac.id::7768735c-5c0d-4d9b-b550-ead0b3c82a30" providerId="AD" clId="Web-{C66C34B6-9332-01B0-020B-2C52778785FE}" dt="2022-11-16T09:17:52.740" v="40"/>
        <pc:sldMkLst>
          <pc:docMk/>
          <pc:sldMk cId="1339754843" sldId="292"/>
        </pc:sldMkLst>
      </pc:sldChg>
      <pc:sldChg chg="del">
        <pc:chgData name="Gusti Pangestu" userId="S::gusti.pangestu@binus.ac.id::7768735c-5c0d-4d9b-b550-ead0b3c82a30" providerId="AD" clId="Web-{C66C34B6-9332-01B0-020B-2C52778785FE}" dt="2022-11-16T09:07:20.871" v="13"/>
        <pc:sldMkLst>
          <pc:docMk/>
          <pc:sldMk cId="3506783845" sldId="292"/>
        </pc:sldMkLst>
      </pc:sldChg>
      <pc:sldChg chg="del">
        <pc:chgData name="Gusti Pangestu" userId="S::gusti.pangestu@binus.ac.id::7768735c-5c0d-4d9b-b550-ead0b3c82a30" providerId="AD" clId="Web-{C66C34B6-9332-01B0-020B-2C52778785FE}" dt="2022-11-16T09:07:20.871" v="11"/>
        <pc:sldMkLst>
          <pc:docMk/>
          <pc:sldMk cId="1023137893" sldId="293"/>
        </pc:sldMkLst>
      </pc:sldChg>
      <pc:sldChg chg="del">
        <pc:chgData name="Gusti Pangestu" userId="S::gusti.pangestu@binus.ac.id::7768735c-5c0d-4d9b-b550-ead0b3c82a30" providerId="AD" clId="Web-{C66C34B6-9332-01B0-020B-2C52778785FE}" dt="2022-11-16T09:07:20.871" v="12"/>
        <pc:sldMkLst>
          <pc:docMk/>
          <pc:sldMk cId="641680110" sldId="294"/>
        </pc:sldMkLst>
      </pc:sldChg>
      <pc:sldChg chg="del">
        <pc:chgData name="Gusti Pangestu" userId="S::gusti.pangestu@binus.ac.id::7768735c-5c0d-4d9b-b550-ead0b3c82a30" providerId="AD" clId="Web-{C66C34B6-9332-01B0-020B-2C52778785FE}" dt="2022-11-16T09:07:20.855" v="10"/>
        <pc:sldMkLst>
          <pc:docMk/>
          <pc:sldMk cId="1095013890" sldId="295"/>
        </pc:sldMkLst>
      </pc:sldChg>
      <pc:sldChg chg="del">
        <pc:chgData name="Gusti Pangestu" userId="S::gusti.pangestu@binus.ac.id::7768735c-5c0d-4d9b-b550-ead0b3c82a30" providerId="AD" clId="Web-{C66C34B6-9332-01B0-020B-2C52778785FE}" dt="2022-11-16T09:07:20.855" v="9"/>
        <pc:sldMkLst>
          <pc:docMk/>
          <pc:sldMk cId="1426729290" sldId="296"/>
        </pc:sldMkLst>
      </pc:sldChg>
      <pc:sldChg chg="del">
        <pc:chgData name="Gusti Pangestu" userId="S::gusti.pangestu@binus.ac.id::7768735c-5c0d-4d9b-b550-ead0b3c82a30" providerId="AD" clId="Web-{C66C34B6-9332-01B0-020B-2C52778785FE}" dt="2022-11-16T09:07:20.855" v="8"/>
        <pc:sldMkLst>
          <pc:docMk/>
          <pc:sldMk cId="2467367817" sldId="297"/>
        </pc:sldMkLst>
      </pc:sldChg>
      <pc:sldChg chg="del">
        <pc:chgData name="Gusti Pangestu" userId="S::gusti.pangestu@binus.ac.id::7768735c-5c0d-4d9b-b550-ead0b3c82a30" providerId="AD" clId="Web-{C66C34B6-9332-01B0-020B-2C52778785FE}" dt="2022-11-16T09:07:20.855" v="7"/>
        <pc:sldMkLst>
          <pc:docMk/>
          <pc:sldMk cId="3078249726" sldId="298"/>
        </pc:sldMkLst>
      </pc:sldChg>
      <pc:sldChg chg="del">
        <pc:chgData name="Gusti Pangestu" userId="S::gusti.pangestu@binus.ac.id::7768735c-5c0d-4d9b-b550-ead0b3c82a30" providerId="AD" clId="Web-{C66C34B6-9332-01B0-020B-2C52778785FE}" dt="2022-11-16T09:07:20.855" v="6"/>
        <pc:sldMkLst>
          <pc:docMk/>
          <pc:sldMk cId="2189213575" sldId="299"/>
        </pc:sldMkLst>
      </pc:sldChg>
      <pc:sldChg chg="del">
        <pc:chgData name="Gusti Pangestu" userId="S::gusti.pangestu@binus.ac.id::7768735c-5c0d-4d9b-b550-ead0b3c82a30" providerId="AD" clId="Web-{C66C34B6-9332-01B0-020B-2C52778785FE}" dt="2022-11-16T09:07:20.855" v="5"/>
        <pc:sldMkLst>
          <pc:docMk/>
          <pc:sldMk cId="544600065" sldId="300"/>
        </pc:sldMkLst>
      </pc:sldChg>
      <pc:sldChg chg="del">
        <pc:chgData name="Gusti Pangestu" userId="S::gusti.pangestu@binus.ac.id::7768735c-5c0d-4d9b-b550-ead0b3c82a30" providerId="AD" clId="Web-{C66C34B6-9332-01B0-020B-2C52778785FE}" dt="2022-11-16T09:07:20.855" v="4"/>
        <pc:sldMkLst>
          <pc:docMk/>
          <pc:sldMk cId="1266768660" sldId="301"/>
        </pc:sldMkLst>
      </pc:sldChg>
      <pc:sldChg chg="del">
        <pc:chgData name="Gusti Pangestu" userId="S::gusti.pangestu@binus.ac.id::7768735c-5c0d-4d9b-b550-ead0b3c82a30" providerId="AD" clId="Web-{C66C34B6-9332-01B0-020B-2C52778785FE}" dt="2022-11-16T09:07:20.855" v="3"/>
        <pc:sldMkLst>
          <pc:docMk/>
          <pc:sldMk cId="343948354" sldId="302"/>
        </pc:sldMkLst>
      </pc:sldChg>
      <pc:sldChg chg="del">
        <pc:chgData name="Gusti Pangestu" userId="S::gusti.pangestu@binus.ac.id::7768735c-5c0d-4d9b-b550-ead0b3c82a30" providerId="AD" clId="Web-{C66C34B6-9332-01B0-020B-2C52778785FE}" dt="2022-11-16T09:07:20.855" v="2"/>
        <pc:sldMkLst>
          <pc:docMk/>
          <pc:sldMk cId="2107620240" sldId="303"/>
        </pc:sldMkLst>
      </pc:sldChg>
      <pc:sldChg chg="del">
        <pc:chgData name="Gusti Pangestu" userId="S::gusti.pangestu@binus.ac.id::7768735c-5c0d-4d9b-b550-ead0b3c82a30" providerId="AD" clId="Web-{C66C34B6-9332-01B0-020B-2C52778785FE}" dt="2022-11-16T09:07:20.855" v="1"/>
        <pc:sldMkLst>
          <pc:docMk/>
          <pc:sldMk cId="3568005129" sldId="304"/>
        </pc:sldMkLst>
      </pc:sldChg>
      <pc:sldChg chg="del">
        <pc:chgData name="Gusti Pangestu" userId="S::gusti.pangestu@binus.ac.id::7768735c-5c0d-4d9b-b550-ead0b3c82a30" providerId="AD" clId="Web-{C66C34B6-9332-01B0-020B-2C52778785FE}" dt="2022-11-16T09:07:20.855" v="0"/>
        <pc:sldMkLst>
          <pc:docMk/>
          <pc:sldMk cId="4266244157" sldId="30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E347AD-4C68-40F0-A7FE-7B388326E828}" type="datetimeFigureOut">
              <a:rPr lang="id-ID" smtClean="0"/>
              <a:t>02/01/2023</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A3A927-6C38-4632-942C-2C21A01C7D94}" type="slidenum">
              <a:rPr lang="id-ID" smtClean="0"/>
              <a:t>‹#›</a:t>
            </a:fld>
            <a:endParaRPr lang="id-ID"/>
          </a:p>
        </p:txBody>
      </p:sp>
    </p:spTree>
    <p:extLst>
      <p:ext uri="{BB962C8B-B14F-4D97-AF65-F5344CB8AC3E}">
        <p14:creationId xmlns:p14="http://schemas.microsoft.com/office/powerpoint/2010/main" val="3493954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a:p>
        </p:txBody>
      </p:sp>
      <p:sp>
        <p:nvSpPr>
          <p:cNvPr id="4"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a:xfrm>
            <a:off x="3124200" y="6453336"/>
            <a:ext cx="2895600" cy="365125"/>
          </a:xfrm>
        </p:spPr>
        <p:txBody>
          <a:bodyPr/>
          <a:lstStyle/>
          <a:p>
            <a:endParaRPr lang="id-ID"/>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pic>
        <p:nvPicPr>
          <p:cNvPr id="11" name="Picture 1" descr="Background 01-01.jpg">
            <a:extLst>
              <a:ext uri="{FF2B5EF4-FFF2-40B4-BE49-F238E27FC236}">
                <a16:creationId xmlns:a16="http://schemas.microsoft.com/office/drawing/2014/main" id="{BAB1F597-27DD-4AD5-9342-11528D4387BB}"/>
              </a:ext>
            </a:extLst>
          </p:cNvPr>
          <p:cNvPicPr>
            <a:picLocks noChangeAspect="1"/>
          </p:cNvPicPr>
          <p:nvPr userDrawn="1"/>
        </p:nvPicPr>
        <p:blipFill>
          <a:blip r:embed="rId3" cstate="screen"/>
          <a:srcRect/>
          <a:stretch>
            <a:fillRect/>
          </a:stretch>
        </p:blipFill>
        <p:spPr bwMode="auto">
          <a:xfrm>
            <a:off x="-1" y="0"/>
            <a:ext cx="9146207" cy="6858000"/>
          </a:xfrm>
          <a:prstGeom prst="rect">
            <a:avLst/>
          </a:prstGeom>
          <a:noFill/>
          <a:ln w="9525">
            <a:noFill/>
            <a:miter lim="800000"/>
            <a:headEnd/>
            <a:tailEnd/>
          </a:ln>
        </p:spPr>
      </p:pic>
      <p:pic>
        <p:nvPicPr>
          <p:cNvPr id="12" name="Picture 11" descr="A screenshot of a cell phone&#10;&#10;Description automatically generated">
            <a:extLst>
              <a:ext uri="{FF2B5EF4-FFF2-40B4-BE49-F238E27FC236}">
                <a16:creationId xmlns:a16="http://schemas.microsoft.com/office/drawing/2014/main" id="{37C18FCB-F3A8-4188-9F49-B2D77ECA9ACD}"/>
              </a:ext>
            </a:extLst>
          </p:cNvPr>
          <p:cNvPicPr>
            <a:picLocks noChangeAspect="1"/>
          </p:cNvPicPr>
          <p:nvPr userDrawn="1"/>
        </p:nvPicPr>
        <p:blipFill rotWithShape="1">
          <a:blip r:embed="rId4"/>
          <a:srcRect l="20942" t="89154" r="21091" b="4449"/>
          <a:stretch/>
        </p:blipFill>
        <p:spPr>
          <a:xfrm>
            <a:off x="5417838" y="650553"/>
            <a:ext cx="3426919" cy="534843"/>
          </a:xfrm>
          <a:prstGeom prst="rect">
            <a:avLst/>
          </a:prstGeom>
          <a:ln w="3175">
            <a:noFill/>
          </a:ln>
        </p:spPr>
      </p:pic>
    </p:spTree>
    <p:extLst>
      <p:ext uri="{BB962C8B-B14F-4D97-AF65-F5344CB8AC3E}">
        <p14:creationId xmlns:p14="http://schemas.microsoft.com/office/powerpoint/2010/main" val="2725141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911350" y="2060848"/>
            <a:ext cx="6837114" cy="792088"/>
          </a:xfrm>
        </p:spPr>
        <p:txBody>
          <a:bodyPr>
            <a:normAutofit/>
          </a:bodyPr>
          <a:lstStyle>
            <a:lvl1pPr algn="l">
              <a:defRPr sz="3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9" name="Footer Placeholder 4"/>
          <p:cNvSpPr>
            <a:spLocks noGrp="1"/>
          </p:cNvSpPr>
          <p:nvPr>
            <p:ph type="ftr" sz="quarter" idx="11"/>
          </p:nvPr>
        </p:nvSpPr>
        <p:spPr>
          <a:xfrm>
            <a:off x="3124200" y="6453336"/>
            <a:ext cx="2895600" cy="365125"/>
          </a:xfrm>
        </p:spPr>
        <p:txBody>
          <a:bodyPr/>
          <a:lstStyle/>
          <a:p>
            <a:endParaRPr lang="id-ID"/>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911350" y="3429001"/>
            <a:ext cx="6837114" cy="304042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6" name="Subtitle 2"/>
          <p:cNvSpPr>
            <a:spLocks noGrp="1"/>
          </p:cNvSpPr>
          <p:nvPr>
            <p:ph type="subTitle" idx="13"/>
          </p:nvPr>
        </p:nvSpPr>
        <p:spPr>
          <a:xfrm>
            <a:off x="1907704" y="2852936"/>
            <a:ext cx="6840760" cy="504056"/>
          </a:xfrm>
        </p:spPr>
        <p:txBody>
          <a:bodyPr vert="horz" lIns="91440" tIns="45720" rIns="91440" bIns="45720" rtlCol="0" anchor="ctr">
            <a:normAutofit/>
          </a:bodyPr>
          <a:lstStyle>
            <a:lvl1pPr>
              <a:defRPr lang="id-ID" sz="2200" b="1" dirty="0">
                <a:solidFill>
                  <a:srgbClr val="0079B8"/>
                </a:solidFill>
                <a:latin typeface="Open Sans"/>
                <a:ea typeface="+mj-ea"/>
                <a:cs typeface="+mj-cs"/>
              </a:defRPr>
            </a:lvl1pPr>
          </a:lstStyle>
          <a:p>
            <a:pPr lvl="0">
              <a:spcBef>
                <a:spcPct val="0"/>
              </a:spcBef>
              <a:buNone/>
            </a:pPr>
            <a:r>
              <a:rPr lang="en-US"/>
              <a:t>Click to edit Master subtitle style</a:t>
            </a:r>
            <a:endParaRPr lang="id-ID"/>
          </a:p>
        </p:txBody>
      </p:sp>
      <p:pic>
        <p:nvPicPr>
          <p:cNvPr id="12" name="Picture 1" descr="Background 01-02.jpg">
            <a:extLst>
              <a:ext uri="{FF2B5EF4-FFF2-40B4-BE49-F238E27FC236}">
                <a16:creationId xmlns:a16="http://schemas.microsoft.com/office/drawing/2014/main" id="{85D2C002-CFDC-4500-9C4B-9C7B4FA4308D}"/>
              </a:ext>
            </a:extLst>
          </p:cNvPr>
          <p:cNvPicPr>
            <a:picLocks noChangeAspect="1"/>
          </p:cNvPicPr>
          <p:nvPr userDrawn="1"/>
        </p:nvPicPr>
        <p:blipFill>
          <a:blip r:embed="rId3" cstate="screen"/>
          <a:srcRect/>
          <a:stretch>
            <a:fillRect/>
          </a:stretch>
        </p:blipFill>
        <p:spPr bwMode="auto">
          <a:xfrm>
            <a:off x="0" y="0"/>
            <a:ext cx="9144000" cy="6858000"/>
          </a:xfrm>
          <a:prstGeom prst="rect">
            <a:avLst/>
          </a:prstGeom>
          <a:noFill/>
          <a:ln w="9525">
            <a:noFill/>
            <a:miter lim="800000"/>
            <a:headEnd/>
            <a:tailEnd/>
          </a:ln>
        </p:spPr>
      </p:pic>
      <p:pic>
        <p:nvPicPr>
          <p:cNvPr id="13" name="Picture 12" descr="A screenshot of a cell phone&#10;&#10;Description automatically generated">
            <a:extLst>
              <a:ext uri="{FF2B5EF4-FFF2-40B4-BE49-F238E27FC236}">
                <a16:creationId xmlns:a16="http://schemas.microsoft.com/office/drawing/2014/main" id="{FE1BE66E-B095-4930-9921-1D3A326974AF}"/>
              </a:ext>
            </a:extLst>
          </p:cNvPr>
          <p:cNvPicPr>
            <a:picLocks noChangeAspect="1"/>
          </p:cNvPicPr>
          <p:nvPr userDrawn="1"/>
        </p:nvPicPr>
        <p:blipFill rotWithShape="1">
          <a:blip r:embed="rId4"/>
          <a:srcRect l="20942" t="89154" r="21091" b="4449"/>
          <a:stretch/>
        </p:blipFill>
        <p:spPr>
          <a:xfrm>
            <a:off x="2971800" y="5925358"/>
            <a:ext cx="3426092" cy="534714"/>
          </a:xfrm>
          <a:prstGeom prst="rect">
            <a:avLst/>
          </a:prstGeom>
          <a:ln w="3175">
            <a:noFill/>
          </a:ln>
        </p:spPr>
      </p:pic>
    </p:spTree>
    <p:extLst>
      <p:ext uri="{BB962C8B-B14F-4D97-AF65-F5344CB8AC3E}">
        <p14:creationId xmlns:p14="http://schemas.microsoft.com/office/powerpoint/2010/main" val="761869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593648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401632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59855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43551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27369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161704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193814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63596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188760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11759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9B71C-2D91-4D15-BAB7-ADA66F828B46}" type="datetimeFigureOut">
              <a:rPr lang="id-ID" smtClean="0"/>
              <a:pPr/>
              <a:t>02/01/2023</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2818913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hyperlink" Target="http://godoc.org/" TargetMode="Externa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hyperlink" Target="https://www.golangprograms.com/golang-import-and-export-struct-packages-and-interface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cs typeface="Calibri Light"/>
              </a:rPr>
              <a:t>Popular Programming Tech</a:t>
            </a:r>
            <a:endParaRPr lang="en-US">
              <a:ea typeface="Open Sans"/>
              <a:cs typeface="Calibri Light"/>
            </a:endParaRPr>
          </a:p>
        </p:txBody>
      </p:sp>
      <p:sp>
        <p:nvSpPr>
          <p:cNvPr id="3" name="Subtitle 2"/>
          <p:cNvSpPr>
            <a:spLocks noGrp="1"/>
          </p:cNvSpPr>
          <p:nvPr>
            <p:ph type="subTitle" idx="1"/>
          </p:nvPr>
        </p:nvSpPr>
        <p:spPr/>
        <p:txBody>
          <a:bodyPr vert="horz" lIns="68580" tIns="34290" rIns="68580" bIns="34290" rtlCol="0" anchor="t">
            <a:normAutofit fontScale="70000" lnSpcReduction="20000"/>
          </a:bodyPr>
          <a:lstStyle/>
          <a:p>
            <a:r>
              <a:rPr lang="en-US" dirty="0">
                <a:cs typeface="Calibri"/>
              </a:rPr>
              <a:t>Part 10</a:t>
            </a:r>
          </a:p>
          <a:p>
            <a:r>
              <a:rPr lang="en-US" dirty="0">
                <a:ea typeface="Open Sans"/>
                <a:cs typeface="Open Sans"/>
              </a:rPr>
              <a:t>Packages and Go Tools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E616B-94C1-4821-AA95-497C64ADBC5C}"/>
              </a:ext>
            </a:extLst>
          </p:cNvPr>
          <p:cNvSpPr>
            <a:spLocks noGrp="1"/>
          </p:cNvSpPr>
          <p:nvPr>
            <p:ph type="title"/>
          </p:nvPr>
        </p:nvSpPr>
        <p:spPr/>
        <p:txBody>
          <a:bodyPr/>
          <a:lstStyle/>
          <a:p>
            <a:r>
              <a:rPr lang="en-GB"/>
              <a:t>Learning Objective</a:t>
            </a:r>
            <a:endParaRPr lang="id-ID"/>
          </a:p>
        </p:txBody>
      </p:sp>
      <p:sp>
        <p:nvSpPr>
          <p:cNvPr id="3" name="Content Placeholder 2">
            <a:extLst>
              <a:ext uri="{FF2B5EF4-FFF2-40B4-BE49-F238E27FC236}">
                <a16:creationId xmlns:a16="http://schemas.microsoft.com/office/drawing/2014/main" id="{4C14D8CF-1B8B-4AE4-B51C-5D619267E8B5}"/>
              </a:ext>
            </a:extLst>
          </p:cNvPr>
          <p:cNvSpPr>
            <a:spLocks noGrp="1"/>
          </p:cNvSpPr>
          <p:nvPr>
            <p:ph idx="1"/>
          </p:nvPr>
        </p:nvSpPr>
        <p:spPr/>
        <p:txBody>
          <a:bodyPr/>
          <a:lstStyle/>
          <a:p>
            <a:pPr marL="742950" marR="0" lvl="1" indent="-285750">
              <a:lnSpc>
                <a:spcPct val="107000"/>
              </a:lnSpc>
              <a:spcBef>
                <a:spcPts val="0"/>
              </a:spcBef>
              <a:spcAft>
                <a:spcPts val="800"/>
              </a:spcAft>
              <a:buFont typeface="Symbol" panose="05050102010706020507" pitchFamily="18" charset="2"/>
              <a:buChar char=""/>
            </a:pPr>
            <a:r>
              <a:rPr lang="en-US" sz="1800" b="1">
                <a:effectLst/>
                <a:latin typeface="Calibri" panose="020F0502020204030204" pitchFamily="34" charset="0"/>
                <a:ea typeface="Times New Roman" panose="02020603050405020304" pitchFamily="18" charset="0"/>
                <a:cs typeface="Times New Roman" panose="02020603050405020304" pitchFamily="18" charset="0"/>
              </a:rPr>
              <a:t>LO 2 : Apply GO programming language techniques and libraries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27291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7130-CB93-C8BE-7021-F7979E8208C3}"/>
              </a:ext>
            </a:extLst>
          </p:cNvPr>
          <p:cNvSpPr>
            <a:spLocks noGrp="1"/>
          </p:cNvSpPr>
          <p:nvPr>
            <p:ph type="title"/>
          </p:nvPr>
        </p:nvSpPr>
        <p:spPr/>
        <p:txBody>
          <a:bodyPr/>
          <a:lstStyle/>
          <a:p>
            <a:r>
              <a:rPr lang="en-US">
                <a:ea typeface="Open Sans"/>
                <a:cs typeface="Open Sans"/>
              </a:rPr>
              <a:t>Outline</a:t>
            </a:r>
            <a:endParaRPr lang="en-US"/>
          </a:p>
        </p:txBody>
      </p:sp>
      <p:sp>
        <p:nvSpPr>
          <p:cNvPr id="3" name="Content Placeholder 2">
            <a:extLst>
              <a:ext uri="{FF2B5EF4-FFF2-40B4-BE49-F238E27FC236}">
                <a16:creationId xmlns:a16="http://schemas.microsoft.com/office/drawing/2014/main" id="{CFBE6DC7-A61F-27FA-B9A7-7018AFBF0075}"/>
              </a:ext>
            </a:extLst>
          </p:cNvPr>
          <p:cNvSpPr>
            <a:spLocks noGrp="1"/>
          </p:cNvSpPr>
          <p:nvPr>
            <p:ph idx="1"/>
          </p:nvPr>
        </p:nvSpPr>
        <p:spPr/>
        <p:txBody>
          <a:bodyPr vert="horz" lIns="91440" tIns="45720" rIns="91440" bIns="45720" rtlCol="0" anchor="t">
            <a:normAutofit/>
          </a:bodyPr>
          <a:lstStyle/>
          <a:p>
            <a:pPr marL="0" indent="0">
              <a:buNone/>
            </a:pPr>
            <a:endParaRPr lang="en-US" dirty="0">
              <a:ea typeface="Open Sans"/>
              <a:cs typeface="Open Sans"/>
            </a:endParaRPr>
          </a:p>
          <a:p>
            <a:r>
              <a:rPr lang="en-US" b="1" dirty="0">
                <a:ea typeface="Open Sans"/>
                <a:cs typeface="Open Sans"/>
              </a:rPr>
              <a:t>Introduction</a:t>
            </a:r>
          </a:p>
          <a:p>
            <a:r>
              <a:rPr lang="en-US" b="1" dirty="0">
                <a:ea typeface="Open Sans"/>
                <a:cs typeface="Open Sans"/>
              </a:rPr>
              <a:t>Import paths</a:t>
            </a:r>
          </a:p>
          <a:p>
            <a:r>
              <a:rPr lang="en-US" b="1" dirty="0">
                <a:ea typeface="Open Sans"/>
                <a:cs typeface="Open Sans"/>
              </a:rPr>
              <a:t>Package declaration</a:t>
            </a:r>
          </a:p>
          <a:p>
            <a:r>
              <a:rPr lang="en-US" b="1" dirty="0">
                <a:ea typeface="Open Sans"/>
                <a:cs typeface="Open Sans"/>
              </a:rPr>
              <a:t>Blank imports</a:t>
            </a:r>
          </a:p>
          <a:p>
            <a:r>
              <a:rPr lang="en-US" b="1" dirty="0">
                <a:ea typeface="Open Sans"/>
                <a:cs typeface="Open Sans"/>
              </a:rPr>
              <a:t>Packages and naming</a:t>
            </a:r>
          </a:p>
          <a:p>
            <a:r>
              <a:rPr lang="en-US" b="1" dirty="0">
                <a:ea typeface="Open Sans"/>
                <a:cs typeface="Open Sans"/>
              </a:rPr>
              <a:t>The Go tools</a:t>
            </a:r>
          </a:p>
          <a:p>
            <a:endParaRPr lang="en-US" b="1" dirty="0">
              <a:ea typeface="Open Sans"/>
              <a:cs typeface="Open Sans"/>
            </a:endParaRPr>
          </a:p>
        </p:txBody>
      </p:sp>
    </p:spTree>
    <p:extLst>
      <p:ext uri="{BB962C8B-B14F-4D97-AF65-F5344CB8AC3E}">
        <p14:creationId xmlns:p14="http://schemas.microsoft.com/office/powerpoint/2010/main" val="1545682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FA1CF-45CD-DCBB-7724-CD555ED3380A}"/>
              </a:ext>
            </a:extLst>
          </p:cNvPr>
          <p:cNvSpPr>
            <a:spLocks noGrp="1"/>
          </p:cNvSpPr>
          <p:nvPr>
            <p:ph type="title"/>
          </p:nvPr>
        </p:nvSpPr>
        <p:spPr/>
        <p:txBody>
          <a:bodyPr/>
          <a:lstStyle/>
          <a:p>
            <a:r>
              <a:rPr lang="en-US" dirty="0"/>
              <a:t>Packages and Go Tools</a:t>
            </a:r>
          </a:p>
        </p:txBody>
      </p:sp>
      <p:sp>
        <p:nvSpPr>
          <p:cNvPr id="3" name="Content Placeholder 2">
            <a:extLst>
              <a:ext uri="{FF2B5EF4-FFF2-40B4-BE49-F238E27FC236}">
                <a16:creationId xmlns:a16="http://schemas.microsoft.com/office/drawing/2014/main" id="{366B2439-FF35-8E18-8D3E-BEB03C0C76B0}"/>
              </a:ext>
            </a:extLst>
          </p:cNvPr>
          <p:cNvSpPr>
            <a:spLocks noGrp="1"/>
          </p:cNvSpPr>
          <p:nvPr>
            <p:ph idx="1"/>
          </p:nvPr>
        </p:nvSpPr>
        <p:spPr/>
        <p:txBody>
          <a:bodyPr/>
          <a:lstStyle/>
          <a:p>
            <a:r>
              <a:rPr lang="en-US" dirty="0"/>
              <a:t>Go comes with </a:t>
            </a:r>
            <a:r>
              <a:rPr lang="en-US" dirty="0" err="1"/>
              <a:t>ov</a:t>
            </a:r>
            <a:r>
              <a:rPr lang="en-US" dirty="0"/>
              <a:t> er 100 standard packages that provide the foundations for most applications</a:t>
            </a:r>
          </a:p>
          <a:p>
            <a:r>
              <a:rPr lang="en-US" dirty="0"/>
              <a:t>The Go community, a thriving ecosystem of package design, sharing, reuse, and improvement, has published many more, and you can find a searchable index of them at </a:t>
            </a:r>
            <a:r>
              <a:rPr lang="en-US" dirty="0">
                <a:hlinkClick r:id="rId2"/>
              </a:rPr>
              <a:t>http://godoc.org</a:t>
            </a:r>
            <a:r>
              <a:rPr lang="en-US" dirty="0"/>
              <a:t>.</a:t>
            </a:r>
          </a:p>
          <a:p>
            <a:r>
              <a:rPr lang="en-US" dirty="0"/>
              <a:t>Go also comes with the go tool, a sophisticated but simple-to-use command for managing workspaces of Go packages</a:t>
            </a:r>
          </a:p>
          <a:p>
            <a:endParaRPr lang="en-US" dirty="0"/>
          </a:p>
        </p:txBody>
      </p:sp>
    </p:spTree>
    <p:extLst>
      <p:ext uri="{BB962C8B-B14F-4D97-AF65-F5344CB8AC3E}">
        <p14:creationId xmlns:p14="http://schemas.microsoft.com/office/powerpoint/2010/main" val="3446236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BB77-8953-265A-84BC-4A55EA084D30}"/>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BB3157A1-23F2-3A06-CB0A-2DFDCBCD79CF}"/>
              </a:ext>
            </a:extLst>
          </p:cNvPr>
          <p:cNvSpPr>
            <a:spLocks noGrp="1"/>
          </p:cNvSpPr>
          <p:nvPr>
            <p:ph idx="1"/>
          </p:nvPr>
        </p:nvSpPr>
        <p:spPr/>
        <p:txBody>
          <a:bodyPr>
            <a:normAutofit fontScale="85000" lnSpcReduction="10000"/>
          </a:bodyPr>
          <a:lstStyle/>
          <a:p>
            <a:r>
              <a:rPr lang="en-US" dirty="0"/>
              <a:t>The purpose of any package system is to make the design and maintenance of large programs practical by grouping related features together into units that can be easily understood and changed, independent of the other packages of the program</a:t>
            </a:r>
          </a:p>
          <a:p>
            <a:r>
              <a:rPr lang="en-US" dirty="0"/>
              <a:t>This modularity allows packages to be shared and reused by different projects, distributed within an organization, or made available to the wider world.</a:t>
            </a:r>
          </a:p>
          <a:p>
            <a:r>
              <a:rPr lang="en-US" dirty="0"/>
              <a:t>Each package defines a distinct name space that encloses its identifiers</a:t>
            </a:r>
          </a:p>
          <a:p>
            <a:r>
              <a:rPr lang="en-US" dirty="0"/>
              <a:t>Each name is associated wit h a particular package, letting us choose short, clear names for the types, functions, and so on that we use most often, without creating conflicts with other parts of the program.</a:t>
            </a:r>
          </a:p>
          <a:p>
            <a:endParaRPr lang="en-US" dirty="0"/>
          </a:p>
          <a:p>
            <a:endParaRPr lang="en-US" dirty="0"/>
          </a:p>
        </p:txBody>
      </p:sp>
    </p:spTree>
    <p:extLst>
      <p:ext uri="{BB962C8B-B14F-4D97-AF65-F5344CB8AC3E}">
        <p14:creationId xmlns:p14="http://schemas.microsoft.com/office/powerpoint/2010/main" val="992295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90A458-39C4-9A5E-3AB0-E4D8A78B0783}"/>
              </a:ext>
            </a:extLst>
          </p:cNvPr>
          <p:cNvSpPr>
            <a:spLocks noGrp="1"/>
          </p:cNvSpPr>
          <p:nvPr>
            <p:ph idx="1"/>
          </p:nvPr>
        </p:nvSpPr>
        <p:spPr>
          <a:xfrm>
            <a:off x="1619672" y="1708880"/>
            <a:ext cx="7067128" cy="4417284"/>
          </a:xfrm>
        </p:spPr>
        <p:txBody>
          <a:bodyPr/>
          <a:lstStyle/>
          <a:p>
            <a:r>
              <a:rPr lang="en-US" dirty="0"/>
              <a:t>Packages also provide encapsulation by controlling which names are visible or exported outside the package</a:t>
            </a:r>
          </a:p>
          <a:p>
            <a:r>
              <a:rPr lang="en-US" dirty="0"/>
              <a:t>Restricting the visibility of package members hides the helper functions and types behind the package’s API, allowing the package maintainer to change the implementation with confidence that no code outside the package will be affected</a:t>
            </a:r>
          </a:p>
          <a:p>
            <a:r>
              <a:rPr lang="en-US" dirty="0"/>
              <a:t>Restricting visibility also hides variables so that clients can access and update them only through exported functions that preserve internal invariants or enforce mutual exclusion in a concurrent program</a:t>
            </a:r>
          </a:p>
        </p:txBody>
      </p:sp>
    </p:spTree>
    <p:extLst>
      <p:ext uri="{BB962C8B-B14F-4D97-AF65-F5344CB8AC3E}">
        <p14:creationId xmlns:p14="http://schemas.microsoft.com/office/powerpoint/2010/main" val="923174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EDCDE-20F1-037E-5DD9-FC34944C4E2B}"/>
              </a:ext>
            </a:extLst>
          </p:cNvPr>
          <p:cNvSpPr>
            <a:spLocks noGrp="1"/>
          </p:cNvSpPr>
          <p:nvPr>
            <p:ph type="title"/>
          </p:nvPr>
        </p:nvSpPr>
        <p:spPr/>
        <p:txBody>
          <a:bodyPr/>
          <a:lstStyle/>
          <a:p>
            <a:r>
              <a:rPr lang="en-US" dirty="0"/>
              <a:t>Import Paths</a:t>
            </a:r>
          </a:p>
        </p:txBody>
      </p:sp>
      <p:sp>
        <p:nvSpPr>
          <p:cNvPr id="3" name="Content Placeholder 2">
            <a:extLst>
              <a:ext uri="{FF2B5EF4-FFF2-40B4-BE49-F238E27FC236}">
                <a16:creationId xmlns:a16="http://schemas.microsoft.com/office/drawing/2014/main" id="{B3FBC028-F340-FB98-69E3-DB224DE45E00}"/>
              </a:ext>
            </a:extLst>
          </p:cNvPr>
          <p:cNvSpPr>
            <a:spLocks noGrp="1"/>
          </p:cNvSpPr>
          <p:nvPr>
            <p:ph idx="1"/>
          </p:nvPr>
        </p:nvSpPr>
        <p:spPr/>
        <p:txBody>
          <a:bodyPr/>
          <a:lstStyle/>
          <a:p>
            <a:r>
              <a:rPr lang="en-US" dirty="0"/>
              <a:t>Each package is identified by a unique string called its import pat h. Import paths are the strings that appear in import declarations</a:t>
            </a:r>
          </a:p>
          <a:p>
            <a:endParaRPr lang="en-US" dirty="0"/>
          </a:p>
        </p:txBody>
      </p:sp>
      <p:pic>
        <p:nvPicPr>
          <p:cNvPr id="5" name="Picture 4">
            <a:extLst>
              <a:ext uri="{FF2B5EF4-FFF2-40B4-BE49-F238E27FC236}">
                <a16:creationId xmlns:a16="http://schemas.microsoft.com/office/drawing/2014/main" id="{00720050-4924-F848-6D88-E3B0059A7773}"/>
              </a:ext>
            </a:extLst>
          </p:cNvPr>
          <p:cNvPicPr>
            <a:picLocks noChangeAspect="1"/>
          </p:cNvPicPr>
          <p:nvPr/>
        </p:nvPicPr>
        <p:blipFill>
          <a:blip r:embed="rId2"/>
          <a:stretch>
            <a:fillRect/>
          </a:stretch>
        </p:blipFill>
        <p:spPr>
          <a:xfrm>
            <a:off x="2704839" y="3763266"/>
            <a:ext cx="3734321" cy="1609950"/>
          </a:xfrm>
          <a:prstGeom prst="rect">
            <a:avLst/>
          </a:prstGeom>
        </p:spPr>
      </p:pic>
    </p:spTree>
    <p:extLst>
      <p:ext uri="{BB962C8B-B14F-4D97-AF65-F5344CB8AC3E}">
        <p14:creationId xmlns:p14="http://schemas.microsoft.com/office/powerpoint/2010/main" val="3334600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275FC-94E9-0718-CF61-2FE51C2798FC}"/>
              </a:ext>
            </a:extLst>
          </p:cNvPr>
          <p:cNvSpPr>
            <a:spLocks noGrp="1"/>
          </p:cNvSpPr>
          <p:nvPr>
            <p:ph type="title"/>
          </p:nvPr>
        </p:nvSpPr>
        <p:spPr>
          <a:xfrm>
            <a:off x="1619672" y="1484784"/>
            <a:ext cx="7067128" cy="1143000"/>
          </a:xfrm>
        </p:spPr>
        <p:txBody>
          <a:bodyPr anchor="ctr">
            <a:normAutofit/>
          </a:bodyPr>
          <a:lstStyle/>
          <a:p>
            <a:r>
              <a:rPr lang="en-US" dirty="0"/>
              <a:t>Package Declaration</a:t>
            </a:r>
          </a:p>
        </p:txBody>
      </p:sp>
      <p:sp>
        <p:nvSpPr>
          <p:cNvPr id="3" name="Content Placeholder 2">
            <a:extLst>
              <a:ext uri="{FF2B5EF4-FFF2-40B4-BE49-F238E27FC236}">
                <a16:creationId xmlns:a16="http://schemas.microsoft.com/office/drawing/2014/main" id="{7E7D581E-1417-A835-277E-5E76C10BF2CF}"/>
              </a:ext>
            </a:extLst>
          </p:cNvPr>
          <p:cNvSpPr>
            <a:spLocks noGrp="1"/>
          </p:cNvSpPr>
          <p:nvPr>
            <p:ph sz="half" idx="1"/>
          </p:nvPr>
        </p:nvSpPr>
        <p:spPr>
          <a:xfrm>
            <a:off x="1619672" y="2636912"/>
            <a:ext cx="3456384" cy="3489251"/>
          </a:xfrm>
        </p:spPr>
        <p:txBody>
          <a:bodyPr>
            <a:normAutofit/>
          </a:bodyPr>
          <a:lstStyle/>
          <a:p>
            <a:r>
              <a:rPr lang="en-US" dirty="0"/>
              <a:t>A package declaration is required at the start of every Go source file</a:t>
            </a:r>
          </a:p>
          <a:p>
            <a:r>
              <a:rPr lang="en-US" dirty="0"/>
              <a:t>Its main purpose is to determine the default identifier for that package (called the package name) when it is imported by another package</a:t>
            </a:r>
          </a:p>
          <a:p>
            <a:endParaRPr lang="en-US" dirty="0"/>
          </a:p>
        </p:txBody>
      </p:sp>
      <p:pic>
        <p:nvPicPr>
          <p:cNvPr id="5" name="Picture 4">
            <a:extLst>
              <a:ext uri="{FF2B5EF4-FFF2-40B4-BE49-F238E27FC236}">
                <a16:creationId xmlns:a16="http://schemas.microsoft.com/office/drawing/2014/main" id="{A5391B2B-58D6-7B10-45DE-2AEE2D049CCF}"/>
              </a:ext>
            </a:extLst>
          </p:cNvPr>
          <p:cNvPicPr>
            <a:picLocks noChangeAspect="1"/>
          </p:cNvPicPr>
          <p:nvPr/>
        </p:nvPicPr>
        <p:blipFill>
          <a:blip r:embed="rId2"/>
          <a:stretch>
            <a:fillRect/>
          </a:stretch>
        </p:blipFill>
        <p:spPr>
          <a:xfrm>
            <a:off x="5148064" y="3201959"/>
            <a:ext cx="3538736" cy="2359157"/>
          </a:xfrm>
          <a:prstGeom prst="rect">
            <a:avLst/>
          </a:prstGeom>
          <a:noFill/>
        </p:spPr>
      </p:pic>
    </p:spTree>
    <p:extLst>
      <p:ext uri="{BB962C8B-B14F-4D97-AF65-F5344CB8AC3E}">
        <p14:creationId xmlns:p14="http://schemas.microsoft.com/office/powerpoint/2010/main" val="907030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B1B90-201D-29FD-A111-9226C35B531D}"/>
              </a:ext>
            </a:extLst>
          </p:cNvPr>
          <p:cNvSpPr>
            <a:spLocks noGrp="1"/>
          </p:cNvSpPr>
          <p:nvPr>
            <p:ph type="title"/>
          </p:nvPr>
        </p:nvSpPr>
        <p:spPr/>
        <p:txBody>
          <a:bodyPr/>
          <a:lstStyle/>
          <a:p>
            <a:r>
              <a:rPr lang="en-US" dirty="0"/>
              <a:t>Import Declaration</a:t>
            </a:r>
          </a:p>
        </p:txBody>
      </p:sp>
      <p:sp>
        <p:nvSpPr>
          <p:cNvPr id="5" name="Content Placeholder 4">
            <a:extLst>
              <a:ext uri="{FF2B5EF4-FFF2-40B4-BE49-F238E27FC236}">
                <a16:creationId xmlns:a16="http://schemas.microsoft.com/office/drawing/2014/main" id="{73D5C01C-2BF9-807C-FD00-715C7BEC9FDD}"/>
              </a:ext>
            </a:extLst>
          </p:cNvPr>
          <p:cNvSpPr>
            <a:spLocks noGrp="1"/>
          </p:cNvSpPr>
          <p:nvPr>
            <p:ph idx="1"/>
          </p:nvPr>
        </p:nvSpPr>
        <p:spPr/>
        <p:txBody>
          <a:bodyPr/>
          <a:lstStyle/>
          <a:p>
            <a:r>
              <a:rPr lang="en-US" dirty="0"/>
              <a:t>A Go source file may contain zero or more import declarations immediately after the package declaration and before the first non-import declaration</a:t>
            </a:r>
          </a:p>
          <a:p>
            <a:r>
              <a:rPr lang="en-US" dirty="0"/>
              <a:t>Each import declaration may specify the import path of a single package, or multiple packages in a parenthesized list</a:t>
            </a:r>
          </a:p>
          <a:p>
            <a:endParaRPr lang="en-US" dirty="0"/>
          </a:p>
        </p:txBody>
      </p:sp>
      <p:pic>
        <p:nvPicPr>
          <p:cNvPr id="7" name="Picture 6">
            <a:extLst>
              <a:ext uri="{FF2B5EF4-FFF2-40B4-BE49-F238E27FC236}">
                <a16:creationId xmlns:a16="http://schemas.microsoft.com/office/drawing/2014/main" id="{E69DCA4C-9356-F0F6-294C-F4BC30CC9FDB}"/>
              </a:ext>
            </a:extLst>
          </p:cNvPr>
          <p:cNvPicPr>
            <a:picLocks noChangeAspect="1"/>
          </p:cNvPicPr>
          <p:nvPr/>
        </p:nvPicPr>
        <p:blipFill>
          <a:blip r:embed="rId2"/>
          <a:stretch>
            <a:fillRect/>
          </a:stretch>
        </p:blipFill>
        <p:spPr>
          <a:xfrm>
            <a:off x="2701322" y="4653978"/>
            <a:ext cx="1552792" cy="1438476"/>
          </a:xfrm>
          <a:prstGeom prst="rect">
            <a:avLst/>
          </a:prstGeom>
        </p:spPr>
      </p:pic>
      <p:pic>
        <p:nvPicPr>
          <p:cNvPr id="9" name="Picture 8">
            <a:extLst>
              <a:ext uri="{FF2B5EF4-FFF2-40B4-BE49-F238E27FC236}">
                <a16:creationId xmlns:a16="http://schemas.microsoft.com/office/drawing/2014/main" id="{AD2DB4B9-DACB-63E6-98E8-479C5F2C0CF3}"/>
              </a:ext>
            </a:extLst>
          </p:cNvPr>
          <p:cNvPicPr>
            <a:picLocks noChangeAspect="1"/>
          </p:cNvPicPr>
          <p:nvPr/>
        </p:nvPicPr>
        <p:blipFill>
          <a:blip r:embed="rId3"/>
          <a:stretch>
            <a:fillRect/>
          </a:stretch>
        </p:blipFill>
        <p:spPr>
          <a:xfrm>
            <a:off x="5450693" y="4653978"/>
            <a:ext cx="2619741" cy="1533739"/>
          </a:xfrm>
          <a:prstGeom prst="rect">
            <a:avLst/>
          </a:prstGeom>
        </p:spPr>
      </p:pic>
    </p:spTree>
    <p:extLst>
      <p:ext uri="{BB962C8B-B14F-4D97-AF65-F5344CB8AC3E}">
        <p14:creationId xmlns:p14="http://schemas.microsoft.com/office/powerpoint/2010/main" val="3694149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50A50E-B71B-884B-883B-5611D9E9C5EA}"/>
              </a:ext>
            </a:extLst>
          </p:cNvPr>
          <p:cNvSpPr>
            <a:spLocks noGrp="1"/>
          </p:cNvSpPr>
          <p:nvPr>
            <p:ph idx="1"/>
          </p:nvPr>
        </p:nvSpPr>
        <p:spPr>
          <a:xfrm>
            <a:off x="1619672" y="1723870"/>
            <a:ext cx="7067128" cy="4402294"/>
          </a:xfrm>
        </p:spPr>
        <p:txBody>
          <a:bodyPr/>
          <a:lstStyle/>
          <a:p>
            <a:r>
              <a:rPr lang="en-US" dirty="0"/>
              <a:t>If we need to import two packages whose names are the same, like math/rand and crypto/rand, into a third package, the import declaration must specify an alternative name for at least one of them to avoid a conflict. This is called a renaming import</a:t>
            </a:r>
          </a:p>
          <a:p>
            <a:endParaRPr lang="en-US" dirty="0"/>
          </a:p>
        </p:txBody>
      </p:sp>
      <p:pic>
        <p:nvPicPr>
          <p:cNvPr id="5" name="Picture 4">
            <a:extLst>
              <a:ext uri="{FF2B5EF4-FFF2-40B4-BE49-F238E27FC236}">
                <a16:creationId xmlns:a16="http://schemas.microsoft.com/office/drawing/2014/main" id="{EE8B61DF-15FA-1A2A-25EB-7341CB919876}"/>
              </a:ext>
            </a:extLst>
          </p:cNvPr>
          <p:cNvPicPr>
            <a:picLocks noChangeAspect="1"/>
          </p:cNvPicPr>
          <p:nvPr/>
        </p:nvPicPr>
        <p:blipFill>
          <a:blip r:embed="rId2"/>
          <a:stretch>
            <a:fillRect/>
          </a:stretch>
        </p:blipFill>
        <p:spPr>
          <a:xfrm>
            <a:off x="2195310" y="3429000"/>
            <a:ext cx="5915851" cy="809738"/>
          </a:xfrm>
          <a:prstGeom prst="rect">
            <a:avLst/>
          </a:prstGeom>
        </p:spPr>
      </p:pic>
    </p:spTree>
    <p:extLst>
      <p:ext uri="{BB962C8B-B14F-4D97-AF65-F5344CB8AC3E}">
        <p14:creationId xmlns:p14="http://schemas.microsoft.com/office/powerpoint/2010/main" val="884566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78D31-C5D2-F636-A53A-4F7940FB10B2}"/>
              </a:ext>
            </a:extLst>
          </p:cNvPr>
          <p:cNvSpPr>
            <a:spLocks noGrp="1"/>
          </p:cNvSpPr>
          <p:nvPr>
            <p:ph type="title"/>
          </p:nvPr>
        </p:nvSpPr>
        <p:spPr/>
        <p:txBody>
          <a:bodyPr/>
          <a:lstStyle/>
          <a:p>
            <a:r>
              <a:rPr lang="en-US" dirty="0"/>
              <a:t>Blank Import</a:t>
            </a:r>
          </a:p>
        </p:txBody>
      </p:sp>
      <p:sp>
        <p:nvSpPr>
          <p:cNvPr id="3" name="Content Placeholder 2">
            <a:extLst>
              <a:ext uri="{FF2B5EF4-FFF2-40B4-BE49-F238E27FC236}">
                <a16:creationId xmlns:a16="http://schemas.microsoft.com/office/drawing/2014/main" id="{1FB20163-7272-EBC8-8D63-03759948E208}"/>
              </a:ext>
            </a:extLst>
          </p:cNvPr>
          <p:cNvSpPr>
            <a:spLocks noGrp="1"/>
          </p:cNvSpPr>
          <p:nvPr>
            <p:ph idx="1"/>
          </p:nvPr>
        </p:nvSpPr>
        <p:spPr/>
        <p:txBody>
          <a:bodyPr/>
          <a:lstStyle/>
          <a:p>
            <a:r>
              <a:rPr lang="en-US" dirty="0"/>
              <a:t>It is an error to import a package into a file but not refer to the name it defines within that file</a:t>
            </a:r>
          </a:p>
          <a:p>
            <a:r>
              <a:rPr lang="en-US" dirty="0"/>
              <a:t>However, on occasion we must import a package merely for the side effects of doing so</a:t>
            </a:r>
          </a:p>
          <a:p>
            <a:pPr marL="0" indent="0">
              <a:buNone/>
            </a:pPr>
            <a:r>
              <a:rPr lang="en-US" dirty="0">
                <a:solidFill>
                  <a:schemeClr val="accent1">
                    <a:lumMod val="75000"/>
                  </a:schemeClr>
                </a:solidFill>
              </a:rPr>
              <a:t>import _ "image/</a:t>
            </a:r>
            <a:r>
              <a:rPr lang="en-US" dirty="0" err="1">
                <a:solidFill>
                  <a:schemeClr val="accent1">
                    <a:lumMod val="75000"/>
                  </a:schemeClr>
                </a:solidFill>
              </a:rPr>
              <a:t>png</a:t>
            </a:r>
            <a:r>
              <a:rPr lang="en-US" dirty="0">
                <a:solidFill>
                  <a:schemeClr val="accent1">
                    <a:lumMod val="75000"/>
                  </a:schemeClr>
                </a:solidFill>
              </a:rPr>
              <a:t>" // register </a:t>
            </a:r>
            <a:r>
              <a:rPr lang="en-US">
                <a:solidFill>
                  <a:schemeClr val="accent1">
                    <a:lumMod val="75000"/>
                  </a:schemeClr>
                </a:solidFill>
              </a:rPr>
              <a:t>PNG decoder</a:t>
            </a:r>
          </a:p>
          <a:p>
            <a:pPr marL="0" indent="0">
              <a:buNone/>
            </a:pPr>
            <a:endParaRPr lang="en-US" dirty="0">
              <a:solidFill>
                <a:schemeClr val="accent1">
                  <a:lumMod val="75000"/>
                </a:schemeClr>
              </a:solidFill>
            </a:endParaRPr>
          </a:p>
        </p:txBody>
      </p:sp>
    </p:spTree>
    <p:extLst>
      <p:ext uri="{BB962C8B-B14F-4D97-AF65-F5344CB8AC3E}">
        <p14:creationId xmlns:p14="http://schemas.microsoft.com/office/powerpoint/2010/main" val="2522492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05FAD-8CBE-0B67-137C-C8E2089F506B}"/>
              </a:ext>
            </a:extLst>
          </p:cNvPr>
          <p:cNvSpPr>
            <a:spLocks noGrp="1"/>
          </p:cNvSpPr>
          <p:nvPr>
            <p:ph type="title"/>
          </p:nvPr>
        </p:nvSpPr>
        <p:spPr/>
        <p:txBody>
          <a:bodyPr/>
          <a:lstStyle/>
          <a:p>
            <a:r>
              <a:rPr lang="en-US" dirty="0"/>
              <a:t>Packages and Naming</a:t>
            </a:r>
          </a:p>
        </p:txBody>
      </p:sp>
      <p:sp>
        <p:nvSpPr>
          <p:cNvPr id="3" name="Content Placeholder 2">
            <a:extLst>
              <a:ext uri="{FF2B5EF4-FFF2-40B4-BE49-F238E27FC236}">
                <a16:creationId xmlns:a16="http://schemas.microsoft.com/office/drawing/2014/main" id="{ED7B41BC-7876-604B-6A32-CE33C7831350}"/>
              </a:ext>
            </a:extLst>
          </p:cNvPr>
          <p:cNvSpPr>
            <a:spLocks noGrp="1"/>
          </p:cNvSpPr>
          <p:nvPr>
            <p:ph idx="1"/>
          </p:nvPr>
        </p:nvSpPr>
        <p:spPr/>
        <p:txBody>
          <a:bodyPr/>
          <a:lstStyle/>
          <a:p>
            <a:r>
              <a:rPr lang="en-US" dirty="0"/>
              <a:t>When creating a package, keep its name short, but not so short as to be cryptic</a:t>
            </a:r>
          </a:p>
          <a:p>
            <a:r>
              <a:rPr lang="en-US" dirty="0"/>
              <a:t>The most frequently used packages in the standard library are named </a:t>
            </a:r>
            <a:r>
              <a:rPr lang="en-US" dirty="0" err="1"/>
              <a:t>bufio</a:t>
            </a:r>
            <a:r>
              <a:rPr lang="en-US" dirty="0"/>
              <a:t>, bytes, flag, </a:t>
            </a:r>
            <a:r>
              <a:rPr lang="en-US" dirty="0" err="1"/>
              <a:t>fmt</a:t>
            </a:r>
            <a:r>
              <a:rPr lang="en-US" dirty="0"/>
              <a:t>, http, io, </a:t>
            </a:r>
            <a:r>
              <a:rPr lang="en-US" dirty="0" err="1"/>
              <a:t>json</a:t>
            </a:r>
            <a:r>
              <a:rPr lang="en-US" dirty="0"/>
              <a:t>, </a:t>
            </a:r>
            <a:r>
              <a:rPr lang="en-US" dirty="0" err="1"/>
              <a:t>os</a:t>
            </a:r>
            <a:r>
              <a:rPr lang="en-US" dirty="0"/>
              <a:t>, sort, sync, and time</a:t>
            </a:r>
          </a:p>
          <a:p>
            <a:r>
              <a:rPr lang="en-US" dirty="0"/>
              <a:t>Be descriptive and unambiguous where possible</a:t>
            </a:r>
          </a:p>
          <a:p>
            <a:r>
              <a:rPr lang="en-US" dirty="0"/>
              <a:t>Package names usually take the singular form</a:t>
            </a:r>
          </a:p>
          <a:p>
            <a:r>
              <a:rPr lang="en-US" dirty="0"/>
              <a:t>Avoid package names that already have other connotations</a:t>
            </a:r>
          </a:p>
          <a:p>
            <a:endParaRPr lang="en-US" dirty="0"/>
          </a:p>
        </p:txBody>
      </p:sp>
    </p:spTree>
    <p:extLst>
      <p:ext uri="{BB962C8B-B14F-4D97-AF65-F5344CB8AC3E}">
        <p14:creationId xmlns:p14="http://schemas.microsoft.com/office/powerpoint/2010/main" val="3274783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416E5-5A4E-97EC-6C47-D1620F9355CA}"/>
              </a:ext>
            </a:extLst>
          </p:cNvPr>
          <p:cNvSpPr>
            <a:spLocks noGrp="1"/>
          </p:cNvSpPr>
          <p:nvPr>
            <p:ph type="title"/>
          </p:nvPr>
        </p:nvSpPr>
        <p:spPr>
          <a:xfrm>
            <a:off x="1792288" y="4800600"/>
            <a:ext cx="6884168" cy="566738"/>
          </a:xfrm>
        </p:spPr>
        <p:txBody>
          <a:bodyPr anchor="b">
            <a:normAutofit/>
          </a:bodyPr>
          <a:lstStyle/>
          <a:p>
            <a:r>
              <a:rPr lang="en-US" dirty="0"/>
              <a:t>The Go Tool</a:t>
            </a:r>
          </a:p>
        </p:txBody>
      </p:sp>
      <p:pic>
        <p:nvPicPr>
          <p:cNvPr id="5" name="Picture 4">
            <a:extLst>
              <a:ext uri="{FF2B5EF4-FFF2-40B4-BE49-F238E27FC236}">
                <a16:creationId xmlns:a16="http://schemas.microsoft.com/office/drawing/2014/main" id="{FC60B105-F182-1C1C-1F62-750DE43AD704}"/>
              </a:ext>
            </a:extLst>
          </p:cNvPr>
          <p:cNvPicPr>
            <a:picLocks noChangeAspect="1"/>
          </p:cNvPicPr>
          <p:nvPr/>
        </p:nvPicPr>
        <p:blipFill>
          <a:blip r:embed="rId2"/>
          <a:stretch>
            <a:fillRect/>
          </a:stretch>
        </p:blipFill>
        <p:spPr>
          <a:xfrm>
            <a:off x="2724781" y="1916832"/>
            <a:ext cx="5019181" cy="2810742"/>
          </a:xfrm>
          <a:prstGeom prst="rect">
            <a:avLst/>
          </a:prstGeom>
          <a:noFill/>
        </p:spPr>
      </p:pic>
      <p:sp>
        <p:nvSpPr>
          <p:cNvPr id="3" name="Content Placeholder 2">
            <a:extLst>
              <a:ext uri="{FF2B5EF4-FFF2-40B4-BE49-F238E27FC236}">
                <a16:creationId xmlns:a16="http://schemas.microsoft.com/office/drawing/2014/main" id="{4326DC67-624D-5B8B-9E6C-C6F9689C3E5A}"/>
              </a:ext>
            </a:extLst>
          </p:cNvPr>
          <p:cNvSpPr>
            <a:spLocks noGrp="1"/>
          </p:cNvSpPr>
          <p:nvPr>
            <p:ph type="body" sz="half" idx="2"/>
          </p:nvPr>
        </p:nvSpPr>
        <p:spPr>
          <a:xfrm>
            <a:off x="1792288" y="5367338"/>
            <a:ext cx="6884168" cy="804862"/>
          </a:xfrm>
        </p:spPr>
        <p:txBody>
          <a:bodyPr>
            <a:normAutofit/>
          </a:bodyPr>
          <a:lstStyle/>
          <a:p>
            <a:r>
              <a:rPr lang="en-US" dirty="0"/>
              <a:t>The go tool combines the features of a diverse set of tools int o one command set</a:t>
            </a:r>
          </a:p>
          <a:p>
            <a:endParaRPr lang="en-US" dirty="0"/>
          </a:p>
          <a:p>
            <a:endParaRPr lang="en-US" dirty="0"/>
          </a:p>
        </p:txBody>
      </p:sp>
    </p:spTree>
    <p:extLst>
      <p:ext uri="{BB962C8B-B14F-4D97-AF65-F5344CB8AC3E}">
        <p14:creationId xmlns:p14="http://schemas.microsoft.com/office/powerpoint/2010/main" val="239751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8387E1E-79EB-7252-5842-7E940CAEBE3E}"/>
              </a:ext>
            </a:extLst>
          </p:cNvPr>
          <p:cNvSpPr>
            <a:spLocks noGrp="1"/>
          </p:cNvSpPr>
          <p:nvPr>
            <p:ph type="title"/>
          </p:nvPr>
        </p:nvSpPr>
        <p:spPr/>
        <p:txBody>
          <a:bodyPr/>
          <a:lstStyle/>
          <a:p>
            <a:r>
              <a:rPr lang="en-US" dirty="0"/>
              <a:t>Workspace Organization</a:t>
            </a:r>
          </a:p>
        </p:txBody>
      </p:sp>
      <p:sp>
        <p:nvSpPr>
          <p:cNvPr id="6" name="Content Placeholder 5">
            <a:extLst>
              <a:ext uri="{FF2B5EF4-FFF2-40B4-BE49-F238E27FC236}">
                <a16:creationId xmlns:a16="http://schemas.microsoft.com/office/drawing/2014/main" id="{F61728B4-6C33-7D9F-2D5E-A04D5839526E}"/>
              </a:ext>
            </a:extLst>
          </p:cNvPr>
          <p:cNvSpPr>
            <a:spLocks noGrp="1"/>
          </p:cNvSpPr>
          <p:nvPr>
            <p:ph idx="1"/>
          </p:nvPr>
        </p:nvSpPr>
        <p:spPr/>
        <p:txBody>
          <a:bodyPr/>
          <a:lstStyle/>
          <a:p>
            <a:r>
              <a:rPr lang="en-US" dirty="0"/>
              <a:t>The only configuration most users ever need is the GOPATH environment variable, which specifies the root of the workspace.</a:t>
            </a:r>
          </a:p>
          <a:p>
            <a:r>
              <a:rPr lang="en-US" dirty="0"/>
              <a:t> When switching to a different workspace, users update the value of GOPATH. For ins </a:t>
            </a:r>
            <a:r>
              <a:rPr lang="en-US" dirty="0" err="1"/>
              <a:t>tance</a:t>
            </a:r>
            <a:r>
              <a:rPr lang="en-US" dirty="0"/>
              <a:t>, we set GOPATH to $HOME/</a:t>
            </a:r>
            <a:r>
              <a:rPr lang="en-US" dirty="0" err="1"/>
              <a:t>gobook</a:t>
            </a:r>
            <a:r>
              <a:rPr lang="en-US" dirty="0"/>
              <a:t> while working on this book:</a:t>
            </a:r>
          </a:p>
          <a:p>
            <a:pPr lvl="1"/>
            <a:r>
              <a:rPr lang="en-US" dirty="0"/>
              <a:t>$ export GOPATH=$HOME/</a:t>
            </a:r>
            <a:r>
              <a:rPr lang="en-US" dirty="0" err="1"/>
              <a:t>gobook</a:t>
            </a:r>
            <a:endParaRPr lang="en-US" dirty="0"/>
          </a:p>
          <a:p>
            <a:pPr lvl="1"/>
            <a:r>
              <a:rPr lang="en-US" dirty="0"/>
              <a:t>$ go get gopl.io/...</a:t>
            </a:r>
          </a:p>
        </p:txBody>
      </p:sp>
    </p:spTree>
    <p:extLst>
      <p:ext uri="{BB962C8B-B14F-4D97-AF65-F5344CB8AC3E}">
        <p14:creationId xmlns:p14="http://schemas.microsoft.com/office/powerpoint/2010/main" val="479331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6D2EB6D-325F-C7AB-A9C8-0F7E6256E4C6}"/>
              </a:ext>
            </a:extLst>
          </p:cNvPr>
          <p:cNvSpPr>
            <a:spLocks noGrp="1"/>
          </p:cNvSpPr>
          <p:nvPr>
            <p:ph type="title"/>
          </p:nvPr>
        </p:nvSpPr>
        <p:spPr>
          <a:xfrm>
            <a:off x="1619672" y="1484784"/>
            <a:ext cx="7067128" cy="1143000"/>
          </a:xfrm>
        </p:spPr>
        <p:txBody>
          <a:bodyPr/>
          <a:lstStyle/>
          <a:p>
            <a:r>
              <a:rPr lang="en-US" dirty="0"/>
              <a:t>Tree Directories of </a:t>
            </a:r>
            <a:r>
              <a:rPr lang="en-US" dirty="0" err="1"/>
              <a:t>GoPath</a:t>
            </a:r>
            <a:endParaRPr lang="en-US" dirty="0"/>
          </a:p>
        </p:txBody>
      </p:sp>
      <p:pic>
        <p:nvPicPr>
          <p:cNvPr id="5" name="Content Placeholder 4">
            <a:extLst>
              <a:ext uri="{FF2B5EF4-FFF2-40B4-BE49-F238E27FC236}">
                <a16:creationId xmlns:a16="http://schemas.microsoft.com/office/drawing/2014/main" id="{463BA27A-FEFE-E42C-57B4-A44AD37B4AD7}"/>
              </a:ext>
            </a:extLst>
          </p:cNvPr>
          <p:cNvPicPr>
            <a:picLocks noGrp="1" noChangeAspect="1"/>
          </p:cNvPicPr>
          <p:nvPr>
            <p:ph sz="half" idx="1"/>
          </p:nvPr>
        </p:nvPicPr>
        <p:blipFill rotWithShape="1">
          <a:blip r:embed="rId2"/>
          <a:srcRect t="7060" r="3" b="9910"/>
          <a:stretch/>
        </p:blipFill>
        <p:spPr>
          <a:xfrm>
            <a:off x="1619672" y="2636912"/>
            <a:ext cx="3456384" cy="3489251"/>
          </a:xfrm>
          <a:noFill/>
        </p:spPr>
      </p:pic>
      <p:sp>
        <p:nvSpPr>
          <p:cNvPr id="7" name="TextBox 6">
            <a:extLst>
              <a:ext uri="{FF2B5EF4-FFF2-40B4-BE49-F238E27FC236}">
                <a16:creationId xmlns:a16="http://schemas.microsoft.com/office/drawing/2014/main" id="{A9A79775-DB2F-2355-2BE3-EA3BFCFE0C09}"/>
              </a:ext>
            </a:extLst>
          </p:cNvPr>
          <p:cNvSpPr txBox="1"/>
          <p:nvPr/>
        </p:nvSpPr>
        <p:spPr>
          <a:xfrm>
            <a:off x="5148064" y="2636912"/>
            <a:ext cx="3538736" cy="3489251"/>
          </a:xfrm>
          <a:prstGeom prst="rect">
            <a:avLst/>
          </a:prstGeom>
        </p:spPr>
        <p:txBody>
          <a:bodyPr vert="horz" lIns="91440" tIns="45720" rIns="91440" bIns="45720" rtlCol="0">
            <a:normAutofit/>
          </a:bodyPr>
          <a:lstStyle/>
          <a:p>
            <a:pPr>
              <a:spcBef>
                <a:spcPct val="20000"/>
              </a:spcBef>
              <a:buFont typeface="Arial" pitchFamily="34" charset="0"/>
            </a:pPr>
            <a:r>
              <a:rPr lang="en-US" sz="2000" dirty="0">
                <a:latin typeface="Open Sans"/>
              </a:rPr>
              <a:t>GOPATH has three subdirectories. The </a:t>
            </a:r>
            <a:r>
              <a:rPr lang="en-US" sz="2000" dirty="0" err="1">
                <a:latin typeface="Open Sans"/>
              </a:rPr>
              <a:t>src</a:t>
            </a:r>
            <a:r>
              <a:rPr lang="en-US" sz="2000" dirty="0">
                <a:latin typeface="Open Sans"/>
              </a:rPr>
              <a:t> subdirectory holds source code. Each package</a:t>
            </a:r>
          </a:p>
          <a:p>
            <a:pPr>
              <a:spcBef>
                <a:spcPct val="20000"/>
              </a:spcBef>
              <a:buFont typeface="Arial" pitchFamily="34" charset="0"/>
            </a:pPr>
            <a:r>
              <a:rPr lang="en-US" sz="2000" dirty="0">
                <a:latin typeface="Open Sans"/>
              </a:rPr>
              <a:t>resides in a directory whose name relative to $GOPATH/</a:t>
            </a:r>
            <a:r>
              <a:rPr lang="en-US" sz="2000" dirty="0" err="1">
                <a:latin typeface="Open Sans"/>
              </a:rPr>
              <a:t>src</a:t>
            </a:r>
            <a:r>
              <a:rPr lang="en-US" sz="2000" dirty="0">
                <a:latin typeface="Open Sans"/>
              </a:rPr>
              <a:t> is the package’s import path, such</a:t>
            </a:r>
          </a:p>
          <a:p>
            <a:pPr>
              <a:spcBef>
                <a:spcPct val="20000"/>
              </a:spcBef>
              <a:buFont typeface="Arial" pitchFamily="34" charset="0"/>
            </a:pPr>
            <a:r>
              <a:rPr lang="en-US" sz="2000" dirty="0">
                <a:latin typeface="Open Sans"/>
              </a:rPr>
              <a:t>as gopl.io/ch1/</a:t>
            </a:r>
            <a:r>
              <a:rPr lang="en-US" sz="2000" dirty="0" err="1">
                <a:latin typeface="Open Sans"/>
              </a:rPr>
              <a:t>helloworld</a:t>
            </a:r>
            <a:endParaRPr lang="en-US" sz="2000" dirty="0">
              <a:latin typeface="Open Sans"/>
            </a:endParaRPr>
          </a:p>
        </p:txBody>
      </p:sp>
    </p:spTree>
    <p:extLst>
      <p:ext uri="{BB962C8B-B14F-4D97-AF65-F5344CB8AC3E}">
        <p14:creationId xmlns:p14="http://schemas.microsoft.com/office/powerpoint/2010/main" val="1009324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0A023-DFC3-D245-37CD-917279B3CBC2}"/>
              </a:ext>
            </a:extLst>
          </p:cNvPr>
          <p:cNvSpPr>
            <a:spLocks noGrp="1"/>
          </p:cNvSpPr>
          <p:nvPr>
            <p:ph type="title"/>
          </p:nvPr>
        </p:nvSpPr>
        <p:spPr/>
        <p:txBody>
          <a:bodyPr/>
          <a:lstStyle/>
          <a:p>
            <a:r>
              <a:rPr lang="en-US" dirty="0"/>
              <a:t>Downloading Packages</a:t>
            </a:r>
          </a:p>
        </p:txBody>
      </p:sp>
      <p:sp>
        <p:nvSpPr>
          <p:cNvPr id="3" name="Content Placeholder 2">
            <a:extLst>
              <a:ext uri="{FF2B5EF4-FFF2-40B4-BE49-F238E27FC236}">
                <a16:creationId xmlns:a16="http://schemas.microsoft.com/office/drawing/2014/main" id="{9B3D7D42-7672-DA57-62A6-850120BF9B4B}"/>
              </a:ext>
            </a:extLst>
          </p:cNvPr>
          <p:cNvSpPr>
            <a:spLocks noGrp="1"/>
          </p:cNvSpPr>
          <p:nvPr>
            <p:ph sz="half" idx="1"/>
          </p:nvPr>
        </p:nvSpPr>
        <p:spPr/>
        <p:txBody>
          <a:bodyPr>
            <a:normAutofit fontScale="92500" lnSpcReduction="20000"/>
          </a:bodyPr>
          <a:lstStyle/>
          <a:p>
            <a:r>
              <a:rPr lang="en-US" dirty="0"/>
              <a:t>When using the go tool, a package’s import path indicates not only where to find it in the local workspace, but where to find it on the Internet so that go get can retrieve and update it.</a:t>
            </a:r>
          </a:p>
          <a:p>
            <a:r>
              <a:rPr lang="en-US" dirty="0"/>
              <a:t>The go get command can download a single package or an entire subtree or repository using the ... notation</a:t>
            </a:r>
          </a:p>
        </p:txBody>
      </p:sp>
      <p:pic>
        <p:nvPicPr>
          <p:cNvPr id="6" name="Content Placeholder 5">
            <a:extLst>
              <a:ext uri="{FF2B5EF4-FFF2-40B4-BE49-F238E27FC236}">
                <a16:creationId xmlns:a16="http://schemas.microsoft.com/office/drawing/2014/main" id="{79AB3B32-EB61-E49C-F0FA-66719A48C87E}"/>
              </a:ext>
            </a:extLst>
          </p:cNvPr>
          <p:cNvPicPr>
            <a:picLocks noGrp="1" noChangeAspect="1"/>
          </p:cNvPicPr>
          <p:nvPr>
            <p:ph sz="half" idx="2"/>
          </p:nvPr>
        </p:nvPicPr>
        <p:blipFill>
          <a:blip r:embed="rId2"/>
          <a:stretch>
            <a:fillRect/>
          </a:stretch>
        </p:blipFill>
        <p:spPr>
          <a:xfrm>
            <a:off x="5148263" y="4129585"/>
            <a:ext cx="3538537" cy="503831"/>
          </a:xfrm>
        </p:spPr>
      </p:pic>
    </p:spTree>
    <p:extLst>
      <p:ext uri="{BB962C8B-B14F-4D97-AF65-F5344CB8AC3E}">
        <p14:creationId xmlns:p14="http://schemas.microsoft.com/office/powerpoint/2010/main" val="246410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8D8085-CEF9-4899-944F-A4EBC89804E1}"/>
              </a:ext>
            </a:extLst>
          </p:cNvPr>
          <p:cNvSpPr>
            <a:spLocks noGrp="1"/>
          </p:cNvSpPr>
          <p:nvPr>
            <p:ph type="title"/>
          </p:nvPr>
        </p:nvSpPr>
        <p:spPr/>
        <p:txBody>
          <a:bodyPr/>
          <a:lstStyle/>
          <a:p>
            <a:r>
              <a:rPr lang="en-GB"/>
              <a:t>References</a:t>
            </a:r>
            <a:endParaRPr lang="id-ID"/>
          </a:p>
        </p:txBody>
      </p:sp>
      <p:sp>
        <p:nvSpPr>
          <p:cNvPr id="5" name="Content Placeholder 4">
            <a:extLst>
              <a:ext uri="{FF2B5EF4-FFF2-40B4-BE49-F238E27FC236}">
                <a16:creationId xmlns:a16="http://schemas.microsoft.com/office/drawing/2014/main" id="{BFC9FBC7-A7B5-44F5-875A-9C78EE947DD2}"/>
              </a:ext>
            </a:extLst>
          </p:cNvPr>
          <p:cNvSpPr>
            <a:spLocks noGrp="1"/>
          </p:cNvSpPr>
          <p:nvPr>
            <p:ph idx="1"/>
          </p:nvPr>
        </p:nvSpPr>
        <p:spPr/>
        <p:txBody>
          <a:bodyPr vert="horz" lIns="91440" tIns="45720" rIns="91440" bIns="45720" rtlCol="0" anchor="t">
            <a:normAutofit/>
          </a:bodyPr>
          <a:lstStyle/>
          <a:p>
            <a:pPr>
              <a:lnSpc>
                <a:spcPct val="107000"/>
              </a:lnSpc>
              <a:spcAft>
                <a:spcPts val="800"/>
              </a:spcAft>
            </a:pPr>
            <a:r>
              <a:rPr lang="en-AU" sz="1800" dirty="0">
                <a:latin typeface="Arial"/>
                <a:ea typeface="Open Sans"/>
                <a:cs typeface="Times New Roman" panose="02020603050405020304" pitchFamily="18" charset="0"/>
                <a:hlinkClick r:id="rId2"/>
              </a:rPr>
              <a:t>https://www.golangprograms.com/golang-import-and-export-struct-packages-and-interfaces.html</a:t>
            </a:r>
            <a:endParaRPr lang="en-AU" sz="1800" dirty="0">
              <a:latin typeface="Arial"/>
              <a:ea typeface="Open Sans"/>
              <a:cs typeface="Times New Roman" panose="02020603050405020304" pitchFamily="18" charset="0"/>
            </a:endParaRPr>
          </a:p>
          <a:p>
            <a:pPr>
              <a:lnSpc>
                <a:spcPct val="107000"/>
              </a:lnSpc>
              <a:spcAft>
                <a:spcPts val="800"/>
              </a:spcAft>
            </a:pPr>
            <a:endParaRPr lang="en-AU" sz="1800" dirty="0">
              <a:latin typeface="Arial"/>
              <a:ea typeface="Open Sans"/>
              <a:cs typeface="Times New Roman" panose="02020603050405020304" pitchFamily="18" charset="0"/>
            </a:endParaRPr>
          </a:p>
          <a:p>
            <a:pPr>
              <a:lnSpc>
                <a:spcPct val="107000"/>
              </a:lnSpc>
              <a:spcAft>
                <a:spcPts val="800"/>
              </a:spcAft>
            </a:pPr>
            <a:endParaRPr lang="en-AU" sz="1800" dirty="0">
              <a:ea typeface="Open Sans"/>
              <a:cs typeface="Open Sans"/>
            </a:endParaRPr>
          </a:p>
        </p:txBody>
      </p:sp>
      <p:sp>
        <p:nvSpPr>
          <p:cNvPr id="6" name="Subtitle 5">
            <a:extLst>
              <a:ext uri="{FF2B5EF4-FFF2-40B4-BE49-F238E27FC236}">
                <a16:creationId xmlns:a16="http://schemas.microsoft.com/office/drawing/2014/main" id="{64CE016D-E953-4FF6-AB64-3D5523725FF4}"/>
              </a:ext>
            </a:extLst>
          </p:cNvPr>
          <p:cNvSpPr>
            <a:spLocks noGrp="1"/>
          </p:cNvSpPr>
          <p:nvPr>
            <p:ph type="subTitle" idx="13"/>
          </p:nvPr>
        </p:nvSpPr>
        <p:spPr/>
        <p:txBody>
          <a:bodyPr/>
          <a:lstStyle/>
          <a:p>
            <a:endParaRPr lang="id-ID"/>
          </a:p>
        </p:txBody>
      </p:sp>
    </p:spTree>
    <p:extLst>
      <p:ext uri="{BB962C8B-B14F-4D97-AF65-F5344CB8AC3E}">
        <p14:creationId xmlns:p14="http://schemas.microsoft.com/office/powerpoint/2010/main" val="1365886943"/>
      </p:ext>
    </p:extLst>
  </p:cSld>
  <p:clrMapOvr>
    <a:masterClrMapping/>
  </p:clrMapOvr>
</p:sld>
</file>

<file path=ppt/theme/theme1.xml><?xml version="1.0" encoding="utf-8"?>
<a:theme xmlns:a="http://schemas.openxmlformats.org/drawingml/2006/main" name="Template PPT 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 PPT 2015</Template>
  <TotalTime>3644</TotalTime>
  <Words>809</Words>
  <Application>Microsoft Office PowerPoint</Application>
  <PresentationFormat>On-screen Show (4:3)</PresentationFormat>
  <Paragraphs>60</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Open Sans</vt:lpstr>
      <vt:lpstr>Symbol</vt:lpstr>
      <vt:lpstr>Template PPT 2015</vt:lpstr>
      <vt:lpstr>Popular Programming Tech</vt:lpstr>
      <vt:lpstr>Learning Objective</vt:lpstr>
      <vt:lpstr>Outline</vt:lpstr>
      <vt:lpstr>Packages and Go Tools</vt:lpstr>
      <vt:lpstr>Introduction</vt:lpstr>
      <vt:lpstr>PowerPoint Presentation</vt:lpstr>
      <vt:lpstr>Import Paths</vt:lpstr>
      <vt:lpstr>Package Declaration</vt:lpstr>
      <vt:lpstr>Import Declaration</vt:lpstr>
      <vt:lpstr>PowerPoint Presentation</vt:lpstr>
      <vt:lpstr>Blank Import</vt:lpstr>
      <vt:lpstr>Packages and Naming</vt:lpstr>
      <vt:lpstr>The Go Tool</vt:lpstr>
      <vt:lpstr>Workspace Organization</vt:lpstr>
      <vt:lpstr>Tree Directories of GoPath</vt:lpstr>
      <vt:lpstr>Downloading Packages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Session  #</dc:title>
  <dc:creator>Yulia</dc:creator>
  <cp:lastModifiedBy>Gusti Pangestu</cp:lastModifiedBy>
  <cp:revision>503</cp:revision>
  <dcterms:created xsi:type="dcterms:W3CDTF">2015-05-04T03:33:03Z</dcterms:created>
  <dcterms:modified xsi:type="dcterms:W3CDTF">2023-01-02T09:36:01Z</dcterms:modified>
</cp:coreProperties>
</file>