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3" r:id="rId16"/>
    <p:sldId id="302" r:id="rId17"/>
    <p:sldId id="289" r:id="rId18"/>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3"/>
            <p14:sldId id="302"/>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A8F31F-782B-4FA7-9BF9-2970A99E4470}" v="2" dt="2023-01-02T06:50:02.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S::gusti.pangestu@binus.ac.id::7768735c-5c0d-4d9b-b550-ead0b3c82a30" providerId="AD" clId="Web-{C85BC696-B738-F53D-98D5-65753C315CC0}"/>
    <pc:docChg chg="addSld delSld modSld modSection">
      <pc:chgData name="Gusti Pangestu" userId="S::gusti.pangestu@binus.ac.id::7768735c-5c0d-4d9b-b550-ead0b3c82a30" providerId="AD" clId="Web-{C85BC696-B738-F53D-98D5-65753C315CC0}" dt="2022-11-17T07:11:17.053" v="77" actId="20577"/>
      <pc:docMkLst>
        <pc:docMk/>
      </pc:docMkLst>
      <pc:sldChg chg="modSp">
        <pc:chgData name="Gusti Pangestu" userId="S::gusti.pangestu@binus.ac.id::7768735c-5c0d-4d9b-b550-ead0b3c82a30" providerId="AD" clId="Web-{C85BC696-B738-F53D-98D5-65753C315CC0}" dt="2022-11-17T06:32:55.635" v="2" actId="20577"/>
        <pc:sldMkLst>
          <pc:docMk/>
          <pc:sldMk cId="1545682022" sldId="290"/>
        </pc:sldMkLst>
        <pc:spChg chg="mod">
          <ac:chgData name="Gusti Pangestu" userId="S::gusti.pangestu@binus.ac.id::7768735c-5c0d-4d9b-b550-ead0b3c82a30" providerId="AD" clId="Web-{C85BC696-B738-F53D-98D5-65753C315CC0}" dt="2022-11-17T06:32:55.635" v="2" actId="20577"/>
          <ac:spMkLst>
            <pc:docMk/>
            <pc:sldMk cId="1545682022" sldId="290"/>
            <ac:spMk id="3" creationId="{CFBE6DC7-A61F-27FA-B9A7-7018AFBF0075}"/>
          </ac:spMkLst>
        </pc:spChg>
      </pc:sldChg>
      <pc:sldChg chg="addSp modSp new">
        <pc:chgData name="Gusti Pangestu" userId="S::gusti.pangestu@binus.ac.id::7768735c-5c0d-4d9b-b550-ead0b3c82a30" providerId="AD" clId="Web-{C85BC696-B738-F53D-98D5-65753C315CC0}" dt="2022-11-17T06:37:53.437" v="44" actId="14100"/>
        <pc:sldMkLst>
          <pc:docMk/>
          <pc:sldMk cId="862529639" sldId="291"/>
        </pc:sldMkLst>
        <pc:spChg chg="mod">
          <ac:chgData name="Gusti Pangestu" userId="S::gusti.pangestu@binus.ac.id::7768735c-5c0d-4d9b-b550-ead0b3c82a30" providerId="AD" clId="Web-{C85BC696-B738-F53D-98D5-65753C315CC0}" dt="2022-11-17T06:34:03.261" v="33" actId="20577"/>
          <ac:spMkLst>
            <pc:docMk/>
            <pc:sldMk cId="862529639" sldId="291"/>
            <ac:spMk id="2" creationId="{244DCDDE-684F-4312-619A-1B0E60F01277}"/>
          </ac:spMkLst>
        </pc:spChg>
        <pc:spChg chg="mod">
          <ac:chgData name="Gusti Pangestu" userId="S::gusti.pangestu@binus.ac.id::7768735c-5c0d-4d9b-b550-ead0b3c82a30" providerId="AD" clId="Web-{C85BC696-B738-F53D-98D5-65753C315CC0}" dt="2022-11-17T06:37:46.906" v="41" actId="20577"/>
          <ac:spMkLst>
            <pc:docMk/>
            <pc:sldMk cId="862529639" sldId="291"/>
            <ac:spMk id="3" creationId="{B6F4EBE5-9772-CE07-35BD-983FAFE4DE40}"/>
          </ac:spMkLst>
        </pc:spChg>
        <pc:picChg chg="add mod">
          <ac:chgData name="Gusti Pangestu" userId="S::gusti.pangestu@binus.ac.id::7768735c-5c0d-4d9b-b550-ead0b3c82a30" providerId="AD" clId="Web-{C85BC696-B738-F53D-98D5-65753C315CC0}" dt="2022-11-17T06:37:53.437" v="44" actId="14100"/>
          <ac:picMkLst>
            <pc:docMk/>
            <pc:sldMk cId="862529639" sldId="291"/>
            <ac:picMk id="4" creationId="{70D5BA5C-FA3A-0440-DE06-470582C8BDA3}"/>
          </ac:picMkLst>
        </pc:picChg>
      </pc:sldChg>
      <pc:sldChg chg="del">
        <pc:chgData name="Gusti Pangestu" userId="S::gusti.pangestu@binus.ac.id::7768735c-5c0d-4d9b-b550-ead0b3c82a30" providerId="AD" clId="Web-{C85BC696-B738-F53D-98D5-65753C315CC0}" dt="2022-11-17T06:33:01.244" v="27"/>
        <pc:sldMkLst>
          <pc:docMk/>
          <pc:sldMk cId="3825084955" sldId="291"/>
        </pc:sldMkLst>
      </pc:sldChg>
      <pc:sldChg chg="addSp delSp modSp new">
        <pc:chgData name="Gusti Pangestu" userId="S::gusti.pangestu@binus.ac.id::7768735c-5c0d-4d9b-b550-ead0b3c82a30" providerId="AD" clId="Web-{C85BC696-B738-F53D-98D5-65753C315CC0}" dt="2022-11-17T07:10:35.130" v="68" actId="1076"/>
        <pc:sldMkLst>
          <pc:docMk/>
          <pc:sldMk cId="389853168" sldId="292"/>
        </pc:sldMkLst>
        <pc:spChg chg="del">
          <ac:chgData name="Gusti Pangestu" userId="S::gusti.pangestu@binus.ac.id::7768735c-5c0d-4d9b-b550-ead0b3c82a30" providerId="AD" clId="Web-{C85BC696-B738-F53D-98D5-65753C315CC0}" dt="2022-11-17T06:38:07.391" v="46"/>
          <ac:spMkLst>
            <pc:docMk/>
            <pc:sldMk cId="389853168" sldId="292"/>
            <ac:spMk id="2" creationId="{AFC24774-3A58-F649-0FFD-536B83B88AB0}"/>
          </ac:spMkLst>
        </pc:spChg>
        <pc:spChg chg="mod">
          <ac:chgData name="Gusti Pangestu" userId="S::gusti.pangestu@binus.ac.id::7768735c-5c0d-4d9b-b550-ead0b3c82a30" providerId="AD" clId="Web-{C85BC696-B738-F53D-98D5-65753C315CC0}" dt="2022-11-17T07:10:26.161" v="64" actId="20577"/>
          <ac:spMkLst>
            <pc:docMk/>
            <pc:sldMk cId="389853168" sldId="292"/>
            <ac:spMk id="3" creationId="{069F0CBE-BF2F-2E87-932C-82337BE12E1D}"/>
          </ac:spMkLst>
        </pc:spChg>
        <pc:picChg chg="add mod">
          <ac:chgData name="Gusti Pangestu" userId="S::gusti.pangestu@binus.ac.id::7768735c-5c0d-4d9b-b550-ead0b3c82a30" providerId="AD" clId="Web-{C85BC696-B738-F53D-98D5-65753C315CC0}" dt="2022-11-17T07:01:19.381" v="53" actId="1076"/>
          <ac:picMkLst>
            <pc:docMk/>
            <pc:sldMk cId="389853168" sldId="292"/>
            <ac:picMk id="2" creationId="{B798C832-8BC3-6D81-BBB8-D67155B95F57}"/>
          </ac:picMkLst>
        </pc:picChg>
        <pc:picChg chg="add del">
          <ac:chgData name="Gusti Pangestu" userId="S::gusti.pangestu@binus.ac.id::7768735c-5c0d-4d9b-b550-ead0b3c82a30" providerId="AD" clId="Web-{C85BC696-B738-F53D-98D5-65753C315CC0}" dt="2022-11-17T07:09:57.489" v="59"/>
          <ac:picMkLst>
            <pc:docMk/>
            <pc:sldMk cId="389853168" sldId="292"/>
            <ac:picMk id="4" creationId="{5E39D01C-490A-1C84-05EF-D37719F24D7A}"/>
          </ac:picMkLst>
        </pc:picChg>
        <pc:picChg chg="add mod">
          <ac:chgData name="Gusti Pangestu" userId="S::gusti.pangestu@binus.ac.id::7768735c-5c0d-4d9b-b550-ead0b3c82a30" providerId="AD" clId="Web-{C85BC696-B738-F53D-98D5-65753C315CC0}" dt="2022-11-17T07:10:35.130" v="68" actId="1076"/>
          <ac:picMkLst>
            <pc:docMk/>
            <pc:sldMk cId="389853168" sldId="292"/>
            <ac:picMk id="5" creationId="{A4B19CA3-4795-14F0-0103-63A109236D89}"/>
          </ac:picMkLst>
        </pc:picChg>
      </pc:sldChg>
      <pc:sldChg chg="del">
        <pc:chgData name="Gusti Pangestu" userId="S::gusti.pangestu@binus.ac.id::7768735c-5c0d-4d9b-b550-ead0b3c82a30" providerId="AD" clId="Web-{C85BC696-B738-F53D-98D5-65753C315CC0}" dt="2022-11-17T06:33:01.229" v="26"/>
        <pc:sldMkLst>
          <pc:docMk/>
          <pc:sldMk cId="1339754843" sldId="292"/>
        </pc:sldMkLst>
      </pc:sldChg>
      <pc:sldChg chg="del">
        <pc:chgData name="Gusti Pangestu" userId="S::gusti.pangestu@binus.ac.id::7768735c-5c0d-4d9b-b550-ead0b3c82a30" providerId="AD" clId="Web-{C85BC696-B738-F53D-98D5-65753C315CC0}" dt="2022-11-17T06:33:01.229" v="25"/>
        <pc:sldMkLst>
          <pc:docMk/>
          <pc:sldMk cId="1054886527" sldId="293"/>
        </pc:sldMkLst>
      </pc:sldChg>
      <pc:sldChg chg="modSp new">
        <pc:chgData name="Gusti Pangestu" userId="S::gusti.pangestu@binus.ac.id::7768735c-5c0d-4d9b-b550-ead0b3c82a30" providerId="AD" clId="Web-{C85BC696-B738-F53D-98D5-65753C315CC0}" dt="2022-11-17T07:11:17.053" v="77" actId="20577"/>
        <pc:sldMkLst>
          <pc:docMk/>
          <pc:sldMk cId="3520273111" sldId="293"/>
        </pc:sldMkLst>
        <pc:spChg chg="mod">
          <ac:chgData name="Gusti Pangestu" userId="S::gusti.pangestu@binus.ac.id::7768735c-5c0d-4d9b-b550-ead0b3c82a30" providerId="AD" clId="Web-{C85BC696-B738-F53D-98D5-65753C315CC0}" dt="2022-11-17T07:11:00.537" v="72" actId="20577"/>
          <ac:spMkLst>
            <pc:docMk/>
            <pc:sldMk cId="3520273111" sldId="293"/>
            <ac:spMk id="2" creationId="{A824AE3C-3D9A-98B0-604B-30A020B57517}"/>
          </ac:spMkLst>
        </pc:spChg>
        <pc:spChg chg="mod">
          <ac:chgData name="Gusti Pangestu" userId="S::gusti.pangestu@binus.ac.id::7768735c-5c0d-4d9b-b550-ead0b3c82a30" providerId="AD" clId="Web-{C85BC696-B738-F53D-98D5-65753C315CC0}" dt="2022-11-17T07:11:17.053" v="77" actId="20577"/>
          <ac:spMkLst>
            <pc:docMk/>
            <pc:sldMk cId="3520273111" sldId="293"/>
            <ac:spMk id="3" creationId="{7332E425-2FBF-9FAC-F086-989178224689}"/>
          </ac:spMkLst>
        </pc:spChg>
      </pc:sldChg>
      <pc:sldChg chg="del">
        <pc:chgData name="Gusti Pangestu" userId="S::gusti.pangestu@binus.ac.id::7768735c-5c0d-4d9b-b550-ead0b3c82a30" providerId="AD" clId="Web-{C85BC696-B738-F53D-98D5-65753C315CC0}" dt="2022-11-17T06:33:01.229" v="24"/>
        <pc:sldMkLst>
          <pc:docMk/>
          <pc:sldMk cId="684104041" sldId="294"/>
        </pc:sldMkLst>
      </pc:sldChg>
      <pc:sldChg chg="del">
        <pc:chgData name="Gusti Pangestu" userId="S::gusti.pangestu@binus.ac.id::7768735c-5c0d-4d9b-b550-ead0b3c82a30" providerId="AD" clId="Web-{C85BC696-B738-F53D-98D5-65753C315CC0}" dt="2022-11-17T06:33:01.229" v="23"/>
        <pc:sldMkLst>
          <pc:docMk/>
          <pc:sldMk cId="3833624046" sldId="295"/>
        </pc:sldMkLst>
      </pc:sldChg>
      <pc:sldChg chg="del">
        <pc:chgData name="Gusti Pangestu" userId="S::gusti.pangestu@binus.ac.id::7768735c-5c0d-4d9b-b550-ead0b3c82a30" providerId="AD" clId="Web-{C85BC696-B738-F53D-98D5-65753C315CC0}" dt="2022-11-17T06:33:01.229" v="22"/>
        <pc:sldMkLst>
          <pc:docMk/>
          <pc:sldMk cId="2301636605" sldId="296"/>
        </pc:sldMkLst>
      </pc:sldChg>
      <pc:sldChg chg="del">
        <pc:chgData name="Gusti Pangestu" userId="S::gusti.pangestu@binus.ac.id::7768735c-5c0d-4d9b-b550-ead0b3c82a30" providerId="AD" clId="Web-{C85BC696-B738-F53D-98D5-65753C315CC0}" dt="2022-11-17T06:33:01.229" v="21"/>
        <pc:sldMkLst>
          <pc:docMk/>
          <pc:sldMk cId="2568124687" sldId="297"/>
        </pc:sldMkLst>
      </pc:sldChg>
      <pc:sldChg chg="del">
        <pc:chgData name="Gusti Pangestu" userId="S::gusti.pangestu@binus.ac.id::7768735c-5c0d-4d9b-b550-ead0b3c82a30" providerId="AD" clId="Web-{C85BC696-B738-F53D-98D5-65753C315CC0}" dt="2022-11-17T06:33:01.229" v="20"/>
        <pc:sldMkLst>
          <pc:docMk/>
          <pc:sldMk cId="1685238828" sldId="298"/>
        </pc:sldMkLst>
      </pc:sldChg>
      <pc:sldChg chg="del">
        <pc:chgData name="Gusti Pangestu" userId="S::gusti.pangestu@binus.ac.id::7768735c-5c0d-4d9b-b550-ead0b3c82a30" providerId="AD" clId="Web-{C85BC696-B738-F53D-98D5-65753C315CC0}" dt="2022-11-17T06:33:01.229" v="19"/>
        <pc:sldMkLst>
          <pc:docMk/>
          <pc:sldMk cId="2835585452" sldId="299"/>
        </pc:sldMkLst>
      </pc:sldChg>
      <pc:sldChg chg="del">
        <pc:chgData name="Gusti Pangestu" userId="S::gusti.pangestu@binus.ac.id::7768735c-5c0d-4d9b-b550-ead0b3c82a30" providerId="AD" clId="Web-{C85BC696-B738-F53D-98D5-65753C315CC0}" dt="2022-11-17T06:33:01.229" v="18"/>
        <pc:sldMkLst>
          <pc:docMk/>
          <pc:sldMk cId="317275369" sldId="300"/>
        </pc:sldMkLst>
      </pc:sldChg>
      <pc:sldChg chg="del">
        <pc:chgData name="Gusti Pangestu" userId="S::gusti.pangestu@binus.ac.id::7768735c-5c0d-4d9b-b550-ead0b3c82a30" providerId="AD" clId="Web-{C85BC696-B738-F53D-98D5-65753C315CC0}" dt="2022-11-17T06:33:01.229" v="17"/>
        <pc:sldMkLst>
          <pc:docMk/>
          <pc:sldMk cId="340465697" sldId="301"/>
        </pc:sldMkLst>
      </pc:sldChg>
      <pc:sldChg chg="del">
        <pc:chgData name="Gusti Pangestu" userId="S::gusti.pangestu@binus.ac.id::7768735c-5c0d-4d9b-b550-ead0b3c82a30" providerId="AD" clId="Web-{C85BC696-B738-F53D-98D5-65753C315CC0}" dt="2022-11-17T06:33:01.229" v="16"/>
        <pc:sldMkLst>
          <pc:docMk/>
          <pc:sldMk cId="270357174" sldId="302"/>
        </pc:sldMkLst>
      </pc:sldChg>
      <pc:sldChg chg="del">
        <pc:chgData name="Gusti Pangestu" userId="S::gusti.pangestu@binus.ac.id::7768735c-5c0d-4d9b-b550-ead0b3c82a30" providerId="AD" clId="Web-{C85BC696-B738-F53D-98D5-65753C315CC0}" dt="2022-11-17T06:33:01.229" v="15"/>
        <pc:sldMkLst>
          <pc:docMk/>
          <pc:sldMk cId="3376913443" sldId="303"/>
        </pc:sldMkLst>
      </pc:sldChg>
      <pc:sldChg chg="del">
        <pc:chgData name="Gusti Pangestu" userId="S::gusti.pangestu@binus.ac.id::7768735c-5c0d-4d9b-b550-ead0b3c82a30" providerId="AD" clId="Web-{C85BC696-B738-F53D-98D5-65753C315CC0}" dt="2022-11-17T06:33:01.229" v="14"/>
        <pc:sldMkLst>
          <pc:docMk/>
          <pc:sldMk cId="1025671823" sldId="304"/>
        </pc:sldMkLst>
      </pc:sldChg>
      <pc:sldChg chg="del">
        <pc:chgData name="Gusti Pangestu" userId="S::gusti.pangestu@binus.ac.id::7768735c-5c0d-4d9b-b550-ead0b3c82a30" providerId="AD" clId="Web-{C85BC696-B738-F53D-98D5-65753C315CC0}" dt="2022-11-17T06:33:01.229" v="13"/>
        <pc:sldMkLst>
          <pc:docMk/>
          <pc:sldMk cId="3455937725" sldId="305"/>
        </pc:sldMkLst>
      </pc:sldChg>
      <pc:sldChg chg="del">
        <pc:chgData name="Gusti Pangestu" userId="S::gusti.pangestu@binus.ac.id::7768735c-5c0d-4d9b-b550-ead0b3c82a30" providerId="AD" clId="Web-{C85BC696-B738-F53D-98D5-65753C315CC0}" dt="2022-11-17T06:33:01.229" v="12"/>
        <pc:sldMkLst>
          <pc:docMk/>
          <pc:sldMk cId="3782674666" sldId="306"/>
        </pc:sldMkLst>
      </pc:sldChg>
      <pc:sldChg chg="del">
        <pc:chgData name="Gusti Pangestu" userId="S::gusti.pangestu@binus.ac.id::7768735c-5c0d-4d9b-b550-ead0b3c82a30" providerId="AD" clId="Web-{C85BC696-B738-F53D-98D5-65753C315CC0}" dt="2022-11-17T06:33:01.229" v="11"/>
        <pc:sldMkLst>
          <pc:docMk/>
          <pc:sldMk cId="88950683" sldId="307"/>
        </pc:sldMkLst>
      </pc:sldChg>
      <pc:sldChg chg="del">
        <pc:chgData name="Gusti Pangestu" userId="S::gusti.pangestu@binus.ac.id::7768735c-5c0d-4d9b-b550-ead0b3c82a30" providerId="AD" clId="Web-{C85BC696-B738-F53D-98D5-65753C315CC0}" dt="2022-11-17T06:33:01.229" v="10"/>
        <pc:sldMkLst>
          <pc:docMk/>
          <pc:sldMk cId="1661426597" sldId="308"/>
        </pc:sldMkLst>
      </pc:sldChg>
      <pc:sldChg chg="del">
        <pc:chgData name="Gusti Pangestu" userId="S::gusti.pangestu@binus.ac.id::7768735c-5c0d-4d9b-b550-ead0b3c82a30" providerId="AD" clId="Web-{C85BC696-B738-F53D-98D5-65753C315CC0}" dt="2022-11-17T06:33:01.229" v="9"/>
        <pc:sldMkLst>
          <pc:docMk/>
          <pc:sldMk cId="2364365303" sldId="309"/>
        </pc:sldMkLst>
      </pc:sldChg>
      <pc:sldChg chg="del">
        <pc:chgData name="Gusti Pangestu" userId="S::gusti.pangestu@binus.ac.id::7768735c-5c0d-4d9b-b550-ead0b3c82a30" providerId="AD" clId="Web-{C85BC696-B738-F53D-98D5-65753C315CC0}" dt="2022-11-17T06:33:01.213" v="8"/>
        <pc:sldMkLst>
          <pc:docMk/>
          <pc:sldMk cId="636280278" sldId="310"/>
        </pc:sldMkLst>
      </pc:sldChg>
      <pc:sldChg chg="del">
        <pc:chgData name="Gusti Pangestu" userId="S::gusti.pangestu@binus.ac.id::7768735c-5c0d-4d9b-b550-ead0b3c82a30" providerId="AD" clId="Web-{C85BC696-B738-F53D-98D5-65753C315CC0}" dt="2022-11-17T06:33:01.213" v="7"/>
        <pc:sldMkLst>
          <pc:docMk/>
          <pc:sldMk cId="781249497" sldId="311"/>
        </pc:sldMkLst>
      </pc:sldChg>
      <pc:sldChg chg="del">
        <pc:chgData name="Gusti Pangestu" userId="S::gusti.pangestu@binus.ac.id::7768735c-5c0d-4d9b-b550-ead0b3c82a30" providerId="AD" clId="Web-{C85BC696-B738-F53D-98D5-65753C315CC0}" dt="2022-11-17T06:33:01.213" v="6"/>
        <pc:sldMkLst>
          <pc:docMk/>
          <pc:sldMk cId="1569435913" sldId="312"/>
        </pc:sldMkLst>
      </pc:sldChg>
      <pc:sldChg chg="del">
        <pc:chgData name="Gusti Pangestu" userId="S::gusti.pangestu@binus.ac.id::7768735c-5c0d-4d9b-b550-ead0b3c82a30" providerId="AD" clId="Web-{C85BC696-B738-F53D-98D5-65753C315CC0}" dt="2022-11-17T06:33:01.213" v="5"/>
        <pc:sldMkLst>
          <pc:docMk/>
          <pc:sldMk cId="604071880" sldId="313"/>
        </pc:sldMkLst>
      </pc:sldChg>
      <pc:sldChg chg="del">
        <pc:chgData name="Gusti Pangestu" userId="S::gusti.pangestu@binus.ac.id::7768735c-5c0d-4d9b-b550-ead0b3c82a30" providerId="AD" clId="Web-{C85BC696-B738-F53D-98D5-65753C315CC0}" dt="2022-11-17T06:33:01.213" v="4"/>
        <pc:sldMkLst>
          <pc:docMk/>
          <pc:sldMk cId="3205491912" sldId="314"/>
        </pc:sldMkLst>
      </pc:sldChg>
      <pc:sldChg chg="del">
        <pc:chgData name="Gusti Pangestu" userId="S::gusti.pangestu@binus.ac.id::7768735c-5c0d-4d9b-b550-ead0b3c82a30" providerId="AD" clId="Web-{C85BC696-B738-F53D-98D5-65753C315CC0}" dt="2022-11-17T06:33:01.213" v="3"/>
        <pc:sldMkLst>
          <pc:docMk/>
          <pc:sldMk cId="1587019659" sldId="315"/>
        </pc:sldMkLst>
      </pc:sldChg>
    </pc:docChg>
  </pc:docChgLst>
  <pc:docChgLst>
    <pc:chgData name="Gusti Pangestu" userId="S::gusti.pangestu@binus.ac.id::7768735c-5c0d-4d9b-b550-ead0b3c82a30" providerId="AD" clId="Web-{CE3EDE46-5A29-B0DA-503C-90F3093E0DF2}"/>
    <pc:docChg chg="addSld delSld modSld modSection">
      <pc:chgData name="Gusti Pangestu" userId="S::gusti.pangestu@binus.ac.id::7768735c-5c0d-4d9b-b550-ead0b3c82a30" providerId="AD" clId="Web-{CE3EDE46-5A29-B0DA-503C-90F3093E0DF2}" dt="2022-11-17T04:12:11.346" v="305" actId="1076"/>
      <pc:docMkLst>
        <pc:docMk/>
      </pc:docMkLst>
      <pc:sldChg chg="addSp modSp">
        <pc:chgData name="Gusti Pangestu" userId="S::gusti.pangestu@binus.ac.id::7768735c-5c0d-4d9b-b550-ead0b3c82a30" providerId="AD" clId="Web-{CE3EDE46-5A29-B0DA-503C-90F3093E0DF2}" dt="2022-11-17T02:30:06.464" v="9" actId="1076"/>
        <pc:sldMkLst>
          <pc:docMk/>
          <pc:sldMk cId="1339754843" sldId="292"/>
        </pc:sldMkLst>
        <pc:spChg chg="mod">
          <ac:chgData name="Gusti Pangestu" userId="S::gusti.pangestu@binus.ac.id::7768735c-5c0d-4d9b-b550-ead0b3c82a30" providerId="AD" clId="Web-{CE3EDE46-5A29-B0DA-503C-90F3093E0DF2}" dt="2022-11-17T02:29:39.775" v="2" actId="20577"/>
          <ac:spMkLst>
            <pc:docMk/>
            <pc:sldMk cId="1339754843" sldId="292"/>
            <ac:spMk id="2" creationId="{2CD4D38E-151C-E926-4A5E-2418D5764E48}"/>
          </ac:spMkLst>
        </pc:spChg>
        <pc:spChg chg="mod">
          <ac:chgData name="Gusti Pangestu" userId="S::gusti.pangestu@binus.ac.id::7768735c-5c0d-4d9b-b550-ead0b3c82a30" providerId="AD" clId="Web-{CE3EDE46-5A29-B0DA-503C-90F3093E0DF2}" dt="2022-11-17T02:30:02.245" v="7" actId="20577"/>
          <ac:spMkLst>
            <pc:docMk/>
            <pc:sldMk cId="1339754843" sldId="292"/>
            <ac:spMk id="3" creationId="{C335E920-A773-D16F-8C4B-B58D0B92E14B}"/>
          </ac:spMkLst>
        </pc:spChg>
        <pc:picChg chg="add mod">
          <ac:chgData name="Gusti Pangestu" userId="S::gusti.pangestu@binus.ac.id::7768735c-5c0d-4d9b-b550-ead0b3c82a30" providerId="AD" clId="Web-{CE3EDE46-5A29-B0DA-503C-90F3093E0DF2}" dt="2022-11-17T02:30:06.464" v="9" actId="1076"/>
          <ac:picMkLst>
            <pc:docMk/>
            <pc:sldMk cId="1339754843" sldId="292"/>
            <ac:picMk id="4" creationId="{1BA222C6-0E1E-1340-EC89-57C5A3678DA5}"/>
          </ac:picMkLst>
        </pc:picChg>
      </pc:sldChg>
      <pc:sldChg chg="modSp new">
        <pc:chgData name="Gusti Pangestu" userId="S::gusti.pangestu@binus.ac.id::7768735c-5c0d-4d9b-b550-ead0b3c82a30" providerId="AD" clId="Web-{CE3EDE46-5A29-B0DA-503C-90F3093E0DF2}" dt="2022-11-17T02:39:44.199" v="37" actId="20577"/>
        <pc:sldMkLst>
          <pc:docMk/>
          <pc:sldMk cId="1054886527" sldId="293"/>
        </pc:sldMkLst>
        <pc:spChg chg="mod">
          <ac:chgData name="Gusti Pangestu" userId="S::gusti.pangestu@binus.ac.id::7768735c-5c0d-4d9b-b550-ead0b3c82a30" providerId="AD" clId="Web-{CE3EDE46-5A29-B0DA-503C-90F3093E0DF2}" dt="2022-11-17T02:37:00.737" v="11" actId="20577"/>
          <ac:spMkLst>
            <pc:docMk/>
            <pc:sldMk cId="1054886527" sldId="293"/>
            <ac:spMk id="2" creationId="{A25E6832-DE91-DAFB-DDE1-D779DC886C1C}"/>
          </ac:spMkLst>
        </pc:spChg>
        <pc:spChg chg="mod">
          <ac:chgData name="Gusti Pangestu" userId="S::gusti.pangestu@binus.ac.id::7768735c-5c0d-4d9b-b550-ead0b3c82a30" providerId="AD" clId="Web-{CE3EDE46-5A29-B0DA-503C-90F3093E0DF2}" dt="2022-11-17T02:39:44.199" v="37" actId="20577"/>
          <ac:spMkLst>
            <pc:docMk/>
            <pc:sldMk cId="1054886527" sldId="293"/>
            <ac:spMk id="3" creationId="{FD220624-B9A7-EBEF-D81E-15866C8200F6}"/>
          </ac:spMkLst>
        </pc:spChg>
      </pc:sldChg>
      <pc:sldChg chg="addSp modSp new mod modClrScheme chgLayout">
        <pc:chgData name="Gusti Pangestu" userId="S::gusti.pangestu@binus.ac.id::7768735c-5c0d-4d9b-b550-ead0b3c82a30" providerId="AD" clId="Web-{CE3EDE46-5A29-B0DA-503C-90F3093E0DF2}" dt="2022-11-17T02:40:25.358" v="51"/>
        <pc:sldMkLst>
          <pc:docMk/>
          <pc:sldMk cId="684104041" sldId="294"/>
        </pc:sldMkLst>
        <pc:spChg chg="mod">
          <ac:chgData name="Gusti Pangestu" userId="S::gusti.pangestu@binus.ac.id::7768735c-5c0d-4d9b-b550-ead0b3c82a30" providerId="AD" clId="Web-{CE3EDE46-5A29-B0DA-503C-90F3093E0DF2}" dt="2022-11-17T02:40:25.358" v="51"/>
          <ac:spMkLst>
            <pc:docMk/>
            <pc:sldMk cId="684104041" sldId="294"/>
            <ac:spMk id="2" creationId="{76446C04-98C7-48D6-ACC9-484320EC91C9}"/>
          </ac:spMkLst>
        </pc:spChg>
        <pc:spChg chg="mod ord">
          <ac:chgData name="Gusti Pangestu" userId="S::gusti.pangestu@binus.ac.id::7768735c-5c0d-4d9b-b550-ead0b3c82a30" providerId="AD" clId="Web-{CE3EDE46-5A29-B0DA-503C-90F3093E0DF2}" dt="2022-11-17T02:40:25.358" v="51"/>
          <ac:spMkLst>
            <pc:docMk/>
            <pc:sldMk cId="684104041" sldId="294"/>
            <ac:spMk id="3" creationId="{AA33375F-B4CA-4565-DB0C-9246CAF6A535}"/>
          </ac:spMkLst>
        </pc:spChg>
        <pc:picChg chg="add mod">
          <ac:chgData name="Gusti Pangestu" userId="S::gusti.pangestu@binus.ac.id::7768735c-5c0d-4d9b-b550-ead0b3c82a30" providerId="AD" clId="Web-{CE3EDE46-5A29-B0DA-503C-90F3093E0DF2}" dt="2022-11-17T02:40:25.358" v="51"/>
          <ac:picMkLst>
            <pc:docMk/>
            <pc:sldMk cId="684104041" sldId="294"/>
            <ac:picMk id="4" creationId="{A9A3C4D7-FECD-3F78-E8F0-E813A4AC1BD2}"/>
          </ac:picMkLst>
        </pc:picChg>
      </pc:sldChg>
      <pc:sldChg chg="addSp delSp modSp new mod modClrScheme chgLayout">
        <pc:chgData name="Gusti Pangestu" userId="S::gusti.pangestu@binus.ac.id::7768735c-5c0d-4d9b-b550-ead0b3c82a30" providerId="AD" clId="Web-{CE3EDE46-5A29-B0DA-503C-90F3093E0DF2}" dt="2022-11-17T02:44:05.964" v="69" actId="14100"/>
        <pc:sldMkLst>
          <pc:docMk/>
          <pc:sldMk cId="3833624046" sldId="295"/>
        </pc:sldMkLst>
        <pc:spChg chg="del mod ord">
          <ac:chgData name="Gusti Pangestu" userId="S::gusti.pangestu@binus.ac.id::7768735c-5c0d-4d9b-b550-ead0b3c82a30" providerId="AD" clId="Web-{CE3EDE46-5A29-B0DA-503C-90F3093E0DF2}" dt="2022-11-17T02:41:59.629" v="54"/>
          <ac:spMkLst>
            <pc:docMk/>
            <pc:sldMk cId="3833624046" sldId="295"/>
            <ac:spMk id="2" creationId="{32CE7728-BA47-DFDE-8044-340872129C40}"/>
          </ac:spMkLst>
        </pc:spChg>
        <pc:spChg chg="add del mod ord">
          <ac:chgData name="Gusti Pangestu" userId="S::gusti.pangestu@binus.ac.id::7768735c-5c0d-4d9b-b550-ead0b3c82a30" providerId="AD" clId="Web-{CE3EDE46-5A29-B0DA-503C-90F3093E0DF2}" dt="2022-11-17T02:42:10.551" v="57"/>
          <ac:spMkLst>
            <pc:docMk/>
            <pc:sldMk cId="3833624046" sldId="295"/>
            <ac:spMk id="3" creationId="{EDEFBE65-CBB3-48E4-18C8-528F93474F0B}"/>
          </ac:spMkLst>
        </pc:spChg>
        <pc:spChg chg="del">
          <ac:chgData name="Gusti Pangestu" userId="S::gusti.pangestu@binus.ac.id::7768735c-5c0d-4d9b-b550-ead0b3c82a30" providerId="AD" clId="Web-{CE3EDE46-5A29-B0DA-503C-90F3093E0DF2}" dt="2022-11-17T02:41:38.737" v="53"/>
          <ac:spMkLst>
            <pc:docMk/>
            <pc:sldMk cId="3833624046" sldId="295"/>
            <ac:spMk id="4" creationId="{7187D58D-4EF1-2160-99A8-AB9844A0EEE7}"/>
          </ac:spMkLst>
        </pc:spChg>
        <pc:spChg chg="add mod">
          <ac:chgData name="Gusti Pangestu" userId="S::gusti.pangestu@binus.ac.id::7768735c-5c0d-4d9b-b550-ead0b3c82a30" providerId="AD" clId="Web-{CE3EDE46-5A29-B0DA-503C-90F3093E0DF2}" dt="2022-11-17T02:44:00.620" v="66" actId="20577"/>
          <ac:spMkLst>
            <pc:docMk/>
            <pc:sldMk cId="3833624046" sldId="295"/>
            <ac:spMk id="7" creationId="{E569D11F-FDB9-70B7-FD76-B0C4C2FC4EFE}"/>
          </ac:spMkLst>
        </pc:spChg>
        <pc:picChg chg="add del mod ord">
          <ac:chgData name="Gusti Pangestu" userId="S::gusti.pangestu@binus.ac.id::7768735c-5c0d-4d9b-b550-ead0b3c82a30" providerId="AD" clId="Web-{CE3EDE46-5A29-B0DA-503C-90F3093E0DF2}" dt="2022-11-17T02:42:04.473" v="56"/>
          <ac:picMkLst>
            <pc:docMk/>
            <pc:sldMk cId="3833624046" sldId="295"/>
            <ac:picMk id="5" creationId="{663F456C-BCDF-1D52-ACC7-3BF3289B86E2}"/>
          </ac:picMkLst>
        </pc:picChg>
        <pc:picChg chg="add mod ord">
          <ac:chgData name="Gusti Pangestu" userId="S::gusti.pangestu@binus.ac.id::7768735c-5c0d-4d9b-b550-ead0b3c82a30" providerId="AD" clId="Web-{CE3EDE46-5A29-B0DA-503C-90F3093E0DF2}" dt="2022-11-17T02:42:13.989" v="58" actId="1076"/>
          <ac:picMkLst>
            <pc:docMk/>
            <pc:sldMk cId="3833624046" sldId="295"/>
            <ac:picMk id="6" creationId="{DE0AFD10-B38B-4736-E5FD-BC6338DF9C66}"/>
          </ac:picMkLst>
        </pc:picChg>
        <pc:picChg chg="add mod">
          <ac:chgData name="Gusti Pangestu" userId="S::gusti.pangestu@binus.ac.id::7768735c-5c0d-4d9b-b550-ead0b3c82a30" providerId="AD" clId="Web-{CE3EDE46-5A29-B0DA-503C-90F3093E0DF2}" dt="2022-11-17T02:44:05.964" v="69" actId="14100"/>
          <ac:picMkLst>
            <pc:docMk/>
            <pc:sldMk cId="3833624046" sldId="295"/>
            <ac:picMk id="8" creationId="{10C6FBC8-0B03-9A9F-4D6B-13D822939E96}"/>
          </ac:picMkLst>
        </pc:picChg>
      </pc:sldChg>
      <pc:sldChg chg="addSp modSp new mod modClrScheme chgLayout">
        <pc:chgData name="Gusti Pangestu" userId="S::gusti.pangestu@binus.ac.id::7768735c-5c0d-4d9b-b550-ead0b3c82a30" providerId="AD" clId="Web-{CE3EDE46-5A29-B0DA-503C-90F3093E0DF2}" dt="2022-11-17T02:46:04.361" v="84"/>
        <pc:sldMkLst>
          <pc:docMk/>
          <pc:sldMk cId="2301636605" sldId="296"/>
        </pc:sldMkLst>
        <pc:spChg chg="mod">
          <ac:chgData name="Gusti Pangestu" userId="S::gusti.pangestu@binus.ac.id::7768735c-5c0d-4d9b-b550-ead0b3c82a30" providerId="AD" clId="Web-{CE3EDE46-5A29-B0DA-503C-90F3093E0DF2}" dt="2022-11-17T02:46:04.361" v="84"/>
          <ac:spMkLst>
            <pc:docMk/>
            <pc:sldMk cId="2301636605" sldId="296"/>
            <ac:spMk id="2" creationId="{B48C2AE9-E331-7958-15CD-63DA57763CE7}"/>
          </ac:spMkLst>
        </pc:spChg>
        <pc:spChg chg="mod ord">
          <ac:chgData name="Gusti Pangestu" userId="S::gusti.pangestu@binus.ac.id::7768735c-5c0d-4d9b-b550-ead0b3c82a30" providerId="AD" clId="Web-{CE3EDE46-5A29-B0DA-503C-90F3093E0DF2}" dt="2022-11-17T02:46:04.361" v="84"/>
          <ac:spMkLst>
            <pc:docMk/>
            <pc:sldMk cId="2301636605" sldId="296"/>
            <ac:spMk id="3" creationId="{E3E777C0-8FB7-C65C-56C4-F6BA3B60593F}"/>
          </ac:spMkLst>
        </pc:spChg>
        <pc:picChg chg="add mod">
          <ac:chgData name="Gusti Pangestu" userId="S::gusti.pangestu@binus.ac.id::7768735c-5c0d-4d9b-b550-ead0b3c82a30" providerId="AD" clId="Web-{CE3EDE46-5A29-B0DA-503C-90F3093E0DF2}" dt="2022-11-17T02:46:04.361" v="84"/>
          <ac:picMkLst>
            <pc:docMk/>
            <pc:sldMk cId="2301636605" sldId="296"/>
            <ac:picMk id="4" creationId="{479F3450-FDC9-16B6-63F3-28C32AE60EA7}"/>
          </ac:picMkLst>
        </pc:picChg>
      </pc:sldChg>
      <pc:sldChg chg="addSp delSp modSp new mod modClrScheme chgLayout">
        <pc:chgData name="Gusti Pangestu" userId="S::gusti.pangestu@binus.ac.id::7768735c-5c0d-4d9b-b550-ead0b3c82a30" providerId="AD" clId="Web-{CE3EDE46-5A29-B0DA-503C-90F3093E0DF2}" dt="2022-11-17T02:58:34.138" v="119"/>
        <pc:sldMkLst>
          <pc:docMk/>
          <pc:sldMk cId="2568124687" sldId="297"/>
        </pc:sldMkLst>
        <pc:spChg chg="mod ord">
          <ac:chgData name="Gusti Pangestu" userId="S::gusti.pangestu@binus.ac.id::7768735c-5c0d-4d9b-b550-ead0b3c82a30" providerId="AD" clId="Web-{CE3EDE46-5A29-B0DA-503C-90F3093E0DF2}" dt="2022-11-17T02:58:31.106" v="118"/>
          <ac:spMkLst>
            <pc:docMk/>
            <pc:sldMk cId="2568124687" sldId="297"/>
            <ac:spMk id="2" creationId="{CB715408-0DF7-2FEE-EC89-772E8AACCD76}"/>
          </ac:spMkLst>
        </pc:spChg>
        <pc:spChg chg="del mod ord">
          <ac:chgData name="Gusti Pangestu" userId="S::gusti.pangestu@binus.ac.id::7768735c-5c0d-4d9b-b550-ead0b3c82a30" providerId="AD" clId="Web-{CE3EDE46-5A29-B0DA-503C-90F3093E0DF2}" dt="2022-11-17T02:58:34.138" v="119"/>
          <ac:spMkLst>
            <pc:docMk/>
            <pc:sldMk cId="2568124687" sldId="297"/>
            <ac:spMk id="3" creationId="{F0582F19-7330-1AAC-5479-F83EA9FC21E7}"/>
          </ac:spMkLst>
        </pc:spChg>
        <pc:spChg chg="del">
          <ac:chgData name="Gusti Pangestu" userId="S::gusti.pangestu@binus.ac.id::7768735c-5c0d-4d9b-b550-ead0b3c82a30" providerId="AD" clId="Web-{CE3EDE46-5A29-B0DA-503C-90F3093E0DF2}" dt="2022-11-17T02:58:31.106" v="118"/>
          <ac:spMkLst>
            <pc:docMk/>
            <pc:sldMk cId="2568124687" sldId="297"/>
            <ac:spMk id="4" creationId="{D7548E84-2546-3A42-5B73-E298665ADD37}"/>
          </ac:spMkLst>
        </pc:spChg>
        <pc:picChg chg="add mod ord">
          <ac:chgData name="Gusti Pangestu" userId="S::gusti.pangestu@binus.ac.id::7768735c-5c0d-4d9b-b550-ead0b3c82a30" providerId="AD" clId="Web-{CE3EDE46-5A29-B0DA-503C-90F3093E0DF2}" dt="2022-11-17T02:58:34.138" v="119"/>
          <ac:picMkLst>
            <pc:docMk/>
            <pc:sldMk cId="2568124687" sldId="297"/>
            <ac:picMk id="5" creationId="{BAB171C5-00AE-6911-18FF-1C0281F79BDE}"/>
          </ac:picMkLst>
        </pc:picChg>
      </pc:sldChg>
      <pc:sldChg chg="modSp new del">
        <pc:chgData name="Gusti Pangestu" userId="S::gusti.pangestu@binus.ac.id::7768735c-5c0d-4d9b-b550-ead0b3c82a30" providerId="AD" clId="Web-{CE3EDE46-5A29-B0DA-503C-90F3093E0DF2}" dt="2022-11-17T02:55:07.845" v="97"/>
        <pc:sldMkLst>
          <pc:docMk/>
          <pc:sldMk cId="3739284830" sldId="297"/>
        </pc:sldMkLst>
        <pc:spChg chg="mod">
          <ac:chgData name="Gusti Pangestu" userId="S::gusti.pangestu@binus.ac.id::7768735c-5c0d-4d9b-b550-ead0b3c82a30" providerId="AD" clId="Web-{CE3EDE46-5A29-B0DA-503C-90F3093E0DF2}" dt="2022-11-17T02:55:07.157" v="96" actId="20577"/>
          <ac:spMkLst>
            <pc:docMk/>
            <pc:sldMk cId="3739284830" sldId="297"/>
            <ac:spMk id="2" creationId="{7F64B7DE-455C-0D22-DD1C-CB06EAEC75C4}"/>
          </ac:spMkLst>
        </pc:spChg>
      </pc:sldChg>
      <pc:sldChg chg="addSp delSp modSp new">
        <pc:chgData name="Gusti Pangestu" userId="S::gusti.pangestu@binus.ac.id::7768735c-5c0d-4d9b-b550-ead0b3c82a30" providerId="AD" clId="Web-{CE3EDE46-5A29-B0DA-503C-90F3093E0DF2}" dt="2022-11-17T03:31:36.515" v="124" actId="14100"/>
        <pc:sldMkLst>
          <pc:docMk/>
          <pc:sldMk cId="1685238828" sldId="298"/>
        </pc:sldMkLst>
        <pc:spChg chg="del">
          <ac:chgData name="Gusti Pangestu" userId="S::gusti.pangestu@binus.ac.id::7768735c-5c0d-4d9b-b550-ead0b3c82a30" providerId="AD" clId="Web-{CE3EDE46-5A29-B0DA-503C-90F3093E0DF2}" dt="2022-11-17T03:31:25.249" v="122"/>
          <ac:spMkLst>
            <pc:docMk/>
            <pc:sldMk cId="1685238828" sldId="298"/>
            <ac:spMk id="2" creationId="{86222EB7-46A5-B329-4713-55BED742F115}"/>
          </ac:spMkLst>
        </pc:spChg>
        <pc:spChg chg="del">
          <ac:chgData name="Gusti Pangestu" userId="S::gusti.pangestu@binus.ac.id::7768735c-5c0d-4d9b-b550-ead0b3c82a30" providerId="AD" clId="Web-{CE3EDE46-5A29-B0DA-503C-90F3093E0DF2}" dt="2022-11-17T03:31:23.093" v="121"/>
          <ac:spMkLst>
            <pc:docMk/>
            <pc:sldMk cId="1685238828" sldId="298"/>
            <ac:spMk id="3" creationId="{2743A34F-EFF0-F950-6647-02A0622EAECE}"/>
          </ac:spMkLst>
        </pc:spChg>
        <pc:picChg chg="add mod ord">
          <ac:chgData name="Gusti Pangestu" userId="S::gusti.pangestu@binus.ac.id::7768735c-5c0d-4d9b-b550-ead0b3c82a30" providerId="AD" clId="Web-{CE3EDE46-5A29-B0DA-503C-90F3093E0DF2}" dt="2022-11-17T03:31:36.515" v="124" actId="14100"/>
          <ac:picMkLst>
            <pc:docMk/>
            <pc:sldMk cId="1685238828" sldId="298"/>
            <ac:picMk id="4" creationId="{7930E9D0-B875-6F14-A628-223A28A139C2}"/>
          </ac:picMkLst>
        </pc:picChg>
      </pc:sldChg>
      <pc:sldChg chg="modSp new">
        <pc:chgData name="Gusti Pangestu" userId="S::gusti.pangestu@binus.ac.id::7768735c-5c0d-4d9b-b550-ead0b3c82a30" providerId="AD" clId="Web-{CE3EDE46-5A29-B0DA-503C-90F3093E0DF2}" dt="2022-11-17T03:43:03.632" v="136" actId="20577"/>
        <pc:sldMkLst>
          <pc:docMk/>
          <pc:sldMk cId="2835585452" sldId="299"/>
        </pc:sldMkLst>
        <pc:spChg chg="mod">
          <ac:chgData name="Gusti Pangestu" userId="S::gusti.pangestu@binus.ac.id::7768735c-5c0d-4d9b-b550-ead0b3c82a30" providerId="AD" clId="Web-{CE3EDE46-5A29-B0DA-503C-90F3093E0DF2}" dt="2022-11-17T03:40:30.798" v="127" actId="20577"/>
          <ac:spMkLst>
            <pc:docMk/>
            <pc:sldMk cId="2835585452" sldId="299"/>
            <ac:spMk id="2" creationId="{AD388A89-AE3B-2FF2-D754-C6EF6E90C86E}"/>
          </ac:spMkLst>
        </pc:spChg>
        <pc:spChg chg="mod">
          <ac:chgData name="Gusti Pangestu" userId="S::gusti.pangestu@binus.ac.id::7768735c-5c0d-4d9b-b550-ead0b3c82a30" providerId="AD" clId="Web-{CE3EDE46-5A29-B0DA-503C-90F3093E0DF2}" dt="2022-11-17T03:43:03.632" v="136" actId="20577"/>
          <ac:spMkLst>
            <pc:docMk/>
            <pc:sldMk cId="2835585452" sldId="299"/>
            <ac:spMk id="3" creationId="{0713FFE9-84CC-230D-AAD8-CBD136347397}"/>
          </ac:spMkLst>
        </pc:spChg>
      </pc:sldChg>
      <pc:sldChg chg="addSp delSp modSp new">
        <pc:chgData name="Gusti Pangestu" userId="S::gusti.pangestu@binus.ac.id::7768735c-5c0d-4d9b-b550-ead0b3c82a30" providerId="AD" clId="Web-{CE3EDE46-5A29-B0DA-503C-90F3093E0DF2}" dt="2022-11-17T03:43:15.929" v="141" actId="14100"/>
        <pc:sldMkLst>
          <pc:docMk/>
          <pc:sldMk cId="317275369" sldId="300"/>
        </pc:sldMkLst>
        <pc:spChg chg="del">
          <ac:chgData name="Gusti Pangestu" userId="S::gusti.pangestu@binus.ac.id::7768735c-5c0d-4d9b-b550-ead0b3c82a30" providerId="AD" clId="Web-{CE3EDE46-5A29-B0DA-503C-90F3093E0DF2}" dt="2022-11-17T03:43:09.444" v="139"/>
          <ac:spMkLst>
            <pc:docMk/>
            <pc:sldMk cId="317275369" sldId="300"/>
            <ac:spMk id="2" creationId="{C77E3A43-B892-5120-BF83-E6AC5B0E987D}"/>
          </ac:spMkLst>
        </pc:spChg>
        <pc:spChg chg="del">
          <ac:chgData name="Gusti Pangestu" userId="S::gusti.pangestu@binus.ac.id::7768735c-5c0d-4d9b-b550-ead0b3c82a30" providerId="AD" clId="Web-{CE3EDE46-5A29-B0DA-503C-90F3093E0DF2}" dt="2022-11-17T03:43:08.194" v="138"/>
          <ac:spMkLst>
            <pc:docMk/>
            <pc:sldMk cId="317275369" sldId="300"/>
            <ac:spMk id="3" creationId="{FDE3CB3A-592D-86DB-09DB-341C51D07C60}"/>
          </ac:spMkLst>
        </pc:spChg>
        <pc:picChg chg="add mod ord">
          <ac:chgData name="Gusti Pangestu" userId="S::gusti.pangestu@binus.ac.id::7768735c-5c0d-4d9b-b550-ead0b3c82a30" providerId="AD" clId="Web-{CE3EDE46-5A29-B0DA-503C-90F3093E0DF2}" dt="2022-11-17T03:43:15.929" v="141" actId="14100"/>
          <ac:picMkLst>
            <pc:docMk/>
            <pc:sldMk cId="317275369" sldId="300"/>
            <ac:picMk id="4" creationId="{875DDD9D-E608-EB60-E37D-8AD219F59A95}"/>
          </ac:picMkLst>
        </pc:picChg>
      </pc:sldChg>
      <pc:sldChg chg="addSp delSp modSp new">
        <pc:chgData name="Gusti Pangestu" userId="S::gusti.pangestu@binus.ac.id::7768735c-5c0d-4d9b-b550-ead0b3c82a30" providerId="AD" clId="Web-{CE3EDE46-5A29-B0DA-503C-90F3093E0DF2}" dt="2022-11-17T03:44:27.931" v="151" actId="1076"/>
        <pc:sldMkLst>
          <pc:docMk/>
          <pc:sldMk cId="340465697" sldId="301"/>
        </pc:sldMkLst>
        <pc:spChg chg="del">
          <ac:chgData name="Gusti Pangestu" userId="S::gusti.pangestu@binus.ac.id::7768735c-5c0d-4d9b-b550-ead0b3c82a30" providerId="AD" clId="Web-{CE3EDE46-5A29-B0DA-503C-90F3093E0DF2}" dt="2022-11-17T03:43:43.492" v="145"/>
          <ac:spMkLst>
            <pc:docMk/>
            <pc:sldMk cId="340465697" sldId="301"/>
            <ac:spMk id="2" creationId="{EC62EFC4-CD99-1AA2-7814-4DCB03127051}"/>
          </ac:spMkLst>
        </pc:spChg>
        <pc:spChg chg="mod">
          <ac:chgData name="Gusti Pangestu" userId="S::gusti.pangestu@binus.ac.id::7768735c-5c0d-4d9b-b550-ead0b3c82a30" providerId="AD" clId="Web-{CE3EDE46-5A29-B0DA-503C-90F3093E0DF2}" dt="2022-11-17T03:43:50.961" v="148" actId="20577"/>
          <ac:spMkLst>
            <pc:docMk/>
            <pc:sldMk cId="340465697" sldId="301"/>
            <ac:spMk id="3" creationId="{04CA0DB7-C969-8F34-EBC5-0A1CA6B6A299}"/>
          </ac:spMkLst>
        </pc:spChg>
        <pc:picChg chg="add mod">
          <ac:chgData name="Gusti Pangestu" userId="S::gusti.pangestu@binus.ac.id::7768735c-5c0d-4d9b-b550-ead0b3c82a30" providerId="AD" clId="Web-{CE3EDE46-5A29-B0DA-503C-90F3093E0DF2}" dt="2022-11-17T03:44:27.931" v="151" actId="1076"/>
          <ac:picMkLst>
            <pc:docMk/>
            <pc:sldMk cId="340465697" sldId="301"/>
            <ac:picMk id="4" creationId="{C5C3CC95-7D0D-0668-5A4F-A71CBBDA1C2A}"/>
          </ac:picMkLst>
        </pc:picChg>
      </pc:sldChg>
      <pc:sldChg chg="addSp modSp new mod modClrScheme chgLayout">
        <pc:chgData name="Gusti Pangestu" userId="S::gusti.pangestu@binus.ac.id::7768735c-5c0d-4d9b-b550-ead0b3c82a30" providerId="AD" clId="Web-{CE3EDE46-5A29-B0DA-503C-90F3093E0DF2}" dt="2022-11-17T03:45:39.809" v="165"/>
        <pc:sldMkLst>
          <pc:docMk/>
          <pc:sldMk cId="270357174" sldId="302"/>
        </pc:sldMkLst>
        <pc:spChg chg="mod">
          <ac:chgData name="Gusti Pangestu" userId="S::gusti.pangestu@binus.ac.id::7768735c-5c0d-4d9b-b550-ead0b3c82a30" providerId="AD" clId="Web-{CE3EDE46-5A29-B0DA-503C-90F3093E0DF2}" dt="2022-11-17T03:45:39.809" v="165"/>
          <ac:spMkLst>
            <pc:docMk/>
            <pc:sldMk cId="270357174" sldId="302"/>
            <ac:spMk id="2" creationId="{D0AE0A2E-773E-4A59-C6AC-DBEAAA9FB938}"/>
          </ac:spMkLst>
        </pc:spChg>
        <pc:spChg chg="mod">
          <ac:chgData name="Gusti Pangestu" userId="S::gusti.pangestu@binus.ac.id::7768735c-5c0d-4d9b-b550-ead0b3c82a30" providerId="AD" clId="Web-{CE3EDE46-5A29-B0DA-503C-90F3093E0DF2}" dt="2022-11-17T03:45:39.809" v="165"/>
          <ac:spMkLst>
            <pc:docMk/>
            <pc:sldMk cId="270357174" sldId="302"/>
            <ac:spMk id="3" creationId="{8135665F-00E6-3AD5-A713-3784CE126332}"/>
          </ac:spMkLst>
        </pc:spChg>
        <pc:picChg chg="add mod">
          <ac:chgData name="Gusti Pangestu" userId="S::gusti.pangestu@binus.ac.id::7768735c-5c0d-4d9b-b550-ead0b3c82a30" providerId="AD" clId="Web-{CE3EDE46-5A29-B0DA-503C-90F3093E0DF2}" dt="2022-11-17T03:45:39.809" v="165"/>
          <ac:picMkLst>
            <pc:docMk/>
            <pc:sldMk cId="270357174" sldId="302"/>
            <ac:picMk id="4" creationId="{1FF8FC84-FA2E-8322-8789-64B9E656F80A}"/>
          </ac:picMkLst>
        </pc:picChg>
      </pc:sldChg>
      <pc:sldChg chg="addSp delSp modSp new mod modClrScheme chgLayout">
        <pc:chgData name="Gusti Pangestu" userId="S::gusti.pangestu@binus.ac.id::7768735c-5c0d-4d9b-b550-ead0b3c82a30" providerId="AD" clId="Web-{CE3EDE46-5A29-B0DA-503C-90F3093E0DF2}" dt="2022-11-17T03:48:44.862" v="179" actId="1076"/>
        <pc:sldMkLst>
          <pc:docMk/>
          <pc:sldMk cId="3376913443" sldId="303"/>
        </pc:sldMkLst>
        <pc:spChg chg="del mod ord">
          <ac:chgData name="Gusti Pangestu" userId="S::gusti.pangestu@binus.ac.id::7768735c-5c0d-4d9b-b550-ead0b3c82a30" providerId="AD" clId="Web-{CE3EDE46-5A29-B0DA-503C-90F3093E0DF2}" dt="2022-11-17T03:48:14.767" v="172"/>
          <ac:spMkLst>
            <pc:docMk/>
            <pc:sldMk cId="3376913443" sldId="303"/>
            <ac:spMk id="2" creationId="{A225D54F-594D-F360-C88D-DC513B42E063}"/>
          </ac:spMkLst>
        </pc:spChg>
        <pc:spChg chg="mod ord">
          <ac:chgData name="Gusti Pangestu" userId="S::gusti.pangestu@binus.ac.id::7768735c-5c0d-4d9b-b550-ead0b3c82a30" providerId="AD" clId="Web-{CE3EDE46-5A29-B0DA-503C-90F3093E0DF2}" dt="2022-11-17T03:48:35.814" v="176" actId="20577"/>
          <ac:spMkLst>
            <pc:docMk/>
            <pc:sldMk cId="3376913443" sldId="303"/>
            <ac:spMk id="3" creationId="{E2E65916-B84B-49D0-F866-A4E8397EA4BE}"/>
          </ac:spMkLst>
        </pc:spChg>
        <pc:spChg chg="del">
          <ac:chgData name="Gusti Pangestu" userId="S::gusti.pangestu@binus.ac.id::7768735c-5c0d-4d9b-b550-ead0b3c82a30" providerId="AD" clId="Web-{CE3EDE46-5A29-B0DA-503C-90F3093E0DF2}" dt="2022-11-17T03:47:58.532" v="167"/>
          <ac:spMkLst>
            <pc:docMk/>
            <pc:sldMk cId="3376913443" sldId="303"/>
            <ac:spMk id="4" creationId="{497094A1-11E6-2355-8655-9F54400A1661}"/>
          </ac:spMkLst>
        </pc:spChg>
        <pc:picChg chg="add mod">
          <ac:chgData name="Gusti Pangestu" userId="S::gusti.pangestu@binus.ac.id::7768735c-5c0d-4d9b-b550-ead0b3c82a30" providerId="AD" clId="Web-{CE3EDE46-5A29-B0DA-503C-90F3093E0DF2}" dt="2022-11-17T03:48:44.862" v="179" actId="1076"/>
          <ac:picMkLst>
            <pc:docMk/>
            <pc:sldMk cId="3376913443" sldId="303"/>
            <ac:picMk id="5" creationId="{CE84D2DF-7C68-DCDC-AE3E-28BA09A72302}"/>
          </ac:picMkLst>
        </pc:picChg>
      </pc:sldChg>
      <pc:sldChg chg="addSp modSp new mod modClrScheme chgLayout">
        <pc:chgData name="Gusti Pangestu" userId="S::gusti.pangestu@binus.ac.id::7768735c-5c0d-4d9b-b550-ead0b3c82a30" providerId="AD" clId="Web-{CE3EDE46-5A29-B0DA-503C-90F3093E0DF2}" dt="2022-11-17T03:53:15.542" v="189"/>
        <pc:sldMkLst>
          <pc:docMk/>
          <pc:sldMk cId="1025671823" sldId="304"/>
        </pc:sldMkLst>
        <pc:spChg chg="mod">
          <ac:chgData name="Gusti Pangestu" userId="S::gusti.pangestu@binus.ac.id::7768735c-5c0d-4d9b-b550-ead0b3c82a30" providerId="AD" clId="Web-{CE3EDE46-5A29-B0DA-503C-90F3093E0DF2}" dt="2022-11-17T03:53:15.542" v="189"/>
          <ac:spMkLst>
            <pc:docMk/>
            <pc:sldMk cId="1025671823" sldId="304"/>
            <ac:spMk id="2" creationId="{7303DF75-5F72-79EC-D07F-882E863917E8}"/>
          </ac:spMkLst>
        </pc:spChg>
        <pc:spChg chg="mod">
          <ac:chgData name="Gusti Pangestu" userId="S::gusti.pangestu@binus.ac.id::7768735c-5c0d-4d9b-b550-ead0b3c82a30" providerId="AD" clId="Web-{CE3EDE46-5A29-B0DA-503C-90F3093E0DF2}" dt="2022-11-17T03:53:15.542" v="189"/>
          <ac:spMkLst>
            <pc:docMk/>
            <pc:sldMk cId="1025671823" sldId="304"/>
            <ac:spMk id="3" creationId="{4D087624-CEB3-DD3B-4D5B-A9F5B54901CB}"/>
          </ac:spMkLst>
        </pc:spChg>
        <pc:picChg chg="add mod">
          <ac:chgData name="Gusti Pangestu" userId="S::gusti.pangestu@binus.ac.id::7768735c-5c0d-4d9b-b550-ead0b3c82a30" providerId="AD" clId="Web-{CE3EDE46-5A29-B0DA-503C-90F3093E0DF2}" dt="2022-11-17T03:53:15.542" v="189"/>
          <ac:picMkLst>
            <pc:docMk/>
            <pc:sldMk cId="1025671823" sldId="304"/>
            <ac:picMk id="4" creationId="{2A8E65D2-7CB6-2913-1F58-563B0C2AAA7D}"/>
          </ac:picMkLst>
        </pc:picChg>
      </pc:sldChg>
      <pc:sldChg chg="delSp modSp new mod modClrScheme chgLayout">
        <pc:chgData name="Gusti Pangestu" userId="S::gusti.pangestu@binus.ac.id::7768735c-5c0d-4d9b-b550-ead0b3c82a30" providerId="AD" clId="Web-{CE3EDE46-5A29-B0DA-503C-90F3093E0DF2}" dt="2022-11-17T04:00:22.432" v="211" actId="20577"/>
        <pc:sldMkLst>
          <pc:docMk/>
          <pc:sldMk cId="3455937725" sldId="305"/>
        </pc:sldMkLst>
        <pc:spChg chg="mod ord">
          <ac:chgData name="Gusti Pangestu" userId="S::gusti.pangestu@binus.ac.id::7768735c-5c0d-4d9b-b550-ead0b3c82a30" providerId="AD" clId="Web-{CE3EDE46-5A29-B0DA-503C-90F3093E0DF2}" dt="2022-11-17T03:59:28.695" v="196" actId="20577"/>
          <ac:spMkLst>
            <pc:docMk/>
            <pc:sldMk cId="3455937725" sldId="305"/>
            <ac:spMk id="2" creationId="{731BCE32-38BD-C5E7-14B9-93348319C488}"/>
          </ac:spMkLst>
        </pc:spChg>
        <pc:spChg chg="mod ord">
          <ac:chgData name="Gusti Pangestu" userId="S::gusti.pangestu@binus.ac.id::7768735c-5c0d-4d9b-b550-ead0b3c82a30" providerId="AD" clId="Web-{CE3EDE46-5A29-B0DA-503C-90F3093E0DF2}" dt="2022-11-17T04:00:22.432" v="211" actId="20577"/>
          <ac:spMkLst>
            <pc:docMk/>
            <pc:sldMk cId="3455937725" sldId="305"/>
            <ac:spMk id="3" creationId="{6067493C-F4FA-DA22-FD2D-A2D7092580E3}"/>
          </ac:spMkLst>
        </pc:spChg>
        <pc:spChg chg="del">
          <ac:chgData name="Gusti Pangestu" userId="S::gusti.pangestu@binus.ac.id::7768735c-5c0d-4d9b-b550-ead0b3c82a30" providerId="AD" clId="Web-{CE3EDE46-5A29-B0DA-503C-90F3093E0DF2}" dt="2022-11-17T03:53:37.215" v="193"/>
          <ac:spMkLst>
            <pc:docMk/>
            <pc:sldMk cId="3455937725" sldId="305"/>
            <ac:spMk id="4" creationId="{3F99530A-A5EF-DC96-2CD8-6A877C8C44CE}"/>
          </ac:spMkLst>
        </pc:spChg>
      </pc:sldChg>
      <pc:sldChg chg="addSp delSp modSp new mod modClrScheme chgLayout">
        <pc:chgData name="Gusti Pangestu" userId="S::gusti.pangestu@binus.ac.id::7768735c-5c0d-4d9b-b550-ead0b3c82a30" providerId="AD" clId="Web-{CE3EDE46-5A29-B0DA-503C-90F3093E0DF2}" dt="2022-11-17T04:02:53.499" v="224"/>
        <pc:sldMkLst>
          <pc:docMk/>
          <pc:sldMk cId="3782674666" sldId="306"/>
        </pc:sldMkLst>
        <pc:spChg chg="del">
          <ac:chgData name="Gusti Pangestu" userId="S::gusti.pangestu@binus.ac.id::7768735c-5c0d-4d9b-b550-ead0b3c82a30" providerId="AD" clId="Web-{CE3EDE46-5A29-B0DA-503C-90F3093E0DF2}" dt="2022-11-17T04:02:53.499" v="224"/>
          <ac:spMkLst>
            <pc:docMk/>
            <pc:sldMk cId="3782674666" sldId="306"/>
            <ac:spMk id="2" creationId="{EB237232-848C-FEAA-CF9D-94BEA2242F99}"/>
          </ac:spMkLst>
        </pc:spChg>
        <pc:spChg chg="mod">
          <ac:chgData name="Gusti Pangestu" userId="S::gusti.pangestu@binus.ac.id::7768735c-5c0d-4d9b-b550-ead0b3c82a30" providerId="AD" clId="Web-{CE3EDE46-5A29-B0DA-503C-90F3093E0DF2}" dt="2022-11-17T04:02:53.499" v="224"/>
          <ac:spMkLst>
            <pc:docMk/>
            <pc:sldMk cId="3782674666" sldId="306"/>
            <ac:spMk id="3" creationId="{10E3F144-202C-73FF-828C-BCF70A5C8CED}"/>
          </ac:spMkLst>
        </pc:spChg>
        <pc:spChg chg="add mod">
          <ac:chgData name="Gusti Pangestu" userId="S::gusti.pangestu@binus.ac.id::7768735c-5c0d-4d9b-b550-ead0b3c82a30" providerId="AD" clId="Web-{CE3EDE46-5A29-B0DA-503C-90F3093E0DF2}" dt="2022-11-17T04:02:53.499" v="224"/>
          <ac:spMkLst>
            <pc:docMk/>
            <pc:sldMk cId="3782674666" sldId="306"/>
            <ac:spMk id="9" creationId="{BB5E12FA-F918-7E2A-C0FC-7044C4F0C160}"/>
          </ac:spMkLst>
        </pc:spChg>
        <pc:picChg chg="add mod">
          <ac:chgData name="Gusti Pangestu" userId="S::gusti.pangestu@binus.ac.id::7768735c-5c0d-4d9b-b550-ead0b3c82a30" providerId="AD" clId="Web-{CE3EDE46-5A29-B0DA-503C-90F3093E0DF2}" dt="2022-11-17T04:02:53.499" v="224"/>
          <ac:picMkLst>
            <pc:docMk/>
            <pc:sldMk cId="3782674666" sldId="306"/>
            <ac:picMk id="4" creationId="{AA950DF1-2023-C330-1AF7-08BA705D97C3}"/>
          </ac:picMkLst>
        </pc:picChg>
      </pc:sldChg>
      <pc:sldChg chg="addSp delSp modSp new mod modClrScheme chgLayout">
        <pc:chgData name="Gusti Pangestu" userId="S::gusti.pangestu@binus.ac.id::7768735c-5c0d-4d9b-b550-ead0b3c82a30" providerId="AD" clId="Web-{CE3EDE46-5A29-B0DA-503C-90F3093E0DF2}" dt="2022-11-17T04:03:19.984" v="227"/>
        <pc:sldMkLst>
          <pc:docMk/>
          <pc:sldMk cId="88950683" sldId="307"/>
        </pc:sldMkLst>
        <pc:spChg chg="mod ord">
          <ac:chgData name="Gusti Pangestu" userId="S::gusti.pangestu@binus.ac.id::7768735c-5c0d-4d9b-b550-ead0b3c82a30" providerId="AD" clId="Web-{CE3EDE46-5A29-B0DA-503C-90F3093E0DF2}" dt="2022-11-17T04:03:16.812" v="226"/>
          <ac:spMkLst>
            <pc:docMk/>
            <pc:sldMk cId="88950683" sldId="307"/>
            <ac:spMk id="2" creationId="{8B4A2945-A288-1880-BA85-8BAE8B026AB6}"/>
          </ac:spMkLst>
        </pc:spChg>
        <pc:spChg chg="del mod ord">
          <ac:chgData name="Gusti Pangestu" userId="S::gusti.pangestu@binus.ac.id::7768735c-5c0d-4d9b-b550-ead0b3c82a30" providerId="AD" clId="Web-{CE3EDE46-5A29-B0DA-503C-90F3093E0DF2}" dt="2022-11-17T04:03:19.984" v="227"/>
          <ac:spMkLst>
            <pc:docMk/>
            <pc:sldMk cId="88950683" sldId="307"/>
            <ac:spMk id="3" creationId="{8879BB75-1EBD-C105-BF0A-161F4021DEAD}"/>
          </ac:spMkLst>
        </pc:spChg>
        <pc:spChg chg="del">
          <ac:chgData name="Gusti Pangestu" userId="S::gusti.pangestu@binus.ac.id::7768735c-5c0d-4d9b-b550-ead0b3c82a30" providerId="AD" clId="Web-{CE3EDE46-5A29-B0DA-503C-90F3093E0DF2}" dt="2022-11-17T04:03:16.812" v="226"/>
          <ac:spMkLst>
            <pc:docMk/>
            <pc:sldMk cId="88950683" sldId="307"/>
            <ac:spMk id="4" creationId="{3CF5BF90-DCE9-4F69-6321-6F778D8B4083}"/>
          </ac:spMkLst>
        </pc:spChg>
        <pc:picChg chg="add mod ord">
          <ac:chgData name="Gusti Pangestu" userId="S::gusti.pangestu@binus.ac.id::7768735c-5c0d-4d9b-b550-ead0b3c82a30" providerId="AD" clId="Web-{CE3EDE46-5A29-B0DA-503C-90F3093E0DF2}" dt="2022-11-17T04:03:19.984" v="227"/>
          <ac:picMkLst>
            <pc:docMk/>
            <pc:sldMk cId="88950683" sldId="307"/>
            <ac:picMk id="5" creationId="{04F99E08-3B17-8ED7-2C2B-4BE64E743139}"/>
          </ac:picMkLst>
        </pc:picChg>
      </pc:sldChg>
      <pc:sldChg chg="addSp modSp new">
        <pc:chgData name="Gusti Pangestu" userId="S::gusti.pangestu@binus.ac.id::7768735c-5c0d-4d9b-b550-ead0b3c82a30" providerId="AD" clId="Web-{CE3EDE46-5A29-B0DA-503C-90F3093E0DF2}" dt="2022-11-17T04:04:46.518" v="239" actId="14100"/>
        <pc:sldMkLst>
          <pc:docMk/>
          <pc:sldMk cId="1661426597" sldId="308"/>
        </pc:sldMkLst>
        <pc:spChg chg="mod">
          <ac:chgData name="Gusti Pangestu" userId="S::gusti.pangestu@binus.ac.id::7768735c-5c0d-4d9b-b550-ead0b3c82a30" providerId="AD" clId="Web-{CE3EDE46-5A29-B0DA-503C-90F3093E0DF2}" dt="2022-11-17T04:04:40.753" v="236" actId="20577"/>
          <ac:spMkLst>
            <pc:docMk/>
            <pc:sldMk cId="1661426597" sldId="308"/>
            <ac:spMk id="3" creationId="{22413E9F-F9B1-E779-4398-D4E97B8A262B}"/>
          </ac:spMkLst>
        </pc:spChg>
        <pc:picChg chg="add mod">
          <ac:chgData name="Gusti Pangestu" userId="S::gusti.pangestu@binus.ac.id::7768735c-5c0d-4d9b-b550-ead0b3c82a30" providerId="AD" clId="Web-{CE3EDE46-5A29-B0DA-503C-90F3093E0DF2}" dt="2022-11-17T04:04:46.518" v="239" actId="14100"/>
          <ac:picMkLst>
            <pc:docMk/>
            <pc:sldMk cId="1661426597" sldId="308"/>
            <ac:picMk id="4" creationId="{09C5250E-C0D3-26A6-3785-D069E8BCB9C5}"/>
          </ac:picMkLst>
        </pc:picChg>
      </pc:sldChg>
      <pc:sldChg chg="addSp modSp new">
        <pc:chgData name="Gusti Pangestu" userId="S::gusti.pangestu@binus.ac.id::7768735c-5c0d-4d9b-b550-ead0b3c82a30" providerId="AD" clId="Web-{CE3EDE46-5A29-B0DA-503C-90F3093E0DF2}" dt="2022-11-17T04:05:23.442" v="253" actId="14100"/>
        <pc:sldMkLst>
          <pc:docMk/>
          <pc:sldMk cId="2364365303" sldId="309"/>
        </pc:sldMkLst>
        <pc:spChg chg="mod">
          <ac:chgData name="Gusti Pangestu" userId="S::gusti.pangestu@binus.ac.id::7768735c-5c0d-4d9b-b550-ead0b3c82a30" providerId="AD" clId="Web-{CE3EDE46-5A29-B0DA-503C-90F3093E0DF2}" dt="2022-11-17T04:05:02.238" v="244" actId="20577"/>
          <ac:spMkLst>
            <pc:docMk/>
            <pc:sldMk cId="2364365303" sldId="309"/>
            <ac:spMk id="2" creationId="{9EBABF4B-E4EC-3E81-1FD8-5CCE24BA3651}"/>
          </ac:spMkLst>
        </pc:spChg>
        <pc:spChg chg="mod">
          <ac:chgData name="Gusti Pangestu" userId="S::gusti.pangestu@binus.ac.id::7768735c-5c0d-4d9b-b550-ead0b3c82a30" providerId="AD" clId="Web-{CE3EDE46-5A29-B0DA-503C-90F3093E0DF2}" dt="2022-11-17T04:05:17.660" v="250" actId="20577"/>
          <ac:spMkLst>
            <pc:docMk/>
            <pc:sldMk cId="2364365303" sldId="309"/>
            <ac:spMk id="3" creationId="{FD3CA73C-081E-3856-D82F-297280400BD0}"/>
          </ac:spMkLst>
        </pc:spChg>
        <pc:picChg chg="add mod">
          <ac:chgData name="Gusti Pangestu" userId="S::gusti.pangestu@binus.ac.id::7768735c-5c0d-4d9b-b550-ead0b3c82a30" providerId="AD" clId="Web-{CE3EDE46-5A29-B0DA-503C-90F3093E0DF2}" dt="2022-11-17T04:05:23.442" v="253" actId="14100"/>
          <ac:picMkLst>
            <pc:docMk/>
            <pc:sldMk cId="2364365303" sldId="309"/>
            <ac:picMk id="4" creationId="{CD455C02-7B7C-134E-BB13-120E3B58B0DC}"/>
          </ac:picMkLst>
        </pc:picChg>
      </pc:sldChg>
      <pc:sldChg chg="addSp modSp new mod modClrScheme chgLayout">
        <pc:chgData name="Gusti Pangestu" userId="S::gusti.pangestu@binus.ac.id::7768735c-5c0d-4d9b-b550-ead0b3c82a30" providerId="AD" clId="Web-{CE3EDE46-5A29-B0DA-503C-90F3093E0DF2}" dt="2022-11-17T04:07:14.789" v="271"/>
        <pc:sldMkLst>
          <pc:docMk/>
          <pc:sldMk cId="636280278" sldId="310"/>
        </pc:sldMkLst>
        <pc:spChg chg="mod">
          <ac:chgData name="Gusti Pangestu" userId="S::gusti.pangestu@binus.ac.id::7768735c-5c0d-4d9b-b550-ead0b3c82a30" providerId="AD" clId="Web-{CE3EDE46-5A29-B0DA-503C-90F3093E0DF2}" dt="2022-11-17T04:07:14.789" v="271"/>
          <ac:spMkLst>
            <pc:docMk/>
            <pc:sldMk cId="636280278" sldId="310"/>
            <ac:spMk id="2" creationId="{EC6B442E-BD01-2BC2-3BC5-7661BBEFF2F3}"/>
          </ac:spMkLst>
        </pc:spChg>
        <pc:spChg chg="mod">
          <ac:chgData name="Gusti Pangestu" userId="S::gusti.pangestu@binus.ac.id::7768735c-5c0d-4d9b-b550-ead0b3c82a30" providerId="AD" clId="Web-{CE3EDE46-5A29-B0DA-503C-90F3093E0DF2}" dt="2022-11-17T04:07:14.789" v="271"/>
          <ac:spMkLst>
            <pc:docMk/>
            <pc:sldMk cId="636280278" sldId="310"/>
            <ac:spMk id="3" creationId="{AF34AF92-6FE0-C084-FFFB-27502E7725AC}"/>
          </ac:spMkLst>
        </pc:spChg>
        <pc:picChg chg="add mod">
          <ac:chgData name="Gusti Pangestu" userId="S::gusti.pangestu@binus.ac.id::7768735c-5c0d-4d9b-b550-ead0b3c82a30" providerId="AD" clId="Web-{CE3EDE46-5A29-B0DA-503C-90F3093E0DF2}" dt="2022-11-17T04:07:14.789" v="271"/>
          <ac:picMkLst>
            <pc:docMk/>
            <pc:sldMk cId="636280278" sldId="310"/>
            <ac:picMk id="4" creationId="{6DC4E7F5-6E06-1172-E070-272ADABA3FA6}"/>
          </ac:picMkLst>
        </pc:picChg>
      </pc:sldChg>
      <pc:sldChg chg="addSp delSp modSp new mod modClrScheme chgLayout">
        <pc:chgData name="Gusti Pangestu" userId="S::gusti.pangestu@binus.ac.id::7768735c-5c0d-4d9b-b550-ead0b3c82a30" providerId="AD" clId="Web-{CE3EDE46-5A29-B0DA-503C-90F3093E0DF2}" dt="2022-11-17T04:07:51.775" v="277" actId="1076"/>
        <pc:sldMkLst>
          <pc:docMk/>
          <pc:sldMk cId="781249497" sldId="311"/>
        </pc:sldMkLst>
        <pc:spChg chg="del mod ord">
          <ac:chgData name="Gusti Pangestu" userId="S::gusti.pangestu@binus.ac.id::7768735c-5c0d-4d9b-b550-ead0b3c82a30" providerId="AD" clId="Web-{CE3EDE46-5A29-B0DA-503C-90F3093E0DF2}" dt="2022-11-17T04:07:45.415" v="275"/>
          <ac:spMkLst>
            <pc:docMk/>
            <pc:sldMk cId="781249497" sldId="311"/>
            <ac:spMk id="2" creationId="{C3E481FA-EB35-17FF-670E-0E8681C1CA31}"/>
          </ac:spMkLst>
        </pc:spChg>
        <pc:spChg chg="del mod ord">
          <ac:chgData name="Gusti Pangestu" userId="S::gusti.pangestu@binus.ac.id::7768735c-5c0d-4d9b-b550-ead0b3c82a30" providerId="AD" clId="Web-{CE3EDE46-5A29-B0DA-503C-90F3093E0DF2}" dt="2022-11-17T04:07:42.759" v="274"/>
          <ac:spMkLst>
            <pc:docMk/>
            <pc:sldMk cId="781249497" sldId="311"/>
            <ac:spMk id="3" creationId="{3189DD37-B7EE-F348-2796-465527FDB539}"/>
          </ac:spMkLst>
        </pc:spChg>
        <pc:spChg chg="del">
          <ac:chgData name="Gusti Pangestu" userId="S::gusti.pangestu@binus.ac.id::7768735c-5c0d-4d9b-b550-ead0b3c82a30" providerId="AD" clId="Web-{CE3EDE46-5A29-B0DA-503C-90F3093E0DF2}" dt="2022-11-17T04:07:40.290" v="273"/>
          <ac:spMkLst>
            <pc:docMk/>
            <pc:sldMk cId="781249497" sldId="311"/>
            <ac:spMk id="4" creationId="{6EBD2339-CA94-008A-384C-19B40E63296A}"/>
          </ac:spMkLst>
        </pc:spChg>
        <pc:picChg chg="add mod ord">
          <ac:chgData name="Gusti Pangestu" userId="S::gusti.pangestu@binus.ac.id::7768735c-5c0d-4d9b-b550-ead0b3c82a30" providerId="AD" clId="Web-{CE3EDE46-5A29-B0DA-503C-90F3093E0DF2}" dt="2022-11-17T04:07:51.775" v="277" actId="1076"/>
          <ac:picMkLst>
            <pc:docMk/>
            <pc:sldMk cId="781249497" sldId="311"/>
            <ac:picMk id="5" creationId="{1F8B7E8C-B761-DF6C-F637-9F129B7404BE}"/>
          </ac:picMkLst>
        </pc:picChg>
      </pc:sldChg>
      <pc:sldChg chg="addSp delSp modSp new">
        <pc:chgData name="Gusti Pangestu" userId="S::gusti.pangestu@binus.ac.id::7768735c-5c0d-4d9b-b550-ead0b3c82a30" providerId="AD" clId="Web-{CE3EDE46-5A29-B0DA-503C-90F3093E0DF2}" dt="2022-11-17T04:09:58.091" v="286"/>
        <pc:sldMkLst>
          <pc:docMk/>
          <pc:sldMk cId="1569435913" sldId="312"/>
        </pc:sldMkLst>
        <pc:spChg chg="mod">
          <ac:chgData name="Gusti Pangestu" userId="S::gusti.pangestu@binus.ac.id::7768735c-5c0d-4d9b-b550-ead0b3c82a30" providerId="AD" clId="Web-{CE3EDE46-5A29-B0DA-503C-90F3093E0DF2}" dt="2022-11-17T04:09:55.826" v="285" actId="20577"/>
          <ac:spMkLst>
            <pc:docMk/>
            <pc:sldMk cId="1569435913" sldId="312"/>
            <ac:spMk id="2" creationId="{EEA26AC2-052D-61E9-614C-464B5C18AD35}"/>
          </ac:spMkLst>
        </pc:spChg>
        <pc:spChg chg="del">
          <ac:chgData name="Gusti Pangestu" userId="S::gusti.pangestu@binus.ac.id::7768735c-5c0d-4d9b-b550-ead0b3c82a30" providerId="AD" clId="Web-{CE3EDE46-5A29-B0DA-503C-90F3093E0DF2}" dt="2022-11-17T04:09:58.091" v="286"/>
          <ac:spMkLst>
            <pc:docMk/>
            <pc:sldMk cId="1569435913" sldId="312"/>
            <ac:spMk id="3" creationId="{15A3F560-7B9D-2124-82DD-F8B4CAD3D15F}"/>
          </ac:spMkLst>
        </pc:spChg>
        <pc:picChg chg="add mod ord">
          <ac:chgData name="Gusti Pangestu" userId="S::gusti.pangestu@binus.ac.id::7768735c-5c0d-4d9b-b550-ead0b3c82a30" providerId="AD" clId="Web-{CE3EDE46-5A29-B0DA-503C-90F3093E0DF2}" dt="2022-11-17T04:09:58.091" v="286"/>
          <ac:picMkLst>
            <pc:docMk/>
            <pc:sldMk cId="1569435913" sldId="312"/>
            <ac:picMk id="4" creationId="{61C644C3-817B-F58D-A7D7-FEFE83D0B8AC}"/>
          </ac:picMkLst>
        </pc:picChg>
      </pc:sldChg>
      <pc:sldChg chg="addSp delSp modSp new">
        <pc:chgData name="Gusti Pangestu" userId="S::gusti.pangestu@binus.ac.id::7768735c-5c0d-4d9b-b550-ead0b3c82a30" providerId="AD" clId="Web-{CE3EDE46-5A29-B0DA-503C-90F3093E0DF2}" dt="2022-11-17T04:10:50.609" v="294" actId="1076"/>
        <pc:sldMkLst>
          <pc:docMk/>
          <pc:sldMk cId="604071880" sldId="313"/>
        </pc:sldMkLst>
        <pc:spChg chg="del">
          <ac:chgData name="Gusti Pangestu" userId="S::gusti.pangestu@binus.ac.id::7768735c-5c0d-4d9b-b550-ead0b3c82a30" providerId="AD" clId="Web-{CE3EDE46-5A29-B0DA-503C-90F3093E0DF2}" dt="2022-11-17T04:10:24.670" v="290"/>
          <ac:spMkLst>
            <pc:docMk/>
            <pc:sldMk cId="604071880" sldId="313"/>
            <ac:spMk id="2" creationId="{6BB407FF-E39F-8369-B8DA-20133C67E009}"/>
          </ac:spMkLst>
        </pc:spChg>
        <pc:spChg chg="del">
          <ac:chgData name="Gusti Pangestu" userId="S::gusti.pangestu@binus.ac.id::7768735c-5c0d-4d9b-b550-ead0b3c82a30" providerId="AD" clId="Web-{CE3EDE46-5A29-B0DA-503C-90F3093E0DF2}" dt="2022-11-17T04:10:20.639" v="288"/>
          <ac:spMkLst>
            <pc:docMk/>
            <pc:sldMk cId="604071880" sldId="313"/>
            <ac:spMk id="3" creationId="{3CC882E8-F35D-0F0B-DE1A-84F69CC9B0C4}"/>
          </ac:spMkLst>
        </pc:spChg>
        <pc:picChg chg="add mod ord">
          <ac:chgData name="Gusti Pangestu" userId="S::gusti.pangestu@binus.ac.id::7768735c-5c0d-4d9b-b550-ead0b3c82a30" providerId="AD" clId="Web-{CE3EDE46-5A29-B0DA-503C-90F3093E0DF2}" dt="2022-11-17T04:10:27.577" v="291" actId="1076"/>
          <ac:picMkLst>
            <pc:docMk/>
            <pc:sldMk cId="604071880" sldId="313"/>
            <ac:picMk id="4" creationId="{51649065-1BCE-7218-44ED-93F61A85A938}"/>
          </ac:picMkLst>
        </pc:picChg>
        <pc:picChg chg="add mod">
          <ac:chgData name="Gusti Pangestu" userId="S::gusti.pangestu@binus.ac.id::7768735c-5c0d-4d9b-b550-ead0b3c82a30" providerId="AD" clId="Web-{CE3EDE46-5A29-B0DA-503C-90F3093E0DF2}" dt="2022-11-17T04:10:50.609" v="294" actId="1076"/>
          <ac:picMkLst>
            <pc:docMk/>
            <pc:sldMk cId="604071880" sldId="313"/>
            <ac:picMk id="5" creationId="{5F173CBC-5026-04AB-E189-4D99B8FCF4A7}"/>
          </ac:picMkLst>
        </pc:picChg>
      </pc:sldChg>
      <pc:sldChg chg="addSp delSp modSp new">
        <pc:chgData name="Gusti Pangestu" userId="S::gusti.pangestu@binus.ac.id::7768735c-5c0d-4d9b-b550-ead0b3c82a30" providerId="AD" clId="Web-{CE3EDE46-5A29-B0DA-503C-90F3093E0DF2}" dt="2022-11-17T04:11:32.829" v="300" actId="1076"/>
        <pc:sldMkLst>
          <pc:docMk/>
          <pc:sldMk cId="3205491912" sldId="314"/>
        </pc:sldMkLst>
        <pc:spChg chg="del">
          <ac:chgData name="Gusti Pangestu" userId="S::gusti.pangestu@binus.ac.id::7768735c-5c0d-4d9b-b550-ead0b3c82a30" providerId="AD" clId="Web-{CE3EDE46-5A29-B0DA-503C-90F3093E0DF2}" dt="2022-11-17T04:11:24.328" v="297"/>
          <ac:spMkLst>
            <pc:docMk/>
            <pc:sldMk cId="3205491912" sldId="314"/>
            <ac:spMk id="2" creationId="{78452CDD-F2EE-5106-09A7-71CE604937BE}"/>
          </ac:spMkLst>
        </pc:spChg>
        <pc:spChg chg="del">
          <ac:chgData name="Gusti Pangestu" userId="S::gusti.pangestu@binus.ac.id::7768735c-5c0d-4d9b-b550-ead0b3c82a30" providerId="AD" clId="Web-{CE3EDE46-5A29-B0DA-503C-90F3093E0DF2}" dt="2022-11-17T04:11:18.594" v="296"/>
          <ac:spMkLst>
            <pc:docMk/>
            <pc:sldMk cId="3205491912" sldId="314"/>
            <ac:spMk id="3" creationId="{37DD0374-51DB-7869-AD64-30EC2EE30A78}"/>
          </ac:spMkLst>
        </pc:spChg>
        <pc:picChg chg="add mod ord">
          <ac:chgData name="Gusti Pangestu" userId="S::gusti.pangestu@binus.ac.id::7768735c-5c0d-4d9b-b550-ead0b3c82a30" providerId="AD" clId="Web-{CE3EDE46-5A29-B0DA-503C-90F3093E0DF2}" dt="2022-11-17T04:11:32.829" v="300" actId="1076"/>
          <ac:picMkLst>
            <pc:docMk/>
            <pc:sldMk cId="3205491912" sldId="314"/>
            <ac:picMk id="4" creationId="{C5861838-B016-AE50-A35A-DD2A24E3EB34}"/>
          </ac:picMkLst>
        </pc:picChg>
      </pc:sldChg>
      <pc:sldChg chg="addSp delSp modSp new">
        <pc:chgData name="Gusti Pangestu" userId="S::gusti.pangestu@binus.ac.id::7768735c-5c0d-4d9b-b550-ead0b3c82a30" providerId="AD" clId="Web-{CE3EDE46-5A29-B0DA-503C-90F3093E0DF2}" dt="2022-11-17T04:12:11.346" v="305" actId="1076"/>
        <pc:sldMkLst>
          <pc:docMk/>
          <pc:sldMk cId="1587019659" sldId="315"/>
        </pc:sldMkLst>
        <pc:spChg chg="del">
          <ac:chgData name="Gusti Pangestu" userId="S::gusti.pangestu@binus.ac.id::7768735c-5c0d-4d9b-b550-ead0b3c82a30" providerId="AD" clId="Web-{CE3EDE46-5A29-B0DA-503C-90F3093E0DF2}" dt="2022-11-17T04:12:03.470" v="303"/>
          <ac:spMkLst>
            <pc:docMk/>
            <pc:sldMk cId="1587019659" sldId="315"/>
            <ac:spMk id="2" creationId="{30E65B33-072B-8AD0-F4B1-27524923D5FD}"/>
          </ac:spMkLst>
        </pc:spChg>
        <pc:spChg chg="del">
          <ac:chgData name="Gusti Pangestu" userId="S::gusti.pangestu@binus.ac.id::7768735c-5c0d-4d9b-b550-ead0b3c82a30" providerId="AD" clId="Web-{CE3EDE46-5A29-B0DA-503C-90F3093E0DF2}" dt="2022-11-17T04:12:01.345" v="302"/>
          <ac:spMkLst>
            <pc:docMk/>
            <pc:sldMk cId="1587019659" sldId="315"/>
            <ac:spMk id="3" creationId="{1B941369-7B4E-C6BA-A1EE-E17E6666F324}"/>
          </ac:spMkLst>
        </pc:spChg>
        <pc:picChg chg="add mod ord">
          <ac:chgData name="Gusti Pangestu" userId="S::gusti.pangestu@binus.ac.id::7768735c-5c0d-4d9b-b550-ead0b3c82a30" providerId="AD" clId="Web-{CE3EDE46-5A29-B0DA-503C-90F3093E0DF2}" dt="2022-11-17T04:12:11.346" v="305" actId="1076"/>
          <ac:picMkLst>
            <pc:docMk/>
            <pc:sldMk cId="1587019659" sldId="315"/>
            <ac:picMk id="4" creationId="{FE065EB0-F959-E414-2C9C-23BAB9D995DF}"/>
          </ac:picMkLst>
        </pc:picChg>
      </pc:sldChg>
    </pc:docChg>
  </pc:docChgLst>
  <pc:docChgLst>
    <pc:chgData name="Gusti Pangestu" userId="S::gusti.pangestu@binus.ac.id::7768735c-5c0d-4d9b-b550-ead0b3c82a30" providerId="AD" clId="Web-{C66C34B6-9332-01B0-020B-2C52778785FE}"/>
    <pc:docChg chg="addSld delSld modSld modSection">
      <pc:chgData name="Gusti Pangestu" userId="S::gusti.pangestu@binus.ac.id::7768735c-5c0d-4d9b-b550-ead0b3c82a30" providerId="AD" clId="Web-{C66C34B6-9332-01B0-020B-2C52778785FE}" dt="2022-11-16T09:17:52.740" v="40"/>
      <pc:docMkLst>
        <pc:docMk/>
      </pc:docMkLst>
      <pc:sldChg chg="modSp">
        <pc:chgData name="Gusti Pangestu" userId="S::gusti.pangestu@binus.ac.id::7768735c-5c0d-4d9b-b550-ead0b3c82a30" providerId="AD" clId="Web-{C66C34B6-9332-01B0-020B-2C52778785FE}" dt="2022-11-16T09:08:06.935" v="16" actId="20577"/>
        <pc:sldMkLst>
          <pc:docMk/>
          <pc:sldMk cId="1545682022" sldId="290"/>
        </pc:sldMkLst>
        <pc:spChg chg="mod">
          <ac:chgData name="Gusti Pangestu" userId="S::gusti.pangestu@binus.ac.id::7768735c-5c0d-4d9b-b550-ead0b3c82a30" providerId="AD" clId="Web-{C66C34B6-9332-01B0-020B-2C52778785FE}" dt="2022-11-16T09:08:06.935" v="16" actId="20577"/>
          <ac:spMkLst>
            <pc:docMk/>
            <pc:sldMk cId="1545682022" sldId="290"/>
            <ac:spMk id="3" creationId="{CFBE6DC7-A61F-27FA-B9A7-7018AFBF0075}"/>
          </ac:spMkLst>
        </pc:spChg>
      </pc:sldChg>
      <pc:sldChg chg="del">
        <pc:chgData name="Gusti Pangestu" userId="S::gusti.pangestu@binus.ac.id::7768735c-5c0d-4d9b-b550-ead0b3c82a30" providerId="AD" clId="Web-{C66C34B6-9332-01B0-020B-2C52778785FE}" dt="2022-11-16T09:07:20.871" v="14"/>
        <pc:sldMkLst>
          <pc:docMk/>
          <pc:sldMk cId="1765197454" sldId="291"/>
        </pc:sldMkLst>
      </pc:sldChg>
      <pc:sldChg chg="addSp modSp new">
        <pc:chgData name="Gusti Pangestu" userId="S::gusti.pangestu@binus.ac.id::7768735c-5c0d-4d9b-b550-ead0b3c82a30" providerId="AD" clId="Web-{C66C34B6-9332-01B0-020B-2C52778785FE}" dt="2022-11-16T09:17:46.756" v="39" actId="14100"/>
        <pc:sldMkLst>
          <pc:docMk/>
          <pc:sldMk cId="3825084955" sldId="291"/>
        </pc:sldMkLst>
        <pc:spChg chg="mod">
          <ac:chgData name="Gusti Pangestu" userId="S::gusti.pangestu@binus.ac.id::7768735c-5c0d-4d9b-b550-ead0b3c82a30" providerId="AD" clId="Web-{C66C34B6-9332-01B0-020B-2C52778785FE}" dt="2022-11-16T09:12:45.993" v="22" actId="20577"/>
          <ac:spMkLst>
            <pc:docMk/>
            <pc:sldMk cId="3825084955" sldId="291"/>
            <ac:spMk id="2" creationId="{065D08AA-2609-86CD-C729-7BC0D8B66F01}"/>
          </ac:spMkLst>
        </pc:spChg>
        <pc:spChg chg="mod">
          <ac:chgData name="Gusti Pangestu" userId="S::gusti.pangestu@binus.ac.id::7768735c-5c0d-4d9b-b550-ead0b3c82a30" providerId="AD" clId="Web-{C66C34B6-9332-01B0-020B-2C52778785FE}" dt="2022-11-16T09:17:23.755" v="31" actId="20577"/>
          <ac:spMkLst>
            <pc:docMk/>
            <pc:sldMk cId="3825084955" sldId="291"/>
            <ac:spMk id="3" creationId="{5CDA8B99-6B48-BF80-D3FB-13793B8E9409}"/>
          </ac:spMkLst>
        </pc:spChg>
        <pc:picChg chg="add mod">
          <ac:chgData name="Gusti Pangestu" userId="S::gusti.pangestu@binus.ac.id::7768735c-5c0d-4d9b-b550-ead0b3c82a30" providerId="AD" clId="Web-{C66C34B6-9332-01B0-020B-2C52778785FE}" dt="2022-11-16T09:17:41.771" v="37" actId="1076"/>
          <ac:picMkLst>
            <pc:docMk/>
            <pc:sldMk cId="3825084955" sldId="291"/>
            <ac:picMk id="4" creationId="{E11F8490-F232-993B-6615-EFD506669072}"/>
          </ac:picMkLst>
        </pc:picChg>
        <pc:picChg chg="add mod">
          <ac:chgData name="Gusti Pangestu" userId="S::gusti.pangestu@binus.ac.id::7768735c-5c0d-4d9b-b550-ead0b3c82a30" providerId="AD" clId="Web-{C66C34B6-9332-01B0-020B-2C52778785FE}" dt="2022-11-16T09:17:46.756" v="39" actId="14100"/>
          <ac:picMkLst>
            <pc:docMk/>
            <pc:sldMk cId="3825084955" sldId="291"/>
            <ac:picMk id="5" creationId="{4F0F1FA3-D48F-68D8-F1FB-6EA7F50B1369}"/>
          </ac:picMkLst>
        </pc:picChg>
      </pc:sldChg>
      <pc:sldChg chg="new">
        <pc:chgData name="Gusti Pangestu" userId="S::gusti.pangestu@binus.ac.id::7768735c-5c0d-4d9b-b550-ead0b3c82a30" providerId="AD" clId="Web-{C66C34B6-9332-01B0-020B-2C52778785FE}" dt="2022-11-16T09:17:52.740" v="40"/>
        <pc:sldMkLst>
          <pc:docMk/>
          <pc:sldMk cId="1339754843" sldId="292"/>
        </pc:sldMkLst>
      </pc:sldChg>
      <pc:sldChg chg="del">
        <pc:chgData name="Gusti Pangestu" userId="S::gusti.pangestu@binus.ac.id::7768735c-5c0d-4d9b-b550-ead0b3c82a30" providerId="AD" clId="Web-{C66C34B6-9332-01B0-020B-2C52778785FE}" dt="2022-11-16T09:07:20.871" v="13"/>
        <pc:sldMkLst>
          <pc:docMk/>
          <pc:sldMk cId="3506783845" sldId="292"/>
        </pc:sldMkLst>
      </pc:sldChg>
      <pc:sldChg chg="del">
        <pc:chgData name="Gusti Pangestu" userId="S::gusti.pangestu@binus.ac.id::7768735c-5c0d-4d9b-b550-ead0b3c82a30" providerId="AD" clId="Web-{C66C34B6-9332-01B0-020B-2C52778785FE}" dt="2022-11-16T09:07:20.871" v="11"/>
        <pc:sldMkLst>
          <pc:docMk/>
          <pc:sldMk cId="1023137893" sldId="293"/>
        </pc:sldMkLst>
      </pc:sldChg>
      <pc:sldChg chg="del">
        <pc:chgData name="Gusti Pangestu" userId="S::gusti.pangestu@binus.ac.id::7768735c-5c0d-4d9b-b550-ead0b3c82a30" providerId="AD" clId="Web-{C66C34B6-9332-01B0-020B-2C52778785FE}" dt="2022-11-16T09:07:20.871" v="12"/>
        <pc:sldMkLst>
          <pc:docMk/>
          <pc:sldMk cId="641680110" sldId="294"/>
        </pc:sldMkLst>
      </pc:sldChg>
      <pc:sldChg chg="del">
        <pc:chgData name="Gusti Pangestu" userId="S::gusti.pangestu@binus.ac.id::7768735c-5c0d-4d9b-b550-ead0b3c82a30" providerId="AD" clId="Web-{C66C34B6-9332-01B0-020B-2C52778785FE}" dt="2022-11-16T09:07:20.855" v="10"/>
        <pc:sldMkLst>
          <pc:docMk/>
          <pc:sldMk cId="1095013890" sldId="295"/>
        </pc:sldMkLst>
      </pc:sldChg>
      <pc:sldChg chg="del">
        <pc:chgData name="Gusti Pangestu" userId="S::gusti.pangestu@binus.ac.id::7768735c-5c0d-4d9b-b550-ead0b3c82a30" providerId="AD" clId="Web-{C66C34B6-9332-01B0-020B-2C52778785FE}" dt="2022-11-16T09:07:20.855" v="9"/>
        <pc:sldMkLst>
          <pc:docMk/>
          <pc:sldMk cId="1426729290" sldId="296"/>
        </pc:sldMkLst>
      </pc:sldChg>
      <pc:sldChg chg="del">
        <pc:chgData name="Gusti Pangestu" userId="S::gusti.pangestu@binus.ac.id::7768735c-5c0d-4d9b-b550-ead0b3c82a30" providerId="AD" clId="Web-{C66C34B6-9332-01B0-020B-2C52778785FE}" dt="2022-11-16T09:07:20.855" v="8"/>
        <pc:sldMkLst>
          <pc:docMk/>
          <pc:sldMk cId="2467367817" sldId="297"/>
        </pc:sldMkLst>
      </pc:sldChg>
      <pc:sldChg chg="del">
        <pc:chgData name="Gusti Pangestu" userId="S::gusti.pangestu@binus.ac.id::7768735c-5c0d-4d9b-b550-ead0b3c82a30" providerId="AD" clId="Web-{C66C34B6-9332-01B0-020B-2C52778785FE}" dt="2022-11-16T09:07:20.855" v="7"/>
        <pc:sldMkLst>
          <pc:docMk/>
          <pc:sldMk cId="3078249726" sldId="298"/>
        </pc:sldMkLst>
      </pc:sldChg>
      <pc:sldChg chg="del">
        <pc:chgData name="Gusti Pangestu" userId="S::gusti.pangestu@binus.ac.id::7768735c-5c0d-4d9b-b550-ead0b3c82a30" providerId="AD" clId="Web-{C66C34B6-9332-01B0-020B-2C52778785FE}" dt="2022-11-16T09:07:20.855" v="6"/>
        <pc:sldMkLst>
          <pc:docMk/>
          <pc:sldMk cId="2189213575" sldId="299"/>
        </pc:sldMkLst>
      </pc:sldChg>
      <pc:sldChg chg="del">
        <pc:chgData name="Gusti Pangestu" userId="S::gusti.pangestu@binus.ac.id::7768735c-5c0d-4d9b-b550-ead0b3c82a30" providerId="AD" clId="Web-{C66C34B6-9332-01B0-020B-2C52778785FE}" dt="2022-11-16T09:07:20.855" v="5"/>
        <pc:sldMkLst>
          <pc:docMk/>
          <pc:sldMk cId="544600065" sldId="300"/>
        </pc:sldMkLst>
      </pc:sldChg>
      <pc:sldChg chg="del">
        <pc:chgData name="Gusti Pangestu" userId="S::gusti.pangestu@binus.ac.id::7768735c-5c0d-4d9b-b550-ead0b3c82a30" providerId="AD" clId="Web-{C66C34B6-9332-01B0-020B-2C52778785FE}" dt="2022-11-16T09:07:20.855" v="4"/>
        <pc:sldMkLst>
          <pc:docMk/>
          <pc:sldMk cId="1266768660" sldId="301"/>
        </pc:sldMkLst>
      </pc:sldChg>
      <pc:sldChg chg="del">
        <pc:chgData name="Gusti Pangestu" userId="S::gusti.pangestu@binus.ac.id::7768735c-5c0d-4d9b-b550-ead0b3c82a30" providerId="AD" clId="Web-{C66C34B6-9332-01B0-020B-2C52778785FE}" dt="2022-11-16T09:07:20.855" v="3"/>
        <pc:sldMkLst>
          <pc:docMk/>
          <pc:sldMk cId="343948354" sldId="302"/>
        </pc:sldMkLst>
      </pc:sldChg>
      <pc:sldChg chg="del">
        <pc:chgData name="Gusti Pangestu" userId="S::gusti.pangestu@binus.ac.id::7768735c-5c0d-4d9b-b550-ead0b3c82a30" providerId="AD" clId="Web-{C66C34B6-9332-01B0-020B-2C52778785FE}" dt="2022-11-16T09:07:20.855" v="2"/>
        <pc:sldMkLst>
          <pc:docMk/>
          <pc:sldMk cId="2107620240" sldId="303"/>
        </pc:sldMkLst>
      </pc:sldChg>
      <pc:sldChg chg="del">
        <pc:chgData name="Gusti Pangestu" userId="S::gusti.pangestu@binus.ac.id::7768735c-5c0d-4d9b-b550-ead0b3c82a30" providerId="AD" clId="Web-{C66C34B6-9332-01B0-020B-2C52778785FE}" dt="2022-11-16T09:07:20.855" v="1"/>
        <pc:sldMkLst>
          <pc:docMk/>
          <pc:sldMk cId="3568005129" sldId="304"/>
        </pc:sldMkLst>
      </pc:sldChg>
      <pc:sldChg chg="del">
        <pc:chgData name="Gusti Pangestu" userId="S::gusti.pangestu@binus.ac.id::7768735c-5c0d-4d9b-b550-ead0b3c82a30" providerId="AD" clId="Web-{C66C34B6-9332-01B0-020B-2C52778785FE}" dt="2022-11-16T09:07:20.855" v="0"/>
        <pc:sldMkLst>
          <pc:docMk/>
          <pc:sldMk cId="4266244157" sldId="305"/>
        </pc:sldMkLst>
      </pc:sldChg>
    </pc:docChg>
  </pc:docChgLst>
  <pc:docChgLst>
    <pc:chgData name="Gusti Pangestu" userId="7768735c-5c0d-4d9b-b550-ead0b3c82a30" providerId="ADAL" clId="{F89C377E-197E-465E-A4E6-441D20C309D9}"/>
    <pc:docChg chg="undo custSel addSld delSld modSld modSection">
      <pc:chgData name="Gusti Pangestu" userId="7768735c-5c0d-4d9b-b550-ead0b3c82a30" providerId="ADAL" clId="{F89C377E-197E-465E-A4E6-441D20C309D9}" dt="2022-12-12T06:09:13.183" v="297" actId="20577"/>
      <pc:docMkLst>
        <pc:docMk/>
      </pc:docMkLst>
      <pc:sldChg chg="modSp mod">
        <pc:chgData name="Gusti Pangestu" userId="7768735c-5c0d-4d9b-b550-ead0b3c82a30" providerId="ADAL" clId="{F89C377E-197E-465E-A4E6-441D20C309D9}" dt="2022-12-12T03:56:34.904" v="34" actId="6549"/>
        <pc:sldMkLst>
          <pc:docMk/>
          <pc:sldMk cId="1545682022" sldId="290"/>
        </pc:sldMkLst>
        <pc:spChg chg="mod">
          <ac:chgData name="Gusti Pangestu" userId="7768735c-5c0d-4d9b-b550-ead0b3c82a30" providerId="ADAL" clId="{F89C377E-197E-465E-A4E6-441D20C309D9}" dt="2022-12-12T03:56:34.904" v="34" actId="6549"/>
          <ac:spMkLst>
            <pc:docMk/>
            <pc:sldMk cId="1545682022" sldId="290"/>
            <ac:spMk id="3" creationId="{CFBE6DC7-A61F-27FA-B9A7-7018AFBF0075}"/>
          </ac:spMkLst>
        </pc:spChg>
      </pc:sldChg>
      <pc:sldChg chg="del">
        <pc:chgData name="Gusti Pangestu" userId="7768735c-5c0d-4d9b-b550-ead0b3c82a30" providerId="ADAL" clId="{F89C377E-197E-465E-A4E6-441D20C309D9}" dt="2022-12-12T03:55:58.531" v="0" actId="47"/>
        <pc:sldMkLst>
          <pc:docMk/>
          <pc:sldMk cId="862529639" sldId="291"/>
        </pc:sldMkLst>
      </pc:sldChg>
      <pc:sldChg chg="modSp new mod">
        <pc:chgData name="Gusti Pangestu" userId="7768735c-5c0d-4d9b-b550-ead0b3c82a30" providerId="ADAL" clId="{F89C377E-197E-465E-A4E6-441D20C309D9}" dt="2022-12-12T03:58:43.709" v="63" actId="20577"/>
        <pc:sldMkLst>
          <pc:docMk/>
          <pc:sldMk cId="1840497081" sldId="291"/>
        </pc:sldMkLst>
        <pc:spChg chg="mod">
          <ac:chgData name="Gusti Pangestu" userId="7768735c-5c0d-4d9b-b550-ead0b3c82a30" providerId="ADAL" clId="{F89C377E-197E-465E-A4E6-441D20C309D9}" dt="2022-12-12T03:57:42.363" v="44" actId="20577"/>
          <ac:spMkLst>
            <pc:docMk/>
            <pc:sldMk cId="1840497081" sldId="291"/>
            <ac:spMk id="2" creationId="{DB261134-4842-B07E-1E8B-367EF47B2C87}"/>
          </ac:spMkLst>
        </pc:spChg>
        <pc:spChg chg="mod">
          <ac:chgData name="Gusti Pangestu" userId="7768735c-5c0d-4d9b-b550-ead0b3c82a30" providerId="ADAL" clId="{F89C377E-197E-465E-A4E6-441D20C309D9}" dt="2022-12-12T03:58:43.709" v="63" actId="20577"/>
          <ac:spMkLst>
            <pc:docMk/>
            <pc:sldMk cId="1840497081" sldId="291"/>
            <ac:spMk id="3" creationId="{E6FCC895-85A2-85E3-7713-583D48A43E80}"/>
          </ac:spMkLst>
        </pc:spChg>
      </pc:sldChg>
      <pc:sldChg chg="del">
        <pc:chgData name="Gusti Pangestu" userId="7768735c-5c0d-4d9b-b550-ead0b3c82a30" providerId="ADAL" clId="{F89C377E-197E-465E-A4E6-441D20C309D9}" dt="2022-12-12T03:55:58.531" v="0" actId="47"/>
        <pc:sldMkLst>
          <pc:docMk/>
          <pc:sldMk cId="389853168" sldId="292"/>
        </pc:sldMkLst>
      </pc:sldChg>
      <pc:sldChg chg="modSp new mod">
        <pc:chgData name="Gusti Pangestu" userId="7768735c-5c0d-4d9b-b550-ead0b3c82a30" providerId="ADAL" clId="{F89C377E-197E-465E-A4E6-441D20C309D9}" dt="2022-12-12T03:59:58.322" v="79" actId="20577"/>
        <pc:sldMkLst>
          <pc:docMk/>
          <pc:sldMk cId="862834757" sldId="292"/>
        </pc:sldMkLst>
        <pc:spChg chg="mod">
          <ac:chgData name="Gusti Pangestu" userId="7768735c-5c0d-4d9b-b550-ead0b3c82a30" providerId="ADAL" clId="{F89C377E-197E-465E-A4E6-441D20C309D9}" dt="2022-12-12T03:58:53.169" v="65"/>
          <ac:spMkLst>
            <pc:docMk/>
            <pc:sldMk cId="862834757" sldId="292"/>
            <ac:spMk id="2" creationId="{DA2D16E1-8A59-7700-1F94-7F1CEDA7079A}"/>
          </ac:spMkLst>
        </pc:spChg>
        <pc:spChg chg="mod">
          <ac:chgData name="Gusti Pangestu" userId="7768735c-5c0d-4d9b-b550-ead0b3c82a30" providerId="ADAL" clId="{F89C377E-197E-465E-A4E6-441D20C309D9}" dt="2022-12-12T03:59:58.322" v="79" actId="20577"/>
          <ac:spMkLst>
            <pc:docMk/>
            <pc:sldMk cId="862834757" sldId="292"/>
            <ac:spMk id="3" creationId="{56DCD6EC-A630-A2A3-6E94-BDF81D472A56}"/>
          </ac:spMkLst>
        </pc:spChg>
      </pc:sldChg>
      <pc:sldChg chg="addSp delSp modSp new mod">
        <pc:chgData name="Gusti Pangestu" userId="7768735c-5c0d-4d9b-b550-ead0b3c82a30" providerId="ADAL" clId="{F89C377E-197E-465E-A4E6-441D20C309D9}" dt="2022-12-12T04:01:42.350" v="84" actId="1076"/>
        <pc:sldMkLst>
          <pc:docMk/>
          <pc:sldMk cId="95377788" sldId="293"/>
        </pc:sldMkLst>
        <pc:spChg chg="del">
          <ac:chgData name="Gusti Pangestu" userId="7768735c-5c0d-4d9b-b550-ead0b3c82a30" providerId="ADAL" clId="{F89C377E-197E-465E-A4E6-441D20C309D9}" dt="2022-12-12T04:01:34.951" v="82" actId="478"/>
          <ac:spMkLst>
            <pc:docMk/>
            <pc:sldMk cId="95377788" sldId="293"/>
            <ac:spMk id="2" creationId="{15911C53-A714-FD8B-6495-7E8278697A88}"/>
          </ac:spMkLst>
        </pc:spChg>
        <pc:spChg chg="del">
          <ac:chgData name="Gusti Pangestu" userId="7768735c-5c0d-4d9b-b550-ead0b3c82a30" providerId="ADAL" clId="{F89C377E-197E-465E-A4E6-441D20C309D9}" dt="2022-12-12T04:01:32.968" v="81" actId="22"/>
          <ac:spMkLst>
            <pc:docMk/>
            <pc:sldMk cId="95377788" sldId="293"/>
            <ac:spMk id="3" creationId="{C6844173-1028-006A-2B62-61E761B931D8}"/>
          </ac:spMkLst>
        </pc:spChg>
        <pc:picChg chg="add mod ord">
          <ac:chgData name="Gusti Pangestu" userId="7768735c-5c0d-4d9b-b550-ead0b3c82a30" providerId="ADAL" clId="{F89C377E-197E-465E-A4E6-441D20C309D9}" dt="2022-12-12T04:01:42.350" v="84" actId="1076"/>
          <ac:picMkLst>
            <pc:docMk/>
            <pc:sldMk cId="95377788" sldId="293"/>
            <ac:picMk id="5" creationId="{D6886ED8-0FDF-A7FF-216E-9A7CB5196E70}"/>
          </ac:picMkLst>
        </pc:picChg>
      </pc:sldChg>
      <pc:sldChg chg="del">
        <pc:chgData name="Gusti Pangestu" userId="7768735c-5c0d-4d9b-b550-ead0b3c82a30" providerId="ADAL" clId="{F89C377E-197E-465E-A4E6-441D20C309D9}" dt="2022-12-12T03:55:58.531" v="0" actId="47"/>
        <pc:sldMkLst>
          <pc:docMk/>
          <pc:sldMk cId="3520273111" sldId="293"/>
        </pc:sldMkLst>
      </pc:sldChg>
      <pc:sldChg chg="addSp modSp new mod modClrScheme chgLayout">
        <pc:chgData name="Gusti Pangestu" userId="7768735c-5c0d-4d9b-b550-ead0b3c82a30" providerId="ADAL" clId="{F89C377E-197E-465E-A4E6-441D20C309D9}" dt="2022-12-12T04:06:56.223" v="101" actId="26606"/>
        <pc:sldMkLst>
          <pc:docMk/>
          <pc:sldMk cId="2893177997" sldId="294"/>
        </pc:sldMkLst>
        <pc:spChg chg="mod">
          <ac:chgData name="Gusti Pangestu" userId="7768735c-5c0d-4d9b-b550-ead0b3c82a30" providerId="ADAL" clId="{F89C377E-197E-465E-A4E6-441D20C309D9}" dt="2022-12-12T04:06:56.223" v="101" actId="26606"/>
          <ac:spMkLst>
            <pc:docMk/>
            <pc:sldMk cId="2893177997" sldId="294"/>
            <ac:spMk id="2" creationId="{35DFA146-81F6-4AFF-8151-9DB6ED9E8D4B}"/>
          </ac:spMkLst>
        </pc:spChg>
        <pc:spChg chg="mod">
          <ac:chgData name="Gusti Pangestu" userId="7768735c-5c0d-4d9b-b550-ead0b3c82a30" providerId="ADAL" clId="{F89C377E-197E-465E-A4E6-441D20C309D9}" dt="2022-12-12T04:06:56.223" v="101" actId="26606"/>
          <ac:spMkLst>
            <pc:docMk/>
            <pc:sldMk cId="2893177997" sldId="294"/>
            <ac:spMk id="3" creationId="{C5FA1901-6C12-624A-5710-6FE1132EBD02}"/>
          </ac:spMkLst>
        </pc:spChg>
        <pc:picChg chg="add mod">
          <ac:chgData name="Gusti Pangestu" userId="7768735c-5c0d-4d9b-b550-ead0b3c82a30" providerId="ADAL" clId="{F89C377E-197E-465E-A4E6-441D20C309D9}" dt="2022-12-12T04:06:56.223" v="101" actId="26606"/>
          <ac:picMkLst>
            <pc:docMk/>
            <pc:sldMk cId="2893177997" sldId="294"/>
            <ac:picMk id="5" creationId="{739E8D4F-2254-0515-76C1-03E8E08E8BB6}"/>
          </ac:picMkLst>
        </pc:picChg>
      </pc:sldChg>
      <pc:sldChg chg="del">
        <pc:chgData name="Gusti Pangestu" userId="7768735c-5c0d-4d9b-b550-ead0b3c82a30" providerId="ADAL" clId="{F89C377E-197E-465E-A4E6-441D20C309D9}" dt="2022-12-12T03:55:58.531" v="0" actId="47"/>
        <pc:sldMkLst>
          <pc:docMk/>
          <pc:sldMk cId="3050537162" sldId="294"/>
        </pc:sldMkLst>
      </pc:sldChg>
      <pc:sldChg chg="del">
        <pc:chgData name="Gusti Pangestu" userId="7768735c-5c0d-4d9b-b550-ead0b3c82a30" providerId="ADAL" clId="{F89C377E-197E-465E-A4E6-441D20C309D9}" dt="2022-12-12T03:55:58.531" v="0" actId="47"/>
        <pc:sldMkLst>
          <pc:docMk/>
          <pc:sldMk cId="212346741" sldId="295"/>
        </pc:sldMkLst>
      </pc:sldChg>
      <pc:sldChg chg="addSp delSp modSp new mod modClrScheme chgLayout">
        <pc:chgData name="Gusti Pangestu" userId="7768735c-5c0d-4d9b-b550-ead0b3c82a30" providerId="ADAL" clId="{F89C377E-197E-465E-A4E6-441D20C309D9}" dt="2022-12-12T04:09:35.553" v="113" actId="1076"/>
        <pc:sldMkLst>
          <pc:docMk/>
          <pc:sldMk cId="3348046177" sldId="295"/>
        </pc:sldMkLst>
        <pc:spChg chg="mod ord">
          <ac:chgData name="Gusti Pangestu" userId="7768735c-5c0d-4d9b-b550-ead0b3c82a30" providerId="ADAL" clId="{F89C377E-197E-465E-A4E6-441D20C309D9}" dt="2022-12-12T04:09:28.009" v="111" actId="26606"/>
          <ac:spMkLst>
            <pc:docMk/>
            <pc:sldMk cId="3348046177" sldId="295"/>
            <ac:spMk id="2" creationId="{1B3B131C-8929-07B1-8144-4ACBC06F7E9F}"/>
          </ac:spMkLst>
        </pc:spChg>
        <pc:spChg chg="del mod ord">
          <ac:chgData name="Gusti Pangestu" userId="7768735c-5c0d-4d9b-b550-ead0b3c82a30" providerId="ADAL" clId="{F89C377E-197E-465E-A4E6-441D20C309D9}" dt="2022-12-12T04:08:21.056" v="104" actId="700"/>
          <ac:spMkLst>
            <pc:docMk/>
            <pc:sldMk cId="3348046177" sldId="295"/>
            <ac:spMk id="3" creationId="{96B89D2D-2465-B169-C2FA-C3DCC67394E4}"/>
          </ac:spMkLst>
        </pc:spChg>
        <pc:spChg chg="del">
          <ac:chgData name="Gusti Pangestu" userId="7768735c-5c0d-4d9b-b550-ead0b3c82a30" providerId="ADAL" clId="{F89C377E-197E-465E-A4E6-441D20C309D9}" dt="2022-12-12T04:08:21.056" v="104" actId="700"/>
          <ac:spMkLst>
            <pc:docMk/>
            <pc:sldMk cId="3348046177" sldId="295"/>
            <ac:spMk id="4" creationId="{089CE6B3-AD87-8655-60F1-9C9AD6475A3F}"/>
          </ac:spMkLst>
        </pc:spChg>
        <pc:spChg chg="add mod ord">
          <ac:chgData name="Gusti Pangestu" userId="7768735c-5c0d-4d9b-b550-ead0b3c82a30" providerId="ADAL" clId="{F89C377E-197E-465E-A4E6-441D20C309D9}" dt="2022-12-12T04:09:28.009" v="111" actId="26606"/>
          <ac:spMkLst>
            <pc:docMk/>
            <pc:sldMk cId="3348046177" sldId="295"/>
            <ac:spMk id="5" creationId="{96956050-134C-4B4D-95EF-94CC337F7E10}"/>
          </ac:spMkLst>
        </pc:spChg>
        <pc:picChg chg="add mod">
          <ac:chgData name="Gusti Pangestu" userId="7768735c-5c0d-4d9b-b550-ead0b3c82a30" providerId="ADAL" clId="{F89C377E-197E-465E-A4E6-441D20C309D9}" dt="2022-12-12T04:09:35.553" v="113" actId="1076"/>
          <ac:picMkLst>
            <pc:docMk/>
            <pc:sldMk cId="3348046177" sldId="295"/>
            <ac:picMk id="7" creationId="{8ED4C68A-3D39-5696-BE24-3CB67180B1EC}"/>
          </ac:picMkLst>
        </pc:picChg>
      </pc:sldChg>
      <pc:sldChg chg="del">
        <pc:chgData name="Gusti Pangestu" userId="7768735c-5c0d-4d9b-b550-ead0b3c82a30" providerId="ADAL" clId="{F89C377E-197E-465E-A4E6-441D20C309D9}" dt="2022-12-12T03:55:58.531" v="0" actId="47"/>
        <pc:sldMkLst>
          <pc:docMk/>
          <pc:sldMk cId="2711160603" sldId="296"/>
        </pc:sldMkLst>
      </pc:sldChg>
      <pc:sldChg chg="addSp delSp modSp new mod modClrScheme chgLayout">
        <pc:chgData name="Gusti Pangestu" userId="7768735c-5c0d-4d9b-b550-ead0b3c82a30" providerId="ADAL" clId="{F89C377E-197E-465E-A4E6-441D20C309D9}" dt="2022-12-12T04:12:08.127" v="126" actId="1076"/>
        <pc:sldMkLst>
          <pc:docMk/>
          <pc:sldMk cId="3063669724" sldId="296"/>
        </pc:sldMkLst>
        <pc:spChg chg="del mod ord">
          <ac:chgData name="Gusti Pangestu" userId="7768735c-5c0d-4d9b-b550-ead0b3c82a30" providerId="ADAL" clId="{F89C377E-197E-465E-A4E6-441D20C309D9}" dt="2022-12-12T04:10:20.532" v="118" actId="700"/>
          <ac:spMkLst>
            <pc:docMk/>
            <pc:sldMk cId="3063669724" sldId="296"/>
            <ac:spMk id="2" creationId="{3ECAD0B6-D1BD-F3B6-A9B8-51EEFA43F74D}"/>
          </ac:spMkLst>
        </pc:spChg>
        <pc:spChg chg="del mod ord">
          <ac:chgData name="Gusti Pangestu" userId="7768735c-5c0d-4d9b-b550-ead0b3c82a30" providerId="ADAL" clId="{F89C377E-197E-465E-A4E6-441D20C309D9}" dt="2022-12-12T04:10:20.532" v="118" actId="700"/>
          <ac:spMkLst>
            <pc:docMk/>
            <pc:sldMk cId="3063669724" sldId="296"/>
            <ac:spMk id="3" creationId="{732B1A39-267C-45AF-37D9-FFA7FA97222D}"/>
          </ac:spMkLst>
        </pc:spChg>
        <pc:spChg chg="del">
          <ac:chgData name="Gusti Pangestu" userId="7768735c-5c0d-4d9b-b550-ead0b3c82a30" providerId="ADAL" clId="{F89C377E-197E-465E-A4E6-441D20C309D9}" dt="2022-12-12T04:10:20.532" v="118" actId="700"/>
          <ac:spMkLst>
            <pc:docMk/>
            <pc:sldMk cId="3063669724" sldId="296"/>
            <ac:spMk id="4" creationId="{5CF68DBE-841C-3DA8-244C-024F91F51017}"/>
          </ac:spMkLst>
        </pc:spChg>
        <pc:spChg chg="add mod ord">
          <ac:chgData name="Gusti Pangestu" userId="7768735c-5c0d-4d9b-b550-ead0b3c82a30" providerId="ADAL" clId="{F89C377E-197E-465E-A4E6-441D20C309D9}" dt="2022-12-12T04:11:31.838" v="122"/>
          <ac:spMkLst>
            <pc:docMk/>
            <pc:sldMk cId="3063669724" sldId="296"/>
            <ac:spMk id="5" creationId="{6254C7BE-A9EF-CB6A-02FE-6EF5A0DF5346}"/>
          </ac:spMkLst>
        </pc:spChg>
        <pc:spChg chg="add del mod ord">
          <ac:chgData name="Gusti Pangestu" userId="7768735c-5c0d-4d9b-b550-ead0b3c82a30" providerId="ADAL" clId="{F89C377E-197E-465E-A4E6-441D20C309D9}" dt="2022-12-12T04:11:49.235" v="123" actId="22"/>
          <ac:spMkLst>
            <pc:docMk/>
            <pc:sldMk cId="3063669724" sldId="296"/>
            <ac:spMk id="6" creationId="{F50BD830-4708-A2E8-18B6-847F4B916E70}"/>
          </ac:spMkLst>
        </pc:spChg>
        <pc:picChg chg="add mod ord">
          <ac:chgData name="Gusti Pangestu" userId="7768735c-5c0d-4d9b-b550-ead0b3c82a30" providerId="ADAL" clId="{F89C377E-197E-465E-A4E6-441D20C309D9}" dt="2022-12-12T04:11:52.210" v="124" actId="1076"/>
          <ac:picMkLst>
            <pc:docMk/>
            <pc:sldMk cId="3063669724" sldId="296"/>
            <ac:picMk id="8" creationId="{3538FB60-C180-B265-2EC3-DAC30425BAA7}"/>
          </ac:picMkLst>
        </pc:picChg>
        <pc:picChg chg="add mod">
          <ac:chgData name="Gusti Pangestu" userId="7768735c-5c0d-4d9b-b550-ead0b3c82a30" providerId="ADAL" clId="{F89C377E-197E-465E-A4E6-441D20C309D9}" dt="2022-12-12T04:12:08.127" v="126" actId="1076"/>
          <ac:picMkLst>
            <pc:docMk/>
            <pc:sldMk cId="3063669724" sldId="296"/>
            <ac:picMk id="10" creationId="{C5392B72-EEE8-FDC7-A133-825C93736497}"/>
          </ac:picMkLst>
        </pc:picChg>
      </pc:sldChg>
      <pc:sldChg chg="addSp modSp new mod">
        <pc:chgData name="Gusti Pangestu" userId="7768735c-5c0d-4d9b-b550-ead0b3c82a30" providerId="ADAL" clId="{F89C377E-197E-465E-A4E6-441D20C309D9}" dt="2022-12-12T04:22:00.240" v="153" actId="1076"/>
        <pc:sldMkLst>
          <pc:docMk/>
          <pc:sldMk cId="621401421" sldId="297"/>
        </pc:sldMkLst>
        <pc:spChg chg="mod">
          <ac:chgData name="Gusti Pangestu" userId="7768735c-5c0d-4d9b-b550-ead0b3c82a30" providerId="ADAL" clId="{F89C377E-197E-465E-A4E6-441D20C309D9}" dt="2022-12-12T04:18:04.061" v="143" actId="20577"/>
          <ac:spMkLst>
            <pc:docMk/>
            <pc:sldMk cId="621401421" sldId="297"/>
            <ac:spMk id="2" creationId="{452D5FDC-DA03-E658-F7E9-68D143A9F96A}"/>
          </ac:spMkLst>
        </pc:spChg>
        <pc:spChg chg="mod">
          <ac:chgData name="Gusti Pangestu" userId="7768735c-5c0d-4d9b-b550-ead0b3c82a30" providerId="ADAL" clId="{F89C377E-197E-465E-A4E6-441D20C309D9}" dt="2022-12-12T04:21:45.727" v="149"/>
          <ac:spMkLst>
            <pc:docMk/>
            <pc:sldMk cId="621401421" sldId="297"/>
            <ac:spMk id="3" creationId="{F70348FD-010B-6A2E-87EB-B9DA5F3AA1C9}"/>
          </ac:spMkLst>
        </pc:spChg>
        <pc:picChg chg="add mod">
          <ac:chgData name="Gusti Pangestu" userId="7768735c-5c0d-4d9b-b550-ead0b3c82a30" providerId="ADAL" clId="{F89C377E-197E-465E-A4E6-441D20C309D9}" dt="2022-12-12T04:22:00.240" v="153" actId="1076"/>
          <ac:picMkLst>
            <pc:docMk/>
            <pc:sldMk cId="621401421" sldId="297"/>
            <ac:picMk id="5" creationId="{F5FE04FC-EA88-C3EB-3A93-760D109BDA33}"/>
          </ac:picMkLst>
        </pc:picChg>
      </pc:sldChg>
      <pc:sldChg chg="del">
        <pc:chgData name="Gusti Pangestu" userId="7768735c-5c0d-4d9b-b550-ead0b3c82a30" providerId="ADAL" clId="{F89C377E-197E-465E-A4E6-441D20C309D9}" dt="2022-12-12T03:55:58.531" v="0" actId="47"/>
        <pc:sldMkLst>
          <pc:docMk/>
          <pc:sldMk cId="1881632681" sldId="297"/>
        </pc:sldMkLst>
      </pc:sldChg>
      <pc:sldChg chg="modSp new del mod">
        <pc:chgData name="Gusti Pangestu" userId="7768735c-5c0d-4d9b-b550-ead0b3c82a30" providerId="ADAL" clId="{F89C377E-197E-465E-A4E6-441D20C309D9}" dt="2022-12-12T04:10:15.729" v="117" actId="47"/>
        <pc:sldMkLst>
          <pc:docMk/>
          <pc:sldMk cId="2276760796" sldId="297"/>
        </pc:sldMkLst>
        <pc:spChg chg="mod">
          <ac:chgData name="Gusti Pangestu" userId="7768735c-5c0d-4d9b-b550-ead0b3c82a30" providerId="ADAL" clId="{F89C377E-197E-465E-A4E6-441D20C309D9}" dt="2022-12-12T04:10:06.051" v="116"/>
          <ac:spMkLst>
            <pc:docMk/>
            <pc:sldMk cId="2276760796" sldId="297"/>
            <ac:spMk id="2" creationId="{18948BA6-6A10-6BE9-66FA-5C1C98EE3ECE}"/>
          </ac:spMkLst>
        </pc:spChg>
      </pc:sldChg>
      <pc:sldChg chg="addSp delSp modSp new mod">
        <pc:chgData name="Gusti Pangestu" userId="7768735c-5c0d-4d9b-b550-ead0b3c82a30" providerId="ADAL" clId="{F89C377E-197E-465E-A4E6-441D20C309D9}" dt="2022-12-12T04:22:22.276" v="157" actId="1076"/>
        <pc:sldMkLst>
          <pc:docMk/>
          <pc:sldMk cId="1357288573" sldId="298"/>
        </pc:sldMkLst>
        <pc:spChg chg="del">
          <ac:chgData name="Gusti Pangestu" userId="7768735c-5c0d-4d9b-b550-ead0b3c82a30" providerId="ADAL" clId="{F89C377E-197E-465E-A4E6-441D20C309D9}" dt="2022-12-12T04:22:13.897" v="156" actId="478"/>
          <ac:spMkLst>
            <pc:docMk/>
            <pc:sldMk cId="1357288573" sldId="298"/>
            <ac:spMk id="2" creationId="{83D9939C-8FE4-CDB5-3D3C-87DD53859764}"/>
          </ac:spMkLst>
        </pc:spChg>
        <pc:spChg chg="del">
          <ac:chgData name="Gusti Pangestu" userId="7768735c-5c0d-4d9b-b550-ead0b3c82a30" providerId="ADAL" clId="{F89C377E-197E-465E-A4E6-441D20C309D9}" dt="2022-12-12T04:22:11.647" v="155" actId="22"/>
          <ac:spMkLst>
            <pc:docMk/>
            <pc:sldMk cId="1357288573" sldId="298"/>
            <ac:spMk id="3" creationId="{966E835B-EADC-9C9C-B817-C3317979AA77}"/>
          </ac:spMkLst>
        </pc:spChg>
        <pc:picChg chg="add mod ord">
          <ac:chgData name="Gusti Pangestu" userId="7768735c-5c0d-4d9b-b550-ead0b3c82a30" providerId="ADAL" clId="{F89C377E-197E-465E-A4E6-441D20C309D9}" dt="2022-12-12T04:22:22.276" v="157" actId="1076"/>
          <ac:picMkLst>
            <pc:docMk/>
            <pc:sldMk cId="1357288573" sldId="298"/>
            <ac:picMk id="5" creationId="{C86D2C45-B8FC-05CC-2B05-8E40F7AE9447}"/>
          </ac:picMkLst>
        </pc:picChg>
      </pc:sldChg>
      <pc:sldChg chg="del">
        <pc:chgData name="Gusti Pangestu" userId="7768735c-5c0d-4d9b-b550-ead0b3c82a30" providerId="ADAL" clId="{F89C377E-197E-465E-A4E6-441D20C309D9}" dt="2022-12-12T03:55:58.531" v="0" actId="47"/>
        <pc:sldMkLst>
          <pc:docMk/>
          <pc:sldMk cId="2531925851" sldId="298"/>
        </pc:sldMkLst>
      </pc:sldChg>
      <pc:sldChg chg="del">
        <pc:chgData name="Gusti Pangestu" userId="7768735c-5c0d-4d9b-b550-ead0b3c82a30" providerId="ADAL" clId="{F89C377E-197E-465E-A4E6-441D20C309D9}" dt="2022-12-12T03:55:58.531" v="0" actId="47"/>
        <pc:sldMkLst>
          <pc:docMk/>
          <pc:sldMk cId="1883384608" sldId="299"/>
        </pc:sldMkLst>
      </pc:sldChg>
      <pc:sldChg chg="addSp delSp modSp new mod">
        <pc:chgData name="Gusti Pangestu" userId="7768735c-5c0d-4d9b-b550-ead0b3c82a30" providerId="ADAL" clId="{F89C377E-197E-465E-A4E6-441D20C309D9}" dt="2022-12-12T04:32:51.874" v="169" actId="14100"/>
        <pc:sldMkLst>
          <pc:docMk/>
          <pc:sldMk cId="3892804438" sldId="299"/>
        </pc:sldMkLst>
        <pc:spChg chg="mod">
          <ac:chgData name="Gusti Pangestu" userId="7768735c-5c0d-4d9b-b550-ead0b3c82a30" providerId="ADAL" clId="{F89C377E-197E-465E-A4E6-441D20C309D9}" dt="2022-12-12T04:31:44.631" v="159"/>
          <ac:spMkLst>
            <pc:docMk/>
            <pc:sldMk cId="3892804438" sldId="299"/>
            <ac:spMk id="2" creationId="{843DF6D6-59BC-C212-6A9F-3A0960DCF985}"/>
          </ac:spMkLst>
        </pc:spChg>
        <pc:spChg chg="del">
          <ac:chgData name="Gusti Pangestu" userId="7768735c-5c0d-4d9b-b550-ead0b3c82a30" providerId="ADAL" clId="{F89C377E-197E-465E-A4E6-441D20C309D9}" dt="2022-12-12T04:32:03.624" v="160" actId="22"/>
          <ac:spMkLst>
            <pc:docMk/>
            <pc:sldMk cId="3892804438" sldId="299"/>
            <ac:spMk id="3" creationId="{7540F592-E92F-5605-0AE5-D3C32CA10702}"/>
          </ac:spMkLst>
        </pc:spChg>
        <pc:spChg chg="add mod">
          <ac:chgData name="Gusti Pangestu" userId="7768735c-5c0d-4d9b-b550-ead0b3c82a30" providerId="ADAL" clId="{F89C377E-197E-465E-A4E6-441D20C309D9}" dt="2022-12-12T04:32:51.874" v="169" actId="14100"/>
          <ac:spMkLst>
            <pc:docMk/>
            <pc:sldMk cId="3892804438" sldId="299"/>
            <ac:spMk id="7" creationId="{041220A7-A060-4714-BE56-B40B93436E6E}"/>
          </ac:spMkLst>
        </pc:spChg>
        <pc:picChg chg="add mod ord">
          <ac:chgData name="Gusti Pangestu" userId="7768735c-5c0d-4d9b-b550-ead0b3c82a30" providerId="ADAL" clId="{F89C377E-197E-465E-A4E6-441D20C309D9}" dt="2022-12-12T04:32:09.929" v="161" actId="1076"/>
          <ac:picMkLst>
            <pc:docMk/>
            <pc:sldMk cId="3892804438" sldId="299"/>
            <ac:picMk id="5" creationId="{5F05C273-1EDE-7F07-7C1F-C3C0CE73FE91}"/>
          </ac:picMkLst>
        </pc:picChg>
      </pc:sldChg>
      <pc:sldChg chg="del">
        <pc:chgData name="Gusti Pangestu" userId="7768735c-5c0d-4d9b-b550-ead0b3c82a30" providerId="ADAL" clId="{F89C377E-197E-465E-A4E6-441D20C309D9}" dt="2022-12-12T03:55:58.531" v="0" actId="47"/>
        <pc:sldMkLst>
          <pc:docMk/>
          <pc:sldMk cId="23841198" sldId="300"/>
        </pc:sldMkLst>
      </pc:sldChg>
      <pc:sldChg chg="addSp delSp modSp new mod">
        <pc:chgData name="Gusti Pangestu" userId="7768735c-5c0d-4d9b-b550-ead0b3c82a30" providerId="ADAL" clId="{F89C377E-197E-465E-A4E6-441D20C309D9}" dt="2022-12-12T04:34:43.590" v="190" actId="20577"/>
        <pc:sldMkLst>
          <pc:docMk/>
          <pc:sldMk cId="3986061941" sldId="300"/>
        </pc:sldMkLst>
        <pc:spChg chg="del">
          <ac:chgData name="Gusti Pangestu" userId="7768735c-5c0d-4d9b-b550-ead0b3c82a30" providerId="ADAL" clId="{F89C377E-197E-465E-A4E6-441D20C309D9}" dt="2022-12-12T04:33:06.266" v="171" actId="478"/>
          <ac:spMkLst>
            <pc:docMk/>
            <pc:sldMk cId="3986061941" sldId="300"/>
            <ac:spMk id="2" creationId="{DD55494B-D2FD-ECB3-5CDD-0BF906ABF22D}"/>
          </ac:spMkLst>
        </pc:spChg>
        <pc:spChg chg="del">
          <ac:chgData name="Gusti Pangestu" userId="7768735c-5c0d-4d9b-b550-ead0b3c82a30" providerId="ADAL" clId="{F89C377E-197E-465E-A4E6-441D20C309D9}" dt="2022-12-12T04:33:07.881" v="172" actId="478"/>
          <ac:spMkLst>
            <pc:docMk/>
            <pc:sldMk cId="3986061941" sldId="300"/>
            <ac:spMk id="3" creationId="{E9D49306-2F54-A3A7-6A61-26B481EA2EA9}"/>
          </ac:spMkLst>
        </pc:spChg>
        <pc:spChg chg="add mod">
          <ac:chgData name="Gusti Pangestu" userId="7768735c-5c0d-4d9b-b550-ead0b3c82a30" providerId="ADAL" clId="{F89C377E-197E-465E-A4E6-441D20C309D9}" dt="2022-12-12T04:34:43.590" v="190" actId="20577"/>
          <ac:spMkLst>
            <pc:docMk/>
            <pc:sldMk cId="3986061941" sldId="300"/>
            <ac:spMk id="9" creationId="{03545CA6-31C3-AEBE-B612-ECAAEFBE32AB}"/>
          </ac:spMkLst>
        </pc:spChg>
        <pc:picChg chg="add mod">
          <ac:chgData name="Gusti Pangestu" userId="7768735c-5c0d-4d9b-b550-ead0b3c82a30" providerId="ADAL" clId="{F89C377E-197E-465E-A4E6-441D20C309D9}" dt="2022-12-12T04:34:22.591" v="179" actId="1076"/>
          <ac:picMkLst>
            <pc:docMk/>
            <pc:sldMk cId="3986061941" sldId="300"/>
            <ac:picMk id="5" creationId="{C5BE5FF8-A686-55F2-0CE0-0E3ADED8EE2E}"/>
          </ac:picMkLst>
        </pc:picChg>
        <pc:picChg chg="add mod">
          <ac:chgData name="Gusti Pangestu" userId="7768735c-5c0d-4d9b-b550-ead0b3c82a30" providerId="ADAL" clId="{F89C377E-197E-465E-A4E6-441D20C309D9}" dt="2022-12-12T04:33:33.347" v="176" actId="1076"/>
          <ac:picMkLst>
            <pc:docMk/>
            <pc:sldMk cId="3986061941" sldId="300"/>
            <ac:picMk id="7" creationId="{D5234021-11BA-51B7-6E1F-9DBA714E04B7}"/>
          </ac:picMkLst>
        </pc:picChg>
      </pc:sldChg>
      <pc:sldChg chg="del">
        <pc:chgData name="Gusti Pangestu" userId="7768735c-5c0d-4d9b-b550-ead0b3c82a30" providerId="ADAL" clId="{F89C377E-197E-465E-A4E6-441D20C309D9}" dt="2022-12-12T03:55:58.531" v="0" actId="47"/>
        <pc:sldMkLst>
          <pc:docMk/>
          <pc:sldMk cId="2336243321" sldId="301"/>
        </pc:sldMkLst>
      </pc:sldChg>
      <pc:sldChg chg="addSp delSp modSp new mod">
        <pc:chgData name="Gusti Pangestu" userId="7768735c-5c0d-4d9b-b550-ead0b3c82a30" providerId="ADAL" clId="{F89C377E-197E-465E-A4E6-441D20C309D9}" dt="2022-12-12T04:36:05.277" v="215" actId="20577"/>
        <pc:sldMkLst>
          <pc:docMk/>
          <pc:sldMk cId="2956555080" sldId="301"/>
        </pc:sldMkLst>
        <pc:spChg chg="del">
          <ac:chgData name="Gusti Pangestu" userId="7768735c-5c0d-4d9b-b550-ead0b3c82a30" providerId="ADAL" clId="{F89C377E-197E-465E-A4E6-441D20C309D9}" dt="2022-12-12T04:34:55.823" v="193" actId="478"/>
          <ac:spMkLst>
            <pc:docMk/>
            <pc:sldMk cId="2956555080" sldId="301"/>
            <ac:spMk id="2" creationId="{F9493BD0-EF77-8A4B-0727-125FD8C6DE6B}"/>
          </ac:spMkLst>
        </pc:spChg>
        <pc:spChg chg="del">
          <ac:chgData name="Gusti Pangestu" userId="7768735c-5c0d-4d9b-b550-ead0b3c82a30" providerId="ADAL" clId="{F89C377E-197E-465E-A4E6-441D20C309D9}" dt="2022-12-12T04:34:53.857" v="192" actId="22"/>
          <ac:spMkLst>
            <pc:docMk/>
            <pc:sldMk cId="2956555080" sldId="301"/>
            <ac:spMk id="3" creationId="{9E1123CC-5E98-0BC5-7DAE-A923B98E7C21}"/>
          </ac:spMkLst>
        </pc:spChg>
        <pc:spChg chg="add mod">
          <ac:chgData name="Gusti Pangestu" userId="7768735c-5c0d-4d9b-b550-ead0b3c82a30" providerId="ADAL" clId="{F89C377E-197E-465E-A4E6-441D20C309D9}" dt="2022-12-12T04:36:05.277" v="215" actId="20577"/>
          <ac:spMkLst>
            <pc:docMk/>
            <pc:sldMk cId="2956555080" sldId="301"/>
            <ac:spMk id="7" creationId="{7F30A97F-3686-A475-5844-203D126530C4}"/>
          </ac:spMkLst>
        </pc:spChg>
        <pc:picChg chg="add mod ord">
          <ac:chgData name="Gusti Pangestu" userId="7768735c-5c0d-4d9b-b550-ead0b3c82a30" providerId="ADAL" clId="{F89C377E-197E-465E-A4E6-441D20C309D9}" dt="2022-12-12T04:35:46.693" v="204" actId="1076"/>
          <ac:picMkLst>
            <pc:docMk/>
            <pc:sldMk cId="2956555080" sldId="301"/>
            <ac:picMk id="5" creationId="{65A2DFD2-C0AF-A92A-7A87-5F5EBE1ACF21}"/>
          </ac:picMkLst>
        </pc:picChg>
      </pc:sldChg>
      <pc:sldChg chg="modSp new mod">
        <pc:chgData name="Gusti Pangestu" userId="7768735c-5c0d-4d9b-b550-ead0b3c82a30" providerId="ADAL" clId="{F89C377E-197E-465E-A4E6-441D20C309D9}" dt="2022-12-12T06:09:13.183" v="297" actId="20577"/>
        <pc:sldMkLst>
          <pc:docMk/>
          <pc:sldMk cId="687154644" sldId="302"/>
        </pc:sldMkLst>
        <pc:spChg chg="mod">
          <ac:chgData name="Gusti Pangestu" userId="7768735c-5c0d-4d9b-b550-ead0b3c82a30" providerId="ADAL" clId="{F89C377E-197E-465E-A4E6-441D20C309D9}" dt="2022-12-12T04:37:27.180" v="273" actId="20577"/>
          <ac:spMkLst>
            <pc:docMk/>
            <pc:sldMk cId="687154644" sldId="302"/>
            <ac:spMk id="2" creationId="{7E8B917B-D9E0-E6ED-7162-3BBE6A2AFA8A}"/>
          </ac:spMkLst>
        </pc:spChg>
        <pc:spChg chg="mod">
          <ac:chgData name="Gusti Pangestu" userId="7768735c-5c0d-4d9b-b550-ead0b3c82a30" providerId="ADAL" clId="{F89C377E-197E-465E-A4E6-441D20C309D9}" dt="2022-12-12T06:09:13.183" v="297" actId="20577"/>
          <ac:spMkLst>
            <pc:docMk/>
            <pc:sldMk cId="687154644" sldId="302"/>
            <ac:spMk id="3" creationId="{30C6F67E-1398-3833-A19E-16372D4FDB04}"/>
          </ac:spMkLst>
        </pc:spChg>
      </pc:sldChg>
      <pc:sldChg chg="del">
        <pc:chgData name="Gusti Pangestu" userId="7768735c-5c0d-4d9b-b550-ead0b3c82a30" providerId="ADAL" clId="{F89C377E-197E-465E-A4E6-441D20C309D9}" dt="2022-12-12T03:55:58.531" v="0" actId="47"/>
        <pc:sldMkLst>
          <pc:docMk/>
          <pc:sldMk cId="2246630029" sldId="302"/>
        </pc:sldMkLst>
      </pc:sldChg>
      <pc:sldChg chg="del">
        <pc:chgData name="Gusti Pangestu" userId="7768735c-5c0d-4d9b-b550-ead0b3c82a30" providerId="ADAL" clId="{F89C377E-197E-465E-A4E6-441D20C309D9}" dt="2022-12-12T03:55:58.531" v="0" actId="47"/>
        <pc:sldMkLst>
          <pc:docMk/>
          <pc:sldMk cId="2427825456" sldId="303"/>
        </pc:sldMkLst>
      </pc:sldChg>
      <pc:sldChg chg="addSp delSp modSp new mod">
        <pc:chgData name="Gusti Pangestu" userId="7768735c-5c0d-4d9b-b550-ead0b3c82a30" providerId="ADAL" clId="{F89C377E-197E-465E-A4E6-441D20C309D9}" dt="2022-12-12T04:36:50.189" v="258" actId="26606"/>
        <pc:sldMkLst>
          <pc:docMk/>
          <pc:sldMk cId="4200006546" sldId="303"/>
        </pc:sldMkLst>
        <pc:spChg chg="mod">
          <ac:chgData name="Gusti Pangestu" userId="7768735c-5c0d-4d9b-b550-ead0b3c82a30" providerId="ADAL" clId="{F89C377E-197E-465E-A4E6-441D20C309D9}" dt="2022-12-12T04:36:50.189" v="258" actId="26606"/>
          <ac:spMkLst>
            <pc:docMk/>
            <pc:sldMk cId="4200006546" sldId="303"/>
            <ac:spMk id="2" creationId="{095879F1-8A23-188B-7AC2-C780A87B5878}"/>
          </ac:spMkLst>
        </pc:spChg>
        <pc:spChg chg="del">
          <ac:chgData name="Gusti Pangestu" userId="7768735c-5c0d-4d9b-b550-ead0b3c82a30" providerId="ADAL" clId="{F89C377E-197E-465E-A4E6-441D20C309D9}" dt="2022-12-12T04:36:41.836" v="256" actId="22"/>
          <ac:spMkLst>
            <pc:docMk/>
            <pc:sldMk cId="4200006546" sldId="303"/>
            <ac:spMk id="3" creationId="{C7A507F8-33B2-7C86-C28F-83CEDF342ABB}"/>
          </ac:spMkLst>
        </pc:spChg>
        <pc:picChg chg="add mod ord">
          <ac:chgData name="Gusti Pangestu" userId="7768735c-5c0d-4d9b-b550-ead0b3c82a30" providerId="ADAL" clId="{F89C377E-197E-465E-A4E6-441D20C309D9}" dt="2022-12-12T04:36:50.189" v="258" actId="26606"/>
          <ac:picMkLst>
            <pc:docMk/>
            <pc:sldMk cId="4200006546" sldId="303"/>
            <ac:picMk id="5" creationId="{C46C37FA-973A-433C-23DE-092639AC63A9}"/>
          </ac:picMkLst>
        </pc:picChg>
      </pc:sldChg>
      <pc:sldChg chg="del">
        <pc:chgData name="Gusti Pangestu" userId="7768735c-5c0d-4d9b-b550-ead0b3c82a30" providerId="ADAL" clId="{F89C377E-197E-465E-A4E6-441D20C309D9}" dt="2022-12-12T03:55:58.531" v="0" actId="47"/>
        <pc:sldMkLst>
          <pc:docMk/>
          <pc:sldMk cId="1646206652" sldId="304"/>
        </pc:sldMkLst>
      </pc:sldChg>
      <pc:sldChg chg="del">
        <pc:chgData name="Gusti Pangestu" userId="7768735c-5c0d-4d9b-b550-ead0b3c82a30" providerId="ADAL" clId="{F89C377E-197E-465E-A4E6-441D20C309D9}" dt="2022-12-12T03:55:58.531" v="0" actId="47"/>
        <pc:sldMkLst>
          <pc:docMk/>
          <pc:sldMk cId="1188252766" sldId="305"/>
        </pc:sldMkLst>
      </pc:sldChg>
      <pc:sldChg chg="del">
        <pc:chgData name="Gusti Pangestu" userId="7768735c-5c0d-4d9b-b550-ead0b3c82a30" providerId="ADAL" clId="{F89C377E-197E-465E-A4E6-441D20C309D9}" dt="2022-12-12T03:55:58.531" v="0" actId="47"/>
        <pc:sldMkLst>
          <pc:docMk/>
          <pc:sldMk cId="3237010557" sldId="306"/>
        </pc:sldMkLst>
      </pc:sldChg>
      <pc:sldChg chg="del">
        <pc:chgData name="Gusti Pangestu" userId="7768735c-5c0d-4d9b-b550-ead0b3c82a30" providerId="ADAL" clId="{F89C377E-197E-465E-A4E6-441D20C309D9}" dt="2022-12-12T03:55:58.531" v="0" actId="47"/>
        <pc:sldMkLst>
          <pc:docMk/>
          <pc:sldMk cId="934571703" sldId="307"/>
        </pc:sldMkLst>
      </pc:sldChg>
      <pc:sldChg chg="del">
        <pc:chgData name="Gusti Pangestu" userId="7768735c-5c0d-4d9b-b550-ead0b3c82a30" providerId="ADAL" clId="{F89C377E-197E-465E-A4E6-441D20C309D9}" dt="2022-12-12T03:55:58.531" v="0" actId="47"/>
        <pc:sldMkLst>
          <pc:docMk/>
          <pc:sldMk cId="1490100694" sldId="308"/>
        </pc:sldMkLst>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7768735c-5c0d-4d9b-b550-ead0b3c82a30" providerId="ADAL" clId="{53A8F31F-782B-4FA7-9BF9-2970A99E4470}"/>
    <pc:docChg chg="custSel modSld">
      <pc:chgData name="Gusti Pangestu" userId="7768735c-5c0d-4d9b-b550-ead0b3c82a30" providerId="ADAL" clId="{53A8F31F-782B-4FA7-9BF9-2970A99E4470}" dt="2023-01-02T07:02:56.953" v="67"/>
      <pc:docMkLst>
        <pc:docMk/>
      </pc:docMkLst>
      <pc:sldChg chg="modSp mod">
        <pc:chgData name="Gusti Pangestu" userId="7768735c-5c0d-4d9b-b550-ead0b3c82a30" providerId="ADAL" clId="{53A8F31F-782B-4FA7-9BF9-2970A99E4470}" dt="2023-01-02T06:45:38.600" v="32" actId="20577"/>
        <pc:sldMkLst>
          <pc:docMk/>
          <pc:sldMk cId="109857222" sldId="258"/>
        </pc:sldMkLst>
        <pc:spChg chg="mod">
          <ac:chgData name="Gusti Pangestu" userId="7768735c-5c0d-4d9b-b550-ead0b3c82a30" providerId="ADAL" clId="{53A8F31F-782B-4FA7-9BF9-2970A99E4470}" dt="2023-01-02T06:45:38.600" v="32" actId="20577"/>
          <ac:spMkLst>
            <pc:docMk/>
            <pc:sldMk cId="109857222" sldId="258"/>
            <ac:spMk id="3" creationId="{00000000-0000-0000-0000-000000000000}"/>
          </ac:spMkLst>
        </pc:spChg>
      </pc:sldChg>
      <pc:sldChg chg="modSp mod">
        <pc:chgData name="Gusti Pangestu" userId="7768735c-5c0d-4d9b-b550-ead0b3c82a30" providerId="ADAL" clId="{53A8F31F-782B-4FA7-9BF9-2970A99E4470}" dt="2023-01-02T07:02:56.953" v="67"/>
        <pc:sldMkLst>
          <pc:docMk/>
          <pc:sldMk cId="1727291188" sldId="288"/>
        </pc:sldMkLst>
        <pc:spChg chg="mod">
          <ac:chgData name="Gusti Pangestu" userId="7768735c-5c0d-4d9b-b550-ead0b3c82a30" providerId="ADAL" clId="{53A8F31F-782B-4FA7-9BF9-2970A99E4470}" dt="2023-01-02T07:02:56.953" v="67"/>
          <ac:spMkLst>
            <pc:docMk/>
            <pc:sldMk cId="1727291188" sldId="288"/>
            <ac:spMk id="3" creationId="{4C14D8CF-1B8B-4AE4-B51C-5D619267E8B5}"/>
          </ac:spMkLst>
        </pc:spChg>
      </pc:sldChg>
      <pc:sldChg chg="modSp mod">
        <pc:chgData name="Gusti Pangestu" userId="7768735c-5c0d-4d9b-b550-ead0b3c82a30" providerId="ADAL" clId="{53A8F31F-782B-4FA7-9BF9-2970A99E4470}" dt="2023-01-02T06:50:22.574" v="66" actId="6549"/>
        <pc:sldMkLst>
          <pc:docMk/>
          <pc:sldMk cId="1365886943" sldId="289"/>
        </pc:sldMkLst>
        <pc:spChg chg="mod">
          <ac:chgData name="Gusti Pangestu" userId="7768735c-5c0d-4d9b-b550-ead0b3c82a30" providerId="ADAL" clId="{53A8F31F-782B-4FA7-9BF9-2970A99E4470}" dt="2023-01-02T06:50:22.574" v="66" actId="6549"/>
          <ac:spMkLst>
            <pc:docMk/>
            <pc:sldMk cId="1365886943" sldId="289"/>
            <ac:spMk id="5" creationId="{BFC9FBC7-A7B5-44F5-875A-9C78EE947DD2}"/>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7768735c-5c0d-4d9b-b550-ead0b3c82a30" providerId="ADAL" clId="{0B80913C-9141-48A1-9615-3AD8240D9FFA}"/>
    <pc:docChg chg="undo custSel addSld modSld modSection">
      <pc:chgData name="Gusti Pangestu" userId="7768735c-5c0d-4d9b-b550-ead0b3c82a30" providerId="ADAL" clId="{0B80913C-9141-48A1-9615-3AD8240D9FFA}" dt="2022-12-12T03:53:32.222" v="349" actId="1076"/>
      <pc:docMkLst>
        <pc:docMk/>
      </pc:docMkLst>
      <pc:sldChg chg="modSp mod">
        <pc:chgData name="Gusti Pangestu" userId="7768735c-5c0d-4d9b-b550-ead0b3c82a30" providerId="ADAL" clId="{0B80913C-9141-48A1-9615-3AD8240D9FFA}" dt="2022-12-12T02:11:43.505" v="49" actId="20577"/>
        <pc:sldMkLst>
          <pc:docMk/>
          <pc:sldMk cId="109857222" sldId="258"/>
        </pc:sldMkLst>
        <pc:spChg chg="mod">
          <ac:chgData name="Gusti Pangestu" userId="7768735c-5c0d-4d9b-b550-ead0b3c82a30" providerId="ADAL" clId="{0B80913C-9141-48A1-9615-3AD8240D9FFA}" dt="2022-12-12T02:11:43.505" v="49" actId="20577"/>
          <ac:spMkLst>
            <pc:docMk/>
            <pc:sldMk cId="109857222" sldId="258"/>
            <ac:spMk id="3" creationId="{00000000-0000-0000-0000-000000000000}"/>
          </ac:spMkLst>
        </pc:spChg>
      </pc:sldChg>
      <pc:sldChg chg="addSp delSp modSp new mod">
        <pc:chgData name="Gusti Pangestu" userId="7768735c-5c0d-4d9b-b550-ead0b3c82a30" providerId="ADAL" clId="{0B80913C-9141-48A1-9615-3AD8240D9FFA}" dt="2022-12-12T02:05:46.829" v="8" actId="1076"/>
        <pc:sldMkLst>
          <pc:docMk/>
          <pc:sldMk cId="3050537162" sldId="294"/>
        </pc:sldMkLst>
        <pc:spChg chg="del">
          <ac:chgData name="Gusti Pangestu" userId="7768735c-5c0d-4d9b-b550-ead0b3c82a30" providerId="ADAL" clId="{0B80913C-9141-48A1-9615-3AD8240D9FFA}" dt="2022-12-12T02:05:34.987" v="4" actId="478"/>
          <ac:spMkLst>
            <pc:docMk/>
            <pc:sldMk cId="3050537162" sldId="294"/>
            <ac:spMk id="2" creationId="{892A4006-D196-B689-F5F0-08D71F99A9D1}"/>
          </ac:spMkLst>
        </pc:spChg>
        <pc:spChg chg="del">
          <ac:chgData name="Gusti Pangestu" userId="7768735c-5c0d-4d9b-b550-ead0b3c82a30" providerId="ADAL" clId="{0B80913C-9141-48A1-9615-3AD8240D9FFA}" dt="2022-12-12T02:05:18.277" v="1" actId="22"/>
          <ac:spMkLst>
            <pc:docMk/>
            <pc:sldMk cId="3050537162" sldId="294"/>
            <ac:spMk id="3" creationId="{88960190-BE82-7EA2-4936-688F8298DF42}"/>
          </ac:spMkLst>
        </pc:spChg>
        <pc:picChg chg="add mod ord">
          <ac:chgData name="Gusti Pangestu" userId="7768735c-5c0d-4d9b-b550-ead0b3c82a30" providerId="ADAL" clId="{0B80913C-9141-48A1-9615-3AD8240D9FFA}" dt="2022-12-12T02:05:46.829" v="8" actId="1076"/>
          <ac:picMkLst>
            <pc:docMk/>
            <pc:sldMk cId="3050537162" sldId="294"/>
            <ac:picMk id="5" creationId="{399FAEA7-F335-BEA8-B991-AD18C770AF93}"/>
          </ac:picMkLst>
        </pc:picChg>
        <pc:picChg chg="add mod">
          <ac:chgData name="Gusti Pangestu" userId="7768735c-5c0d-4d9b-b550-ead0b3c82a30" providerId="ADAL" clId="{0B80913C-9141-48A1-9615-3AD8240D9FFA}" dt="2022-12-12T02:05:46.829" v="8" actId="1076"/>
          <ac:picMkLst>
            <pc:docMk/>
            <pc:sldMk cId="3050537162" sldId="294"/>
            <ac:picMk id="7" creationId="{5E5537F6-EC25-684E-B1F4-B7E03345420B}"/>
          </ac:picMkLst>
        </pc:picChg>
      </pc:sldChg>
      <pc:sldChg chg="addSp delSp modSp new mod modClrScheme chgLayout">
        <pc:chgData name="Gusti Pangestu" userId="7768735c-5c0d-4d9b-b550-ead0b3c82a30" providerId="ADAL" clId="{0B80913C-9141-48A1-9615-3AD8240D9FFA}" dt="2022-12-12T02:14:34.605" v="72" actId="403"/>
        <pc:sldMkLst>
          <pc:docMk/>
          <pc:sldMk cId="212346741" sldId="295"/>
        </pc:sldMkLst>
        <pc:spChg chg="del">
          <ac:chgData name="Gusti Pangestu" userId="7768735c-5c0d-4d9b-b550-ead0b3c82a30" providerId="ADAL" clId="{0B80913C-9141-48A1-9615-3AD8240D9FFA}" dt="2022-12-12T02:12:52.551" v="51" actId="478"/>
          <ac:spMkLst>
            <pc:docMk/>
            <pc:sldMk cId="212346741" sldId="295"/>
            <ac:spMk id="2" creationId="{49836011-42E6-2774-6717-CC83CF8A102C}"/>
          </ac:spMkLst>
        </pc:spChg>
        <pc:spChg chg="del">
          <ac:chgData name="Gusti Pangestu" userId="7768735c-5c0d-4d9b-b550-ead0b3c82a30" providerId="ADAL" clId="{0B80913C-9141-48A1-9615-3AD8240D9FFA}" dt="2022-12-12T02:12:50.684" v="50" actId="22"/>
          <ac:spMkLst>
            <pc:docMk/>
            <pc:sldMk cId="212346741" sldId="295"/>
            <ac:spMk id="3" creationId="{D76537D0-F48E-B484-AFE9-BBBFA78B47BD}"/>
          </ac:spMkLst>
        </pc:spChg>
        <pc:spChg chg="add mod">
          <ac:chgData name="Gusti Pangestu" userId="7768735c-5c0d-4d9b-b550-ead0b3c82a30" providerId="ADAL" clId="{0B80913C-9141-48A1-9615-3AD8240D9FFA}" dt="2022-12-12T02:14:34.605" v="72" actId="403"/>
          <ac:spMkLst>
            <pc:docMk/>
            <pc:sldMk cId="212346741" sldId="295"/>
            <ac:spMk id="7" creationId="{14378194-9ECB-BD4F-8B1A-D16D65F64F6C}"/>
          </ac:spMkLst>
        </pc:spChg>
        <pc:spChg chg="add del mod">
          <ac:chgData name="Gusti Pangestu" userId="7768735c-5c0d-4d9b-b550-ead0b3c82a30" providerId="ADAL" clId="{0B80913C-9141-48A1-9615-3AD8240D9FFA}" dt="2022-12-12T02:13:47.306" v="59" actId="26606"/>
          <ac:spMkLst>
            <pc:docMk/>
            <pc:sldMk cId="212346741" sldId="295"/>
            <ac:spMk id="12" creationId="{663B33F0-D930-E9CE-C808-4E1D0B626E26}"/>
          </ac:spMkLst>
        </pc:spChg>
        <pc:spChg chg="add del mod">
          <ac:chgData name="Gusti Pangestu" userId="7768735c-5c0d-4d9b-b550-ead0b3c82a30" providerId="ADAL" clId="{0B80913C-9141-48A1-9615-3AD8240D9FFA}" dt="2022-12-12T02:13:50.479" v="61" actId="26606"/>
          <ac:spMkLst>
            <pc:docMk/>
            <pc:sldMk cId="212346741" sldId="295"/>
            <ac:spMk id="14" creationId="{4E689AEF-5C0A-0085-8F04-4105CA1BBDF2}"/>
          </ac:spMkLst>
        </pc:spChg>
        <pc:spChg chg="add del mod">
          <ac:chgData name="Gusti Pangestu" userId="7768735c-5c0d-4d9b-b550-ead0b3c82a30" providerId="ADAL" clId="{0B80913C-9141-48A1-9615-3AD8240D9FFA}" dt="2022-12-12T02:13:55.947" v="63" actId="478"/>
          <ac:spMkLst>
            <pc:docMk/>
            <pc:sldMk cId="212346741" sldId="295"/>
            <ac:spMk id="16" creationId="{63DDE51E-BDE0-B984-4E8F-69A2B519EDD4}"/>
          </ac:spMkLst>
        </pc:spChg>
        <pc:picChg chg="add mod ord">
          <ac:chgData name="Gusti Pangestu" userId="7768735c-5c0d-4d9b-b550-ead0b3c82a30" providerId="ADAL" clId="{0B80913C-9141-48A1-9615-3AD8240D9FFA}" dt="2022-12-12T02:13:50.484" v="62" actId="26606"/>
          <ac:picMkLst>
            <pc:docMk/>
            <pc:sldMk cId="212346741" sldId="295"/>
            <ac:picMk id="5" creationId="{CFE7A31F-48F6-E2E6-2E71-6D130F1F1E85}"/>
          </ac:picMkLst>
        </pc:picChg>
      </pc:sldChg>
      <pc:sldChg chg="addSp delSp modSp new mod">
        <pc:chgData name="Gusti Pangestu" userId="7768735c-5c0d-4d9b-b550-ead0b3c82a30" providerId="ADAL" clId="{0B80913C-9141-48A1-9615-3AD8240D9FFA}" dt="2022-12-12T02:17:09.521" v="112" actId="1076"/>
        <pc:sldMkLst>
          <pc:docMk/>
          <pc:sldMk cId="2711160603" sldId="296"/>
        </pc:sldMkLst>
        <pc:spChg chg="mod">
          <ac:chgData name="Gusti Pangestu" userId="7768735c-5c0d-4d9b-b550-ead0b3c82a30" providerId="ADAL" clId="{0B80913C-9141-48A1-9615-3AD8240D9FFA}" dt="2022-12-12T02:16:40.033" v="104" actId="1076"/>
          <ac:spMkLst>
            <pc:docMk/>
            <pc:sldMk cId="2711160603" sldId="296"/>
            <ac:spMk id="2" creationId="{7B5B5DC4-BB34-33F6-8705-47A751A13923}"/>
          </ac:spMkLst>
        </pc:spChg>
        <pc:spChg chg="del">
          <ac:chgData name="Gusti Pangestu" userId="7768735c-5c0d-4d9b-b550-ead0b3c82a30" providerId="ADAL" clId="{0B80913C-9141-48A1-9615-3AD8240D9FFA}" dt="2022-12-12T02:15:20.617" v="95" actId="22"/>
          <ac:spMkLst>
            <pc:docMk/>
            <pc:sldMk cId="2711160603" sldId="296"/>
            <ac:spMk id="3" creationId="{8AECEA67-D4B7-585F-FDC3-9F99D8B2637B}"/>
          </ac:spMkLst>
        </pc:spChg>
        <pc:spChg chg="add mod">
          <ac:chgData name="Gusti Pangestu" userId="7768735c-5c0d-4d9b-b550-ead0b3c82a30" providerId="ADAL" clId="{0B80913C-9141-48A1-9615-3AD8240D9FFA}" dt="2022-12-12T02:17:02.418" v="111" actId="1076"/>
          <ac:spMkLst>
            <pc:docMk/>
            <pc:sldMk cId="2711160603" sldId="296"/>
            <ac:spMk id="7" creationId="{8C436E05-68D5-A5A7-1067-C44F4433C140}"/>
          </ac:spMkLst>
        </pc:spChg>
        <pc:picChg chg="add mod ord">
          <ac:chgData name="Gusti Pangestu" userId="7768735c-5c0d-4d9b-b550-ead0b3c82a30" providerId="ADAL" clId="{0B80913C-9141-48A1-9615-3AD8240D9FFA}" dt="2022-12-12T02:16:49.347" v="107" actId="14100"/>
          <ac:picMkLst>
            <pc:docMk/>
            <pc:sldMk cId="2711160603" sldId="296"/>
            <ac:picMk id="5" creationId="{56714170-3595-CB2C-9DBB-020B35D6E9D4}"/>
          </ac:picMkLst>
        </pc:picChg>
        <pc:picChg chg="add mod">
          <ac:chgData name="Gusti Pangestu" userId="7768735c-5c0d-4d9b-b550-ead0b3c82a30" providerId="ADAL" clId="{0B80913C-9141-48A1-9615-3AD8240D9FFA}" dt="2022-12-12T02:17:09.521" v="112" actId="1076"/>
          <ac:picMkLst>
            <pc:docMk/>
            <pc:sldMk cId="2711160603" sldId="296"/>
            <ac:picMk id="9" creationId="{78FDBED7-CF4F-F6E3-5ED9-BF67F2633A5E}"/>
          </ac:picMkLst>
        </pc:picChg>
      </pc:sldChg>
      <pc:sldChg chg="addSp modSp new mod">
        <pc:chgData name="Gusti Pangestu" userId="7768735c-5c0d-4d9b-b550-ead0b3c82a30" providerId="ADAL" clId="{0B80913C-9141-48A1-9615-3AD8240D9FFA}" dt="2022-12-12T02:19:13.167" v="135" actId="14100"/>
        <pc:sldMkLst>
          <pc:docMk/>
          <pc:sldMk cId="1881632681" sldId="297"/>
        </pc:sldMkLst>
        <pc:spChg chg="mod">
          <ac:chgData name="Gusti Pangestu" userId="7768735c-5c0d-4d9b-b550-ead0b3c82a30" providerId="ADAL" clId="{0B80913C-9141-48A1-9615-3AD8240D9FFA}" dt="2022-12-12T02:17:21.441" v="119" actId="20577"/>
          <ac:spMkLst>
            <pc:docMk/>
            <pc:sldMk cId="1881632681" sldId="297"/>
            <ac:spMk id="2" creationId="{3C290E8A-13C6-66E0-9C1A-A8E2A9B0B808}"/>
          </ac:spMkLst>
        </pc:spChg>
        <pc:spChg chg="mod">
          <ac:chgData name="Gusti Pangestu" userId="7768735c-5c0d-4d9b-b550-ead0b3c82a30" providerId="ADAL" clId="{0B80913C-9141-48A1-9615-3AD8240D9FFA}" dt="2022-12-12T02:18:02.943" v="130" actId="20577"/>
          <ac:spMkLst>
            <pc:docMk/>
            <pc:sldMk cId="1881632681" sldId="297"/>
            <ac:spMk id="3" creationId="{D27333EC-C8DB-C45F-8ED0-07A366200CDA}"/>
          </ac:spMkLst>
        </pc:spChg>
        <pc:picChg chg="add mod">
          <ac:chgData name="Gusti Pangestu" userId="7768735c-5c0d-4d9b-b550-ead0b3c82a30" providerId="ADAL" clId="{0B80913C-9141-48A1-9615-3AD8240D9FFA}" dt="2022-12-12T02:19:13.167" v="135" actId="14100"/>
          <ac:picMkLst>
            <pc:docMk/>
            <pc:sldMk cId="1881632681" sldId="297"/>
            <ac:picMk id="5" creationId="{4ACDD147-0910-586A-11BD-D075F9C66D01}"/>
          </ac:picMkLst>
        </pc:picChg>
      </pc:sldChg>
      <pc:sldChg chg="addSp modSp new mod">
        <pc:chgData name="Gusti Pangestu" userId="7768735c-5c0d-4d9b-b550-ead0b3c82a30" providerId="ADAL" clId="{0B80913C-9141-48A1-9615-3AD8240D9FFA}" dt="2022-12-12T02:35:01.149" v="151" actId="1076"/>
        <pc:sldMkLst>
          <pc:docMk/>
          <pc:sldMk cId="2531925851" sldId="298"/>
        </pc:sldMkLst>
        <pc:spChg chg="mod">
          <ac:chgData name="Gusti Pangestu" userId="7768735c-5c0d-4d9b-b550-ead0b3c82a30" providerId="ADAL" clId="{0B80913C-9141-48A1-9615-3AD8240D9FFA}" dt="2022-12-12T02:27:15.405" v="137"/>
          <ac:spMkLst>
            <pc:docMk/>
            <pc:sldMk cId="2531925851" sldId="298"/>
            <ac:spMk id="2" creationId="{74374D99-E2AF-B548-F648-F0B94C15B7E0}"/>
          </ac:spMkLst>
        </pc:spChg>
        <pc:spChg chg="mod">
          <ac:chgData name="Gusti Pangestu" userId="7768735c-5c0d-4d9b-b550-ead0b3c82a30" providerId="ADAL" clId="{0B80913C-9141-48A1-9615-3AD8240D9FFA}" dt="2022-12-12T02:27:54.870" v="147" actId="20577"/>
          <ac:spMkLst>
            <pc:docMk/>
            <pc:sldMk cId="2531925851" sldId="298"/>
            <ac:spMk id="3" creationId="{ABED7F95-6A56-821D-44BA-ED26B0C45B79}"/>
          </ac:spMkLst>
        </pc:spChg>
        <pc:picChg chg="add mod">
          <ac:chgData name="Gusti Pangestu" userId="7768735c-5c0d-4d9b-b550-ead0b3c82a30" providerId="ADAL" clId="{0B80913C-9141-48A1-9615-3AD8240D9FFA}" dt="2022-12-12T02:28:08.028" v="149" actId="1076"/>
          <ac:picMkLst>
            <pc:docMk/>
            <pc:sldMk cId="2531925851" sldId="298"/>
            <ac:picMk id="5" creationId="{AAD0DBB8-7DC7-9645-40A9-D5585E655342}"/>
          </ac:picMkLst>
        </pc:picChg>
        <pc:picChg chg="add mod">
          <ac:chgData name="Gusti Pangestu" userId="7768735c-5c0d-4d9b-b550-ead0b3c82a30" providerId="ADAL" clId="{0B80913C-9141-48A1-9615-3AD8240D9FFA}" dt="2022-12-12T02:35:01.149" v="151" actId="1076"/>
          <ac:picMkLst>
            <pc:docMk/>
            <pc:sldMk cId="2531925851" sldId="298"/>
            <ac:picMk id="7" creationId="{7D99B045-CC06-33C5-5F60-37BBCA7C1143}"/>
          </ac:picMkLst>
        </pc:picChg>
      </pc:sldChg>
      <pc:sldChg chg="addSp delSp modSp new mod modClrScheme chgLayout">
        <pc:chgData name="Gusti Pangestu" userId="7768735c-5c0d-4d9b-b550-ead0b3c82a30" providerId="ADAL" clId="{0B80913C-9141-48A1-9615-3AD8240D9FFA}" dt="2022-12-12T02:44:40.986" v="172" actId="1076"/>
        <pc:sldMkLst>
          <pc:docMk/>
          <pc:sldMk cId="1883384608" sldId="299"/>
        </pc:sldMkLst>
        <pc:spChg chg="del">
          <ac:chgData name="Gusti Pangestu" userId="7768735c-5c0d-4d9b-b550-ead0b3c82a30" providerId="ADAL" clId="{0B80913C-9141-48A1-9615-3AD8240D9FFA}" dt="2022-12-12T02:44:23.703" v="169" actId="478"/>
          <ac:spMkLst>
            <pc:docMk/>
            <pc:sldMk cId="1883384608" sldId="299"/>
            <ac:spMk id="2" creationId="{BB8EFEF4-9105-F5F6-76E8-235A0674135A}"/>
          </ac:spMkLst>
        </pc:spChg>
        <pc:spChg chg="mod ord">
          <ac:chgData name="Gusti Pangestu" userId="7768735c-5c0d-4d9b-b550-ead0b3c82a30" providerId="ADAL" clId="{0B80913C-9141-48A1-9615-3AD8240D9FFA}" dt="2022-12-12T02:44:40.986" v="172" actId="1076"/>
          <ac:spMkLst>
            <pc:docMk/>
            <pc:sldMk cId="1883384608" sldId="299"/>
            <ac:spMk id="3" creationId="{9F218871-E44B-E1CA-061F-6254FC155A14}"/>
          </ac:spMkLst>
        </pc:spChg>
        <pc:spChg chg="add del mod">
          <ac:chgData name="Gusti Pangestu" userId="7768735c-5c0d-4d9b-b550-ead0b3c82a30" providerId="ADAL" clId="{0B80913C-9141-48A1-9615-3AD8240D9FFA}" dt="2022-12-12T02:44:37.064" v="171" actId="478"/>
          <ac:spMkLst>
            <pc:docMk/>
            <pc:sldMk cId="1883384608" sldId="299"/>
            <ac:spMk id="10" creationId="{5F379F1B-6E29-C466-CDF8-77309DABE5CA}"/>
          </ac:spMkLst>
        </pc:spChg>
        <pc:picChg chg="add mod">
          <ac:chgData name="Gusti Pangestu" userId="7768735c-5c0d-4d9b-b550-ead0b3c82a30" providerId="ADAL" clId="{0B80913C-9141-48A1-9615-3AD8240D9FFA}" dt="2022-12-12T02:44:32.217" v="170" actId="26606"/>
          <ac:picMkLst>
            <pc:docMk/>
            <pc:sldMk cId="1883384608" sldId="299"/>
            <ac:picMk id="5" creationId="{F9590EF7-411C-A1E2-AA2E-126C4F486275}"/>
          </ac:picMkLst>
        </pc:picChg>
      </pc:sldChg>
      <pc:sldChg chg="addSp delSp modSp new mod modClrScheme chgLayout">
        <pc:chgData name="Gusti Pangestu" userId="7768735c-5c0d-4d9b-b550-ead0b3c82a30" providerId="ADAL" clId="{0B80913C-9141-48A1-9615-3AD8240D9FFA}" dt="2022-12-12T02:53:36.551" v="204" actId="1076"/>
        <pc:sldMkLst>
          <pc:docMk/>
          <pc:sldMk cId="23841198" sldId="300"/>
        </pc:sldMkLst>
        <pc:spChg chg="del mod ord">
          <ac:chgData name="Gusti Pangestu" userId="7768735c-5c0d-4d9b-b550-ead0b3c82a30" providerId="ADAL" clId="{0B80913C-9141-48A1-9615-3AD8240D9FFA}" dt="2022-12-12T02:45:01.014" v="174" actId="700"/>
          <ac:spMkLst>
            <pc:docMk/>
            <pc:sldMk cId="23841198" sldId="300"/>
            <ac:spMk id="2" creationId="{9EFDB33A-0AD4-EF67-E5BD-3B620B83EAA6}"/>
          </ac:spMkLst>
        </pc:spChg>
        <pc:spChg chg="del mod ord">
          <ac:chgData name="Gusti Pangestu" userId="7768735c-5c0d-4d9b-b550-ead0b3c82a30" providerId="ADAL" clId="{0B80913C-9141-48A1-9615-3AD8240D9FFA}" dt="2022-12-12T02:45:01.014" v="174" actId="700"/>
          <ac:spMkLst>
            <pc:docMk/>
            <pc:sldMk cId="23841198" sldId="300"/>
            <ac:spMk id="3" creationId="{453F2F63-F632-D161-FFC0-C253A46840F6}"/>
          </ac:spMkLst>
        </pc:spChg>
        <pc:spChg chg="del">
          <ac:chgData name="Gusti Pangestu" userId="7768735c-5c0d-4d9b-b550-ead0b3c82a30" providerId="ADAL" clId="{0B80913C-9141-48A1-9615-3AD8240D9FFA}" dt="2022-12-12T02:45:01.014" v="174" actId="700"/>
          <ac:spMkLst>
            <pc:docMk/>
            <pc:sldMk cId="23841198" sldId="300"/>
            <ac:spMk id="4" creationId="{8CB6B3D0-6064-6F61-568F-8475C724AC98}"/>
          </ac:spMkLst>
        </pc:spChg>
        <pc:spChg chg="add mod ord">
          <ac:chgData name="Gusti Pangestu" userId="7768735c-5c0d-4d9b-b550-ead0b3c82a30" providerId="ADAL" clId="{0B80913C-9141-48A1-9615-3AD8240D9FFA}" dt="2022-12-12T02:45:08.009" v="193" actId="20577"/>
          <ac:spMkLst>
            <pc:docMk/>
            <pc:sldMk cId="23841198" sldId="300"/>
            <ac:spMk id="5" creationId="{C95C4727-DB51-43D6-C00B-D03680EB3853}"/>
          </ac:spMkLst>
        </pc:spChg>
        <pc:spChg chg="add mod ord">
          <ac:chgData name="Gusti Pangestu" userId="7768735c-5c0d-4d9b-b550-ead0b3c82a30" providerId="ADAL" clId="{0B80913C-9141-48A1-9615-3AD8240D9FFA}" dt="2022-12-12T02:52:19.783" v="197" actId="20577"/>
          <ac:spMkLst>
            <pc:docMk/>
            <pc:sldMk cId="23841198" sldId="300"/>
            <ac:spMk id="6" creationId="{63EA450B-2253-07C8-6516-D93F4D30537D}"/>
          </ac:spMkLst>
        </pc:spChg>
        <pc:picChg chg="add mod">
          <ac:chgData name="Gusti Pangestu" userId="7768735c-5c0d-4d9b-b550-ead0b3c82a30" providerId="ADAL" clId="{0B80913C-9141-48A1-9615-3AD8240D9FFA}" dt="2022-12-12T02:53:35.390" v="203" actId="1076"/>
          <ac:picMkLst>
            <pc:docMk/>
            <pc:sldMk cId="23841198" sldId="300"/>
            <ac:picMk id="8" creationId="{717FC74C-4980-3C05-0C84-F1F0DCF93AD1}"/>
          </ac:picMkLst>
        </pc:picChg>
        <pc:picChg chg="add mod">
          <ac:chgData name="Gusti Pangestu" userId="7768735c-5c0d-4d9b-b550-ead0b3c82a30" providerId="ADAL" clId="{0B80913C-9141-48A1-9615-3AD8240D9FFA}" dt="2022-12-12T02:53:36.551" v="204" actId="1076"/>
          <ac:picMkLst>
            <pc:docMk/>
            <pc:sldMk cId="23841198" sldId="300"/>
            <ac:picMk id="10" creationId="{25EB795E-1BD0-31E1-0B28-AA10AD0A63D6}"/>
          </ac:picMkLst>
        </pc:picChg>
      </pc:sldChg>
      <pc:sldChg chg="addSp modSp new mod">
        <pc:chgData name="Gusti Pangestu" userId="7768735c-5c0d-4d9b-b550-ead0b3c82a30" providerId="ADAL" clId="{0B80913C-9141-48A1-9615-3AD8240D9FFA}" dt="2022-12-12T02:58:33.004" v="232" actId="1076"/>
        <pc:sldMkLst>
          <pc:docMk/>
          <pc:sldMk cId="2336243321" sldId="301"/>
        </pc:sldMkLst>
        <pc:spChg chg="mod">
          <ac:chgData name="Gusti Pangestu" userId="7768735c-5c0d-4d9b-b550-ead0b3c82a30" providerId="ADAL" clId="{0B80913C-9141-48A1-9615-3AD8240D9FFA}" dt="2022-12-12T02:57:55.973" v="223" actId="20577"/>
          <ac:spMkLst>
            <pc:docMk/>
            <pc:sldMk cId="2336243321" sldId="301"/>
            <ac:spMk id="2" creationId="{66F9C683-28D4-AB39-B91C-ED4B123436EB}"/>
          </ac:spMkLst>
        </pc:spChg>
        <pc:spChg chg="mod">
          <ac:chgData name="Gusti Pangestu" userId="7768735c-5c0d-4d9b-b550-ead0b3c82a30" providerId="ADAL" clId="{0B80913C-9141-48A1-9615-3AD8240D9FFA}" dt="2022-12-12T02:58:12.566" v="230" actId="20577"/>
          <ac:spMkLst>
            <pc:docMk/>
            <pc:sldMk cId="2336243321" sldId="301"/>
            <ac:spMk id="3" creationId="{A2F74633-550F-69EA-65D5-E63D0335A186}"/>
          </ac:spMkLst>
        </pc:spChg>
        <pc:picChg chg="add mod">
          <ac:chgData name="Gusti Pangestu" userId="7768735c-5c0d-4d9b-b550-ead0b3c82a30" providerId="ADAL" clId="{0B80913C-9141-48A1-9615-3AD8240D9FFA}" dt="2022-12-12T02:58:33.004" v="232" actId="1076"/>
          <ac:picMkLst>
            <pc:docMk/>
            <pc:sldMk cId="2336243321" sldId="301"/>
            <ac:picMk id="5" creationId="{5748B857-CC55-CA73-36D9-4AED4337B2F0}"/>
          </ac:picMkLst>
        </pc:picChg>
      </pc:sldChg>
      <pc:sldChg chg="addSp modSp new mod">
        <pc:chgData name="Gusti Pangestu" userId="7768735c-5c0d-4d9b-b550-ead0b3c82a30" providerId="ADAL" clId="{0B80913C-9141-48A1-9615-3AD8240D9FFA}" dt="2022-12-12T03:33:04.879" v="248" actId="14100"/>
        <pc:sldMkLst>
          <pc:docMk/>
          <pc:sldMk cId="2246630029" sldId="302"/>
        </pc:sldMkLst>
        <pc:spChg chg="mod">
          <ac:chgData name="Gusti Pangestu" userId="7768735c-5c0d-4d9b-b550-ead0b3c82a30" providerId="ADAL" clId="{0B80913C-9141-48A1-9615-3AD8240D9FFA}" dt="2022-12-12T03:32:02.449" v="234"/>
          <ac:spMkLst>
            <pc:docMk/>
            <pc:sldMk cId="2246630029" sldId="302"/>
            <ac:spMk id="2" creationId="{1307EE40-933A-506F-522C-AAF76365E37F}"/>
          </ac:spMkLst>
        </pc:spChg>
        <pc:spChg chg="mod">
          <ac:chgData name="Gusti Pangestu" userId="7768735c-5c0d-4d9b-b550-ead0b3c82a30" providerId="ADAL" clId="{0B80913C-9141-48A1-9615-3AD8240D9FFA}" dt="2022-12-12T03:32:41.523" v="245" actId="20577"/>
          <ac:spMkLst>
            <pc:docMk/>
            <pc:sldMk cId="2246630029" sldId="302"/>
            <ac:spMk id="3" creationId="{9845A7B5-D571-BF73-0A52-BF528FB8BC38}"/>
          </ac:spMkLst>
        </pc:spChg>
        <pc:picChg chg="add mod">
          <ac:chgData name="Gusti Pangestu" userId="7768735c-5c0d-4d9b-b550-ead0b3c82a30" providerId="ADAL" clId="{0B80913C-9141-48A1-9615-3AD8240D9FFA}" dt="2022-12-12T03:33:04.879" v="248" actId="14100"/>
          <ac:picMkLst>
            <pc:docMk/>
            <pc:sldMk cId="2246630029" sldId="302"/>
            <ac:picMk id="5" creationId="{681C8593-C04A-28E4-1189-C7C3A6702273}"/>
          </ac:picMkLst>
        </pc:picChg>
      </pc:sldChg>
      <pc:sldChg chg="addSp delSp modSp new mod">
        <pc:chgData name="Gusti Pangestu" userId="7768735c-5c0d-4d9b-b550-ead0b3c82a30" providerId="ADAL" clId="{0B80913C-9141-48A1-9615-3AD8240D9FFA}" dt="2022-12-12T03:33:26.652" v="253" actId="14100"/>
        <pc:sldMkLst>
          <pc:docMk/>
          <pc:sldMk cId="2427825456" sldId="303"/>
        </pc:sldMkLst>
        <pc:spChg chg="del">
          <ac:chgData name="Gusti Pangestu" userId="7768735c-5c0d-4d9b-b550-ead0b3c82a30" providerId="ADAL" clId="{0B80913C-9141-48A1-9615-3AD8240D9FFA}" dt="2022-12-12T03:33:20.864" v="251" actId="478"/>
          <ac:spMkLst>
            <pc:docMk/>
            <pc:sldMk cId="2427825456" sldId="303"/>
            <ac:spMk id="2" creationId="{FB6F4143-86A8-EC81-BF3B-B94AF14BF69C}"/>
          </ac:spMkLst>
        </pc:spChg>
        <pc:spChg chg="del">
          <ac:chgData name="Gusti Pangestu" userId="7768735c-5c0d-4d9b-b550-ead0b3c82a30" providerId="ADAL" clId="{0B80913C-9141-48A1-9615-3AD8240D9FFA}" dt="2022-12-12T03:33:19.089" v="250" actId="22"/>
          <ac:spMkLst>
            <pc:docMk/>
            <pc:sldMk cId="2427825456" sldId="303"/>
            <ac:spMk id="3" creationId="{A39D3C87-776C-9442-CBC6-597615CD8019}"/>
          </ac:spMkLst>
        </pc:spChg>
        <pc:picChg chg="add mod ord">
          <ac:chgData name="Gusti Pangestu" userId="7768735c-5c0d-4d9b-b550-ead0b3c82a30" providerId="ADAL" clId="{0B80913C-9141-48A1-9615-3AD8240D9FFA}" dt="2022-12-12T03:33:26.652" v="253" actId="14100"/>
          <ac:picMkLst>
            <pc:docMk/>
            <pc:sldMk cId="2427825456" sldId="303"/>
            <ac:picMk id="5" creationId="{65C868B8-5643-999A-41AC-0FD0DF730082}"/>
          </ac:picMkLst>
        </pc:picChg>
      </pc:sldChg>
      <pc:sldChg chg="addSp modSp new mod modClrScheme chgLayout">
        <pc:chgData name="Gusti Pangestu" userId="7768735c-5c0d-4d9b-b550-ead0b3c82a30" providerId="ADAL" clId="{0B80913C-9141-48A1-9615-3AD8240D9FFA}" dt="2022-12-12T03:37:41.505" v="270" actId="26606"/>
        <pc:sldMkLst>
          <pc:docMk/>
          <pc:sldMk cId="1646206652" sldId="304"/>
        </pc:sldMkLst>
        <pc:spChg chg="mod">
          <ac:chgData name="Gusti Pangestu" userId="7768735c-5c0d-4d9b-b550-ead0b3c82a30" providerId="ADAL" clId="{0B80913C-9141-48A1-9615-3AD8240D9FFA}" dt="2022-12-12T03:37:41.505" v="270" actId="26606"/>
          <ac:spMkLst>
            <pc:docMk/>
            <pc:sldMk cId="1646206652" sldId="304"/>
            <ac:spMk id="2" creationId="{3A762730-4842-5E20-6522-B8DF41D8F2E2}"/>
          </ac:spMkLst>
        </pc:spChg>
        <pc:spChg chg="mod">
          <ac:chgData name="Gusti Pangestu" userId="7768735c-5c0d-4d9b-b550-ead0b3c82a30" providerId="ADAL" clId="{0B80913C-9141-48A1-9615-3AD8240D9FFA}" dt="2022-12-12T03:37:41.505" v="270" actId="26606"/>
          <ac:spMkLst>
            <pc:docMk/>
            <pc:sldMk cId="1646206652" sldId="304"/>
            <ac:spMk id="3" creationId="{D1E8F021-5912-D9B1-E65A-50A52CD5C68C}"/>
          </ac:spMkLst>
        </pc:spChg>
        <pc:picChg chg="add mod">
          <ac:chgData name="Gusti Pangestu" userId="7768735c-5c0d-4d9b-b550-ead0b3c82a30" providerId="ADAL" clId="{0B80913C-9141-48A1-9615-3AD8240D9FFA}" dt="2022-12-12T03:37:41.505" v="270" actId="26606"/>
          <ac:picMkLst>
            <pc:docMk/>
            <pc:sldMk cId="1646206652" sldId="304"/>
            <ac:picMk id="5" creationId="{D032B9C6-5476-72C8-106A-987E66F0EE44}"/>
          </ac:picMkLst>
        </pc:picChg>
      </pc:sldChg>
      <pc:sldChg chg="addSp delSp modSp new mod modClrScheme chgLayout">
        <pc:chgData name="Gusti Pangestu" userId="7768735c-5c0d-4d9b-b550-ead0b3c82a30" providerId="ADAL" clId="{0B80913C-9141-48A1-9615-3AD8240D9FFA}" dt="2022-12-12T03:38:19.476" v="275" actId="26606"/>
        <pc:sldMkLst>
          <pc:docMk/>
          <pc:sldMk cId="1188252766" sldId="305"/>
        </pc:sldMkLst>
        <pc:spChg chg="del mod ord">
          <ac:chgData name="Gusti Pangestu" userId="7768735c-5c0d-4d9b-b550-ead0b3c82a30" providerId="ADAL" clId="{0B80913C-9141-48A1-9615-3AD8240D9FFA}" dt="2022-12-12T03:37:56.689" v="272" actId="700"/>
          <ac:spMkLst>
            <pc:docMk/>
            <pc:sldMk cId="1188252766" sldId="305"/>
            <ac:spMk id="2" creationId="{7BE22A5C-0F9A-909C-C1F6-2F47C96DB98C}"/>
          </ac:spMkLst>
        </pc:spChg>
        <pc:spChg chg="del mod ord">
          <ac:chgData name="Gusti Pangestu" userId="7768735c-5c0d-4d9b-b550-ead0b3c82a30" providerId="ADAL" clId="{0B80913C-9141-48A1-9615-3AD8240D9FFA}" dt="2022-12-12T03:37:56.689" v="272" actId="700"/>
          <ac:spMkLst>
            <pc:docMk/>
            <pc:sldMk cId="1188252766" sldId="305"/>
            <ac:spMk id="3" creationId="{73FCFC19-0C13-9D65-B61E-9365D18AA4FC}"/>
          </ac:spMkLst>
        </pc:spChg>
        <pc:spChg chg="del">
          <ac:chgData name="Gusti Pangestu" userId="7768735c-5c0d-4d9b-b550-ead0b3c82a30" providerId="ADAL" clId="{0B80913C-9141-48A1-9615-3AD8240D9FFA}" dt="2022-12-12T03:37:56.689" v="272" actId="700"/>
          <ac:spMkLst>
            <pc:docMk/>
            <pc:sldMk cId="1188252766" sldId="305"/>
            <ac:spMk id="4" creationId="{54C163AA-758F-7C07-6910-8D1DBB705E4A}"/>
          </ac:spMkLst>
        </pc:spChg>
        <pc:spChg chg="add mod ord">
          <ac:chgData name="Gusti Pangestu" userId="7768735c-5c0d-4d9b-b550-ead0b3c82a30" providerId="ADAL" clId="{0B80913C-9141-48A1-9615-3AD8240D9FFA}" dt="2022-12-12T03:38:19.476" v="275" actId="26606"/>
          <ac:spMkLst>
            <pc:docMk/>
            <pc:sldMk cId="1188252766" sldId="305"/>
            <ac:spMk id="5" creationId="{21A64906-8898-BF4F-16D5-BD13345B52EC}"/>
          </ac:spMkLst>
        </pc:spChg>
        <pc:spChg chg="add del mod ord">
          <ac:chgData name="Gusti Pangestu" userId="7768735c-5c0d-4d9b-b550-ead0b3c82a30" providerId="ADAL" clId="{0B80913C-9141-48A1-9615-3AD8240D9FFA}" dt="2022-12-12T03:38:16.551" v="274" actId="22"/>
          <ac:spMkLst>
            <pc:docMk/>
            <pc:sldMk cId="1188252766" sldId="305"/>
            <ac:spMk id="6" creationId="{BEDCFB37-F5F4-A9FE-464D-90E7CB0688A1}"/>
          </ac:spMkLst>
        </pc:spChg>
        <pc:picChg chg="add mod ord">
          <ac:chgData name="Gusti Pangestu" userId="7768735c-5c0d-4d9b-b550-ead0b3c82a30" providerId="ADAL" clId="{0B80913C-9141-48A1-9615-3AD8240D9FFA}" dt="2022-12-12T03:38:19.476" v="275" actId="26606"/>
          <ac:picMkLst>
            <pc:docMk/>
            <pc:sldMk cId="1188252766" sldId="305"/>
            <ac:picMk id="8" creationId="{F9CD86C7-F80F-15F1-03C0-EC397BE128C3}"/>
          </ac:picMkLst>
        </pc:picChg>
      </pc:sldChg>
      <pc:sldChg chg="addSp modSp new mod modClrScheme chgLayout">
        <pc:chgData name="Gusti Pangestu" userId="7768735c-5c0d-4d9b-b550-ead0b3c82a30" providerId="ADAL" clId="{0B80913C-9141-48A1-9615-3AD8240D9FFA}" dt="2022-12-12T03:50:24.590" v="301" actId="26606"/>
        <pc:sldMkLst>
          <pc:docMk/>
          <pc:sldMk cId="3237010557" sldId="306"/>
        </pc:sldMkLst>
        <pc:spChg chg="mod">
          <ac:chgData name="Gusti Pangestu" userId="7768735c-5c0d-4d9b-b550-ead0b3c82a30" providerId="ADAL" clId="{0B80913C-9141-48A1-9615-3AD8240D9FFA}" dt="2022-12-12T03:50:24.590" v="301" actId="26606"/>
          <ac:spMkLst>
            <pc:docMk/>
            <pc:sldMk cId="3237010557" sldId="306"/>
            <ac:spMk id="2" creationId="{BCA7BF09-064E-2C3E-66D1-A7B0D05D4510}"/>
          </ac:spMkLst>
        </pc:spChg>
        <pc:spChg chg="mod">
          <ac:chgData name="Gusti Pangestu" userId="7768735c-5c0d-4d9b-b550-ead0b3c82a30" providerId="ADAL" clId="{0B80913C-9141-48A1-9615-3AD8240D9FFA}" dt="2022-12-12T03:50:24.590" v="301" actId="26606"/>
          <ac:spMkLst>
            <pc:docMk/>
            <pc:sldMk cId="3237010557" sldId="306"/>
            <ac:spMk id="3" creationId="{7809535C-83E9-61EF-DE17-CD8E9078303A}"/>
          </ac:spMkLst>
        </pc:spChg>
        <pc:picChg chg="add mod">
          <ac:chgData name="Gusti Pangestu" userId="7768735c-5c0d-4d9b-b550-ead0b3c82a30" providerId="ADAL" clId="{0B80913C-9141-48A1-9615-3AD8240D9FFA}" dt="2022-12-12T03:50:24.590" v="301" actId="26606"/>
          <ac:picMkLst>
            <pc:docMk/>
            <pc:sldMk cId="3237010557" sldId="306"/>
            <ac:picMk id="5" creationId="{01CE68A8-FD98-2252-21BC-9249F0ACCC8E}"/>
          </ac:picMkLst>
        </pc:picChg>
      </pc:sldChg>
      <pc:sldChg chg="addSp delSp modSp new mod modClrScheme chgLayout">
        <pc:chgData name="Gusti Pangestu" userId="7768735c-5c0d-4d9b-b550-ead0b3c82a30" providerId="ADAL" clId="{0B80913C-9141-48A1-9615-3AD8240D9FFA}" dt="2022-12-12T03:51:45.695" v="325" actId="26606"/>
        <pc:sldMkLst>
          <pc:docMk/>
          <pc:sldMk cId="934571703" sldId="307"/>
        </pc:sldMkLst>
        <pc:spChg chg="del mod ord">
          <ac:chgData name="Gusti Pangestu" userId="7768735c-5c0d-4d9b-b550-ead0b3c82a30" providerId="ADAL" clId="{0B80913C-9141-48A1-9615-3AD8240D9FFA}" dt="2022-12-12T03:50:52.380" v="303" actId="700"/>
          <ac:spMkLst>
            <pc:docMk/>
            <pc:sldMk cId="934571703" sldId="307"/>
            <ac:spMk id="2" creationId="{23816FA8-E83C-53D0-7C70-5D8417E0863C}"/>
          </ac:spMkLst>
        </pc:spChg>
        <pc:spChg chg="del mod ord">
          <ac:chgData name="Gusti Pangestu" userId="7768735c-5c0d-4d9b-b550-ead0b3c82a30" providerId="ADAL" clId="{0B80913C-9141-48A1-9615-3AD8240D9FFA}" dt="2022-12-12T03:50:52.380" v="303" actId="700"/>
          <ac:spMkLst>
            <pc:docMk/>
            <pc:sldMk cId="934571703" sldId="307"/>
            <ac:spMk id="3" creationId="{4B3EAF94-FA22-6966-CEA7-FA050A1A24C2}"/>
          </ac:spMkLst>
        </pc:spChg>
        <pc:spChg chg="del">
          <ac:chgData name="Gusti Pangestu" userId="7768735c-5c0d-4d9b-b550-ead0b3c82a30" providerId="ADAL" clId="{0B80913C-9141-48A1-9615-3AD8240D9FFA}" dt="2022-12-12T03:50:52.380" v="303" actId="700"/>
          <ac:spMkLst>
            <pc:docMk/>
            <pc:sldMk cId="934571703" sldId="307"/>
            <ac:spMk id="4" creationId="{CC696DD9-6A88-D29D-687B-81C66DFCC4D6}"/>
          </ac:spMkLst>
        </pc:spChg>
        <pc:spChg chg="add mod ord">
          <ac:chgData name="Gusti Pangestu" userId="7768735c-5c0d-4d9b-b550-ead0b3c82a30" providerId="ADAL" clId="{0B80913C-9141-48A1-9615-3AD8240D9FFA}" dt="2022-12-12T03:51:45.695" v="325" actId="26606"/>
          <ac:spMkLst>
            <pc:docMk/>
            <pc:sldMk cId="934571703" sldId="307"/>
            <ac:spMk id="5" creationId="{2D057201-F3AB-B290-09D3-EE0B97BD1A00}"/>
          </ac:spMkLst>
        </pc:spChg>
        <pc:spChg chg="add mod ord">
          <ac:chgData name="Gusti Pangestu" userId="7768735c-5c0d-4d9b-b550-ead0b3c82a30" providerId="ADAL" clId="{0B80913C-9141-48A1-9615-3AD8240D9FFA}" dt="2022-12-12T03:51:45.695" v="325" actId="26606"/>
          <ac:spMkLst>
            <pc:docMk/>
            <pc:sldMk cId="934571703" sldId="307"/>
            <ac:spMk id="6" creationId="{1B411A05-B132-EA06-30FE-2FF3E2037F53}"/>
          </ac:spMkLst>
        </pc:spChg>
        <pc:picChg chg="add mod">
          <ac:chgData name="Gusti Pangestu" userId="7768735c-5c0d-4d9b-b550-ead0b3c82a30" providerId="ADAL" clId="{0B80913C-9141-48A1-9615-3AD8240D9FFA}" dt="2022-12-12T03:51:45.695" v="325" actId="26606"/>
          <ac:picMkLst>
            <pc:docMk/>
            <pc:sldMk cId="934571703" sldId="307"/>
            <ac:picMk id="8" creationId="{FF225089-5E89-C5B8-F114-85CAF9C61AFE}"/>
          </ac:picMkLst>
        </pc:picChg>
      </pc:sldChg>
      <pc:sldChg chg="addSp delSp modSp new mod modClrScheme chgLayout">
        <pc:chgData name="Gusti Pangestu" userId="7768735c-5c0d-4d9b-b550-ead0b3c82a30" providerId="ADAL" clId="{0B80913C-9141-48A1-9615-3AD8240D9FFA}" dt="2022-12-12T03:53:32.222" v="349" actId="1076"/>
        <pc:sldMkLst>
          <pc:docMk/>
          <pc:sldMk cId="1490100694" sldId="308"/>
        </pc:sldMkLst>
        <pc:spChg chg="del mod ord">
          <ac:chgData name="Gusti Pangestu" userId="7768735c-5c0d-4d9b-b550-ead0b3c82a30" providerId="ADAL" clId="{0B80913C-9141-48A1-9615-3AD8240D9FFA}" dt="2022-12-12T03:52:06.112" v="327" actId="700"/>
          <ac:spMkLst>
            <pc:docMk/>
            <pc:sldMk cId="1490100694" sldId="308"/>
            <ac:spMk id="2" creationId="{1930A76F-01C9-455D-CBDC-7DB0840A45BE}"/>
          </ac:spMkLst>
        </pc:spChg>
        <pc:spChg chg="del mod ord">
          <ac:chgData name="Gusti Pangestu" userId="7768735c-5c0d-4d9b-b550-ead0b3c82a30" providerId="ADAL" clId="{0B80913C-9141-48A1-9615-3AD8240D9FFA}" dt="2022-12-12T03:52:06.112" v="327" actId="700"/>
          <ac:spMkLst>
            <pc:docMk/>
            <pc:sldMk cId="1490100694" sldId="308"/>
            <ac:spMk id="3" creationId="{190639FF-E599-7AF7-CF1F-B199CD4CF87A}"/>
          </ac:spMkLst>
        </pc:spChg>
        <pc:spChg chg="del">
          <ac:chgData name="Gusti Pangestu" userId="7768735c-5c0d-4d9b-b550-ead0b3c82a30" providerId="ADAL" clId="{0B80913C-9141-48A1-9615-3AD8240D9FFA}" dt="2022-12-12T03:52:06.112" v="327" actId="700"/>
          <ac:spMkLst>
            <pc:docMk/>
            <pc:sldMk cId="1490100694" sldId="308"/>
            <ac:spMk id="4" creationId="{E76EBC46-906B-67DE-8EA2-47DABB5C4259}"/>
          </ac:spMkLst>
        </pc:spChg>
        <pc:spChg chg="add del mod ord">
          <ac:chgData name="Gusti Pangestu" userId="7768735c-5c0d-4d9b-b550-ead0b3c82a30" providerId="ADAL" clId="{0B80913C-9141-48A1-9615-3AD8240D9FFA}" dt="2022-12-12T03:52:09.661" v="328" actId="478"/>
          <ac:spMkLst>
            <pc:docMk/>
            <pc:sldMk cId="1490100694" sldId="308"/>
            <ac:spMk id="5" creationId="{A66FE2B7-56B1-E4D4-1A55-15D678DB35E6}"/>
          </ac:spMkLst>
        </pc:spChg>
        <pc:spChg chg="add mod ord">
          <ac:chgData name="Gusti Pangestu" userId="7768735c-5c0d-4d9b-b550-ead0b3c82a30" providerId="ADAL" clId="{0B80913C-9141-48A1-9615-3AD8240D9FFA}" dt="2022-12-12T03:53:23.344" v="346" actId="27636"/>
          <ac:spMkLst>
            <pc:docMk/>
            <pc:sldMk cId="1490100694" sldId="308"/>
            <ac:spMk id="6" creationId="{C20A5325-4AF3-6B34-43BA-51FAC12DF400}"/>
          </ac:spMkLst>
        </pc:spChg>
        <pc:spChg chg="add del mod">
          <ac:chgData name="Gusti Pangestu" userId="7768735c-5c0d-4d9b-b550-ead0b3c82a30" providerId="ADAL" clId="{0B80913C-9141-48A1-9615-3AD8240D9FFA}" dt="2022-12-12T03:53:07.691" v="341" actId="478"/>
          <ac:spMkLst>
            <pc:docMk/>
            <pc:sldMk cId="1490100694" sldId="308"/>
            <ac:spMk id="13" creationId="{9D026907-9E78-86B6-82BC-344BA20E23BF}"/>
          </ac:spMkLst>
        </pc:spChg>
        <pc:picChg chg="add mod">
          <ac:chgData name="Gusti Pangestu" userId="7768735c-5c0d-4d9b-b550-ead0b3c82a30" providerId="ADAL" clId="{0B80913C-9141-48A1-9615-3AD8240D9FFA}" dt="2022-12-12T03:53:32.222" v="349" actId="1076"/>
          <ac:picMkLst>
            <pc:docMk/>
            <pc:sldMk cId="1490100694" sldId="308"/>
            <ac:picMk id="8" creationId="{B4065925-CA90-648B-A933-AFAA1A556A85}"/>
          </ac:picMkLst>
        </pc:picChg>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interfaces-in-gola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7</a:t>
            </a:r>
          </a:p>
          <a:p>
            <a:r>
              <a:rPr lang="en-US" dirty="0">
                <a:ea typeface="Open Sans"/>
                <a:cs typeface="Open Sans"/>
              </a:rPr>
              <a:t>Interface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lnSpcReduction="10000"/>
          </a:bodyPr>
          <a:lstStyle/>
          <a:p>
            <a:endParaRPr lang="en-US" dirty="0">
              <a:ea typeface="Open Sans"/>
              <a:cs typeface="Open Sans"/>
            </a:endParaRPr>
          </a:p>
          <a:p>
            <a:r>
              <a:rPr lang="en-US" dirty="0">
                <a:ea typeface="Open Sans"/>
                <a:cs typeface="Open Sans"/>
              </a:rPr>
              <a:t>Interface as contracts</a:t>
            </a:r>
          </a:p>
          <a:p>
            <a:r>
              <a:rPr lang="en-US" dirty="0">
                <a:ea typeface="Open Sans"/>
                <a:cs typeface="Open Sans"/>
              </a:rPr>
              <a:t>Interface types</a:t>
            </a:r>
          </a:p>
          <a:p>
            <a:r>
              <a:rPr lang="en-US" dirty="0">
                <a:ea typeface="Open Sans"/>
                <a:cs typeface="Open Sans"/>
              </a:rPr>
              <a:t>Interface satisfaction</a:t>
            </a:r>
          </a:p>
          <a:p>
            <a:r>
              <a:rPr lang="en-US" dirty="0">
                <a:ea typeface="Open Sans"/>
                <a:cs typeface="Open Sans"/>
              </a:rPr>
              <a:t>Parsing flags with flag</a:t>
            </a:r>
          </a:p>
          <a:p>
            <a:r>
              <a:rPr lang="en-US" dirty="0">
                <a:ea typeface="Open Sans"/>
                <a:cs typeface="Open Sans"/>
              </a:rPr>
              <a:t>Interface values</a:t>
            </a:r>
          </a:p>
          <a:p>
            <a:r>
              <a:rPr lang="en-US" dirty="0">
                <a:ea typeface="Open Sans"/>
                <a:cs typeface="Open Sans"/>
              </a:rPr>
              <a:t>Sorting with sort</a:t>
            </a:r>
          </a:p>
          <a:p>
            <a:r>
              <a:rPr lang="en-US" dirty="0">
                <a:ea typeface="Open Sans"/>
                <a:cs typeface="Open Sans"/>
              </a:rPr>
              <a:t>Http handler interface</a:t>
            </a:r>
          </a:p>
          <a:p>
            <a:r>
              <a:rPr lang="en-US" dirty="0">
                <a:ea typeface="Open Sans"/>
                <a:cs typeface="Open Sans"/>
              </a:rPr>
              <a:t>Error interface</a:t>
            </a:r>
          </a:p>
          <a:p>
            <a:r>
              <a:rPr lang="en-US" dirty="0">
                <a:ea typeface="Open Sans"/>
                <a:cs typeface="Open Sans"/>
              </a:rPr>
              <a:t>Type assertions</a:t>
            </a:r>
          </a:p>
          <a:p>
            <a:endParaRPr lang="en-US" dirty="0">
              <a:ea typeface="Open Sans"/>
              <a:cs typeface="Open Sans"/>
            </a:endParaRPr>
          </a:p>
          <a:p>
            <a:endParaRPr lang="en-US" b="1" dirty="0">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1134-4842-B07E-1E8B-367EF47B2C87}"/>
              </a:ext>
            </a:extLst>
          </p:cNvPr>
          <p:cNvSpPr>
            <a:spLocks noGrp="1"/>
          </p:cNvSpPr>
          <p:nvPr>
            <p:ph type="title"/>
          </p:nvPr>
        </p:nvSpPr>
        <p:spPr/>
        <p:txBody>
          <a:bodyPr/>
          <a:lstStyle/>
          <a:p>
            <a:r>
              <a:rPr lang="en-US" dirty="0"/>
              <a:t>Interface</a:t>
            </a:r>
          </a:p>
        </p:txBody>
      </p:sp>
      <p:sp>
        <p:nvSpPr>
          <p:cNvPr id="3" name="Content Placeholder 2">
            <a:extLst>
              <a:ext uri="{FF2B5EF4-FFF2-40B4-BE49-F238E27FC236}">
                <a16:creationId xmlns:a16="http://schemas.microsoft.com/office/drawing/2014/main" id="{E6FCC895-85A2-85E3-7713-583D48A43E80}"/>
              </a:ext>
            </a:extLst>
          </p:cNvPr>
          <p:cNvSpPr>
            <a:spLocks noGrp="1"/>
          </p:cNvSpPr>
          <p:nvPr>
            <p:ph idx="1"/>
          </p:nvPr>
        </p:nvSpPr>
        <p:spPr/>
        <p:txBody>
          <a:bodyPr>
            <a:normAutofit/>
          </a:bodyPr>
          <a:lstStyle/>
          <a:p>
            <a:r>
              <a:rPr lang="en-US" dirty="0"/>
              <a:t>Interface types express generalizations or abstractions about the behaviors of other types</a:t>
            </a:r>
          </a:p>
          <a:p>
            <a:r>
              <a:rPr lang="en-US" dirty="0"/>
              <a:t> By generalizing, interfaces let us write functions that are more flexible and adapt able because they are not tied to the details of one particular implementation</a:t>
            </a:r>
          </a:p>
          <a:p>
            <a:r>
              <a:rPr lang="en-US" dirty="0"/>
              <a:t>Many object-oriented languages have some notion of interfaces, but what makes Go’s interfaces so distinctive is that they are satisfied implicitly</a:t>
            </a:r>
          </a:p>
          <a:p>
            <a:r>
              <a:rPr lang="en-US" dirty="0"/>
              <a:t> In other words, there’s no need to declare all the interfaces that a given concrete type satisfies</a:t>
            </a:r>
          </a:p>
        </p:txBody>
      </p:sp>
    </p:spTree>
    <p:extLst>
      <p:ext uri="{BB962C8B-B14F-4D97-AF65-F5344CB8AC3E}">
        <p14:creationId xmlns:p14="http://schemas.microsoft.com/office/powerpoint/2010/main" val="1840497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16E1-8A59-7700-1F94-7F1CEDA7079A}"/>
              </a:ext>
            </a:extLst>
          </p:cNvPr>
          <p:cNvSpPr>
            <a:spLocks noGrp="1"/>
          </p:cNvSpPr>
          <p:nvPr>
            <p:ph type="title"/>
          </p:nvPr>
        </p:nvSpPr>
        <p:spPr/>
        <p:txBody>
          <a:bodyPr/>
          <a:lstStyle/>
          <a:p>
            <a:r>
              <a:rPr lang="en-US" dirty="0"/>
              <a:t> Interfaces as Contracts</a:t>
            </a:r>
          </a:p>
        </p:txBody>
      </p:sp>
      <p:sp>
        <p:nvSpPr>
          <p:cNvPr id="3" name="Content Placeholder 2">
            <a:extLst>
              <a:ext uri="{FF2B5EF4-FFF2-40B4-BE49-F238E27FC236}">
                <a16:creationId xmlns:a16="http://schemas.microsoft.com/office/drawing/2014/main" id="{56DCD6EC-A630-A2A3-6E94-BDF81D472A56}"/>
              </a:ext>
            </a:extLst>
          </p:cNvPr>
          <p:cNvSpPr>
            <a:spLocks noGrp="1"/>
          </p:cNvSpPr>
          <p:nvPr>
            <p:ph idx="1"/>
          </p:nvPr>
        </p:nvSpPr>
        <p:spPr/>
        <p:txBody>
          <a:bodyPr/>
          <a:lstStyle/>
          <a:p>
            <a:r>
              <a:rPr lang="en-US" dirty="0"/>
              <a:t>All the types we’ve looked at so far have been concrete types</a:t>
            </a:r>
          </a:p>
          <a:p>
            <a:r>
              <a:rPr lang="en-US" dirty="0"/>
              <a:t> A concrete type specifies the exact representation of its values and exposes the intrinsic operations of that representation, such as arithmetic for numbers, or indexing, append, and range for slices</a:t>
            </a:r>
          </a:p>
          <a:p>
            <a:r>
              <a:rPr lang="en-US" dirty="0"/>
              <a:t> An interface is an abstract type. It doesn’t expose the representation or internal structure of its values</a:t>
            </a:r>
          </a:p>
          <a:p>
            <a:endParaRPr lang="en-US" dirty="0"/>
          </a:p>
        </p:txBody>
      </p:sp>
    </p:spTree>
    <p:extLst>
      <p:ext uri="{BB962C8B-B14F-4D97-AF65-F5344CB8AC3E}">
        <p14:creationId xmlns:p14="http://schemas.microsoft.com/office/powerpoint/2010/main" val="862834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886ED8-0FDF-A7FF-216E-9A7CB5196E70}"/>
              </a:ext>
            </a:extLst>
          </p:cNvPr>
          <p:cNvPicPr>
            <a:picLocks noGrp="1" noChangeAspect="1"/>
          </p:cNvPicPr>
          <p:nvPr>
            <p:ph idx="1"/>
          </p:nvPr>
        </p:nvPicPr>
        <p:blipFill>
          <a:blip r:embed="rId2"/>
          <a:stretch>
            <a:fillRect/>
          </a:stretch>
        </p:blipFill>
        <p:spPr>
          <a:xfrm>
            <a:off x="1074911" y="1543987"/>
            <a:ext cx="7801940" cy="3463300"/>
          </a:xfrm>
        </p:spPr>
      </p:pic>
    </p:spTree>
    <p:extLst>
      <p:ext uri="{BB962C8B-B14F-4D97-AF65-F5344CB8AC3E}">
        <p14:creationId xmlns:p14="http://schemas.microsoft.com/office/powerpoint/2010/main" val="9537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FA146-81F6-4AFF-8151-9DB6ED9E8D4B}"/>
              </a:ext>
            </a:extLst>
          </p:cNvPr>
          <p:cNvSpPr>
            <a:spLocks noGrp="1"/>
          </p:cNvSpPr>
          <p:nvPr>
            <p:ph type="title"/>
          </p:nvPr>
        </p:nvSpPr>
        <p:spPr>
          <a:xfrm>
            <a:off x="1619672" y="1484784"/>
            <a:ext cx="7067128" cy="1143000"/>
          </a:xfrm>
        </p:spPr>
        <p:txBody>
          <a:bodyPr anchor="ctr">
            <a:normAutofit/>
          </a:bodyPr>
          <a:lstStyle/>
          <a:p>
            <a:r>
              <a:rPr lang="en-US" dirty="0"/>
              <a:t>Interface Types</a:t>
            </a:r>
          </a:p>
        </p:txBody>
      </p:sp>
      <p:sp>
        <p:nvSpPr>
          <p:cNvPr id="3" name="Content Placeholder 2">
            <a:extLst>
              <a:ext uri="{FF2B5EF4-FFF2-40B4-BE49-F238E27FC236}">
                <a16:creationId xmlns:a16="http://schemas.microsoft.com/office/drawing/2014/main" id="{C5FA1901-6C12-624A-5710-6FE1132EBD02}"/>
              </a:ext>
            </a:extLst>
          </p:cNvPr>
          <p:cNvSpPr>
            <a:spLocks noGrp="1"/>
          </p:cNvSpPr>
          <p:nvPr>
            <p:ph sz="half" idx="1"/>
          </p:nvPr>
        </p:nvSpPr>
        <p:spPr>
          <a:xfrm>
            <a:off x="1619672" y="2636912"/>
            <a:ext cx="3456384" cy="3489251"/>
          </a:xfrm>
        </p:spPr>
        <p:txBody>
          <a:bodyPr>
            <a:normAutofit/>
          </a:bodyPr>
          <a:lstStyle/>
          <a:p>
            <a:pPr>
              <a:lnSpc>
                <a:spcPct val="90000"/>
              </a:lnSpc>
            </a:pPr>
            <a:r>
              <a:rPr lang="en-US" sz="1600"/>
              <a:t>An interface type specifies a set of methods that a concrete type must possess to be considered an instance of that interface.</a:t>
            </a:r>
          </a:p>
          <a:p>
            <a:pPr>
              <a:lnSpc>
                <a:spcPct val="90000"/>
              </a:lnSpc>
            </a:pPr>
            <a:r>
              <a:rPr lang="en-US" sz="1600"/>
              <a:t>The </a:t>
            </a:r>
            <a:r>
              <a:rPr lang="en-US" sz="1600" err="1"/>
              <a:t>io.Writer</a:t>
            </a:r>
            <a:r>
              <a:rPr lang="en-US" sz="1600"/>
              <a:t> type is one of the most widely used interfaces because it provides an abstraction of all the types to which bytes can be written, which includes files, memory buffers, network connections, HTTP clients, archivers, hashers, and so on</a:t>
            </a:r>
          </a:p>
          <a:p>
            <a:pPr>
              <a:lnSpc>
                <a:spcPct val="90000"/>
              </a:lnSpc>
            </a:pPr>
            <a:endParaRPr lang="en-US" sz="1600"/>
          </a:p>
        </p:txBody>
      </p:sp>
      <p:pic>
        <p:nvPicPr>
          <p:cNvPr id="5" name="Picture 4">
            <a:extLst>
              <a:ext uri="{FF2B5EF4-FFF2-40B4-BE49-F238E27FC236}">
                <a16:creationId xmlns:a16="http://schemas.microsoft.com/office/drawing/2014/main" id="{739E8D4F-2254-0515-76C1-03E8E08E8BB6}"/>
              </a:ext>
            </a:extLst>
          </p:cNvPr>
          <p:cNvPicPr>
            <a:picLocks noChangeAspect="1"/>
          </p:cNvPicPr>
          <p:nvPr/>
        </p:nvPicPr>
        <p:blipFill>
          <a:blip r:embed="rId2"/>
          <a:stretch>
            <a:fillRect/>
          </a:stretch>
        </p:blipFill>
        <p:spPr>
          <a:xfrm>
            <a:off x="5148064" y="3502453"/>
            <a:ext cx="3538736" cy="1758169"/>
          </a:xfrm>
          <a:prstGeom prst="rect">
            <a:avLst/>
          </a:prstGeom>
          <a:noFill/>
        </p:spPr>
      </p:pic>
    </p:spTree>
    <p:extLst>
      <p:ext uri="{BB962C8B-B14F-4D97-AF65-F5344CB8AC3E}">
        <p14:creationId xmlns:p14="http://schemas.microsoft.com/office/powerpoint/2010/main" val="289317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B131C-8929-07B1-8144-4ACBC06F7E9F}"/>
              </a:ext>
            </a:extLst>
          </p:cNvPr>
          <p:cNvSpPr>
            <a:spLocks noGrp="1"/>
          </p:cNvSpPr>
          <p:nvPr>
            <p:ph type="title"/>
          </p:nvPr>
        </p:nvSpPr>
        <p:spPr>
          <a:xfrm>
            <a:off x="1907704" y="1628800"/>
            <a:ext cx="6768752" cy="802010"/>
          </a:xfrm>
        </p:spPr>
        <p:txBody>
          <a:bodyPr anchor="b">
            <a:normAutofit/>
          </a:bodyPr>
          <a:lstStyle/>
          <a:p>
            <a:r>
              <a:rPr lang="en-US" dirty="0"/>
              <a:t> Interface Satisfaction</a:t>
            </a:r>
          </a:p>
        </p:txBody>
      </p:sp>
      <p:pic>
        <p:nvPicPr>
          <p:cNvPr id="7" name="Picture 6">
            <a:extLst>
              <a:ext uri="{FF2B5EF4-FFF2-40B4-BE49-F238E27FC236}">
                <a16:creationId xmlns:a16="http://schemas.microsoft.com/office/drawing/2014/main" id="{8ED4C68A-3D39-5696-BE24-3CB67180B1EC}"/>
              </a:ext>
            </a:extLst>
          </p:cNvPr>
          <p:cNvPicPr>
            <a:picLocks noChangeAspect="1"/>
          </p:cNvPicPr>
          <p:nvPr/>
        </p:nvPicPr>
        <p:blipFill>
          <a:blip r:embed="rId2"/>
          <a:stretch>
            <a:fillRect/>
          </a:stretch>
        </p:blipFill>
        <p:spPr>
          <a:xfrm>
            <a:off x="233695" y="2662377"/>
            <a:ext cx="4986377" cy="1682901"/>
          </a:xfrm>
          <a:prstGeom prst="rect">
            <a:avLst/>
          </a:prstGeom>
          <a:noFill/>
        </p:spPr>
      </p:pic>
      <p:sp>
        <p:nvSpPr>
          <p:cNvPr id="5" name="Content Placeholder 4">
            <a:extLst>
              <a:ext uri="{FF2B5EF4-FFF2-40B4-BE49-F238E27FC236}">
                <a16:creationId xmlns:a16="http://schemas.microsoft.com/office/drawing/2014/main" id="{96956050-134C-4B4D-95EF-94CC337F7E10}"/>
              </a:ext>
            </a:extLst>
          </p:cNvPr>
          <p:cNvSpPr>
            <a:spLocks noGrp="1"/>
          </p:cNvSpPr>
          <p:nvPr>
            <p:ph type="body" sz="half" idx="2"/>
          </p:nvPr>
        </p:nvSpPr>
        <p:spPr>
          <a:xfrm>
            <a:off x="5220072" y="2564904"/>
            <a:ext cx="3430017" cy="3672160"/>
          </a:xfrm>
        </p:spPr>
        <p:txBody>
          <a:bodyPr>
            <a:normAutofit/>
          </a:bodyPr>
          <a:lstStyle/>
          <a:p>
            <a:r>
              <a:rPr lang="en-US" dirty="0"/>
              <a:t>A type satisfies an interface if it possesses all the methods the interface requires</a:t>
            </a:r>
          </a:p>
          <a:p>
            <a:r>
              <a:rPr lang="en-US" dirty="0"/>
              <a:t>For example, an *</a:t>
            </a:r>
            <a:r>
              <a:rPr lang="en-US" dirty="0" err="1"/>
              <a:t>os.File</a:t>
            </a:r>
            <a:r>
              <a:rPr lang="en-US" dirty="0"/>
              <a:t> satisfies </a:t>
            </a:r>
            <a:r>
              <a:rPr lang="en-US" dirty="0" err="1"/>
              <a:t>io.Reader</a:t>
            </a:r>
            <a:r>
              <a:rPr lang="en-US" dirty="0"/>
              <a:t>, Writer , Closer, and </a:t>
            </a:r>
            <a:r>
              <a:rPr lang="en-US" dirty="0" err="1"/>
              <a:t>ReadWriter</a:t>
            </a:r>
            <a:endParaRPr lang="en-US" dirty="0"/>
          </a:p>
        </p:txBody>
      </p:sp>
    </p:spTree>
    <p:extLst>
      <p:ext uri="{BB962C8B-B14F-4D97-AF65-F5344CB8AC3E}">
        <p14:creationId xmlns:p14="http://schemas.microsoft.com/office/powerpoint/2010/main" val="3348046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54C7BE-A9EF-CB6A-02FE-6EF5A0DF5346}"/>
              </a:ext>
            </a:extLst>
          </p:cNvPr>
          <p:cNvSpPr>
            <a:spLocks noGrp="1"/>
          </p:cNvSpPr>
          <p:nvPr>
            <p:ph type="title"/>
          </p:nvPr>
        </p:nvSpPr>
        <p:spPr/>
        <p:txBody>
          <a:bodyPr/>
          <a:lstStyle/>
          <a:p>
            <a:r>
              <a:rPr lang="en-US" dirty="0"/>
              <a:t> Parsing Flags with </a:t>
            </a:r>
            <a:r>
              <a:rPr lang="en-US" dirty="0" err="1"/>
              <a:t>flag.Value</a:t>
            </a:r>
            <a:endParaRPr lang="en-US" dirty="0"/>
          </a:p>
        </p:txBody>
      </p:sp>
      <p:pic>
        <p:nvPicPr>
          <p:cNvPr id="8" name="Content Placeholder 7">
            <a:extLst>
              <a:ext uri="{FF2B5EF4-FFF2-40B4-BE49-F238E27FC236}">
                <a16:creationId xmlns:a16="http://schemas.microsoft.com/office/drawing/2014/main" id="{3538FB60-C180-B265-2EC3-DAC30425BAA7}"/>
              </a:ext>
            </a:extLst>
          </p:cNvPr>
          <p:cNvPicPr>
            <a:picLocks noGrp="1" noChangeAspect="1"/>
          </p:cNvPicPr>
          <p:nvPr>
            <p:ph idx="1"/>
          </p:nvPr>
        </p:nvPicPr>
        <p:blipFill>
          <a:blip r:embed="rId2"/>
          <a:stretch>
            <a:fillRect/>
          </a:stretch>
        </p:blipFill>
        <p:spPr>
          <a:xfrm>
            <a:off x="2199110" y="2570814"/>
            <a:ext cx="5325218" cy="1476581"/>
          </a:xfrm>
        </p:spPr>
      </p:pic>
      <p:pic>
        <p:nvPicPr>
          <p:cNvPr id="10" name="Picture 9">
            <a:extLst>
              <a:ext uri="{FF2B5EF4-FFF2-40B4-BE49-F238E27FC236}">
                <a16:creationId xmlns:a16="http://schemas.microsoft.com/office/drawing/2014/main" id="{C5392B72-EEE8-FDC7-A133-825C93736497}"/>
              </a:ext>
            </a:extLst>
          </p:cNvPr>
          <p:cNvPicPr>
            <a:picLocks noChangeAspect="1"/>
          </p:cNvPicPr>
          <p:nvPr/>
        </p:nvPicPr>
        <p:blipFill>
          <a:blip r:embed="rId3"/>
          <a:stretch>
            <a:fillRect/>
          </a:stretch>
        </p:blipFill>
        <p:spPr>
          <a:xfrm>
            <a:off x="1984767" y="4047395"/>
            <a:ext cx="5753903" cy="1209844"/>
          </a:xfrm>
          <a:prstGeom prst="rect">
            <a:avLst/>
          </a:prstGeom>
        </p:spPr>
      </p:pic>
    </p:spTree>
    <p:extLst>
      <p:ext uri="{BB962C8B-B14F-4D97-AF65-F5344CB8AC3E}">
        <p14:creationId xmlns:p14="http://schemas.microsoft.com/office/powerpoint/2010/main" val="3063669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5FDC-DA03-E658-F7E9-68D143A9F96A}"/>
              </a:ext>
            </a:extLst>
          </p:cNvPr>
          <p:cNvSpPr>
            <a:spLocks noGrp="1"/>
          </p:cNvSpPr>
          <p:nvPr>
            <p:ph type="title"/>
          </p:nvPr>
        </p:nvSpPr>
        <p:spPr/>
        <p:txBody>
          <a:bodyPr/>
          <a:lstStyle/>
          <a:p>
            <a:r>
              <a:rPr lang="en-US" dirty="0"/>
              <a:t>Interface Values</a:t>
            </a:r>
          </a:p>
        </p:txBody>
      </p:sp>
      <p:sp>
        <p:nvSpPr>
          <p:cNvPr id="3" name="Content Placeholder 2">
            <a:extLst>
              <a:ext uri="{FF2B5EF4-FFF2-40B4-BE49-F238E27FC236}">
                <a16:creationId xmlns:a16="http://schemas.microsoft.com/office/drawing/2014/main" id="{F70348FD-010B-6A2E-87EB-B9DA5F3AA1C9}"/>
              </a:ext>
            </a:extLst>
          </p:cNvPr>
          <p:cNvSpPr>
            <a:spLocks noGrp="1"/>
          </p:cNvSpPr>
          <p:nvPr>
            <p:ph idx="1"/>
          </p:nvPr>
        </p:nvSpPr>
        <p:spPr/>
        <p:txBody>
          <a:bodyPr/>
          <a:lstStyle/>
          <a:p>
            <a:r>
              <a:rPr lang="en-US" dirty="0"/>
              <a:t>Conceptually, a value of an interface type, or interface value, has two components, a concrete type and a value of that type</a:t>
            </a:r>
          </a:p>
          <a:p>
            <a:r>
              <a:rPr lang="en-US" dirty="0"/>
              <a:t>In Go, variables are always initialized to a well-defined value, and int </a:t>
            </a:r>
            <a:r>
              <a:rPr lang="en-US" dirty="0" err="1"/>
              <a:t>erfaces</a:t>
            </a:r>
            <a:r>
              <a:rPr lang="en-US" dirty="0"/>
              <a:t> are no exception.</a:t>
            </a:r>
          </a:p>
        </p:txBody>
      </p:sp>
      <p:pic>
        <p:nvPicPr>
          <p:cNvPr id="5" name="Picture 4">
            <a:extLst>
              <a:ext uri="{FF2B5EF4-FFF2-40B4-BE49-F238E27FC236}">
                <a16:creationId xmlns:a16="http://schemas.microsoft.com/office/drawing/2014/main" id="{F5FE04FC-EA88-C3EB-3A93-760D109BDA33}"/>
              </a:ext>
            </a:extLst>
          </p:cNvPr>
          <p:cNvPicPr>
            <a:picLocks noChangeAspect="1"/>
          </p:cNvPicPr>
          <p:nvPr/>
        </p:nvPicPr>
        <p:blipFill>
          <a:blip r:embed="rId2"/>
          <a:stretch>
            <a:fillRect/>
          </a:stretch>
        </p:blipFill>
        <p:spPr>
          <a:xfrm>
            <a:off x="2833923" y="4392778"/>
            <a:ext cx="3476153" cy="1468375"/>
          </a:xfrm>
          <a:prstGeom prst="rect">
            <a:avLst/>
          </a:prstGeom>
        </p:spPr>
      </p:pic>
    </p:spTree>
    <p:extLst>
      <p:ext uri="{BB962C8B-B14F-4D97-AF65-F5344CB8AC3E}">
        <p14:creationId xmlns:p14="http://schemas.microsoft.com/office/powerpoint/2010/main" val="621401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6D2C45-B8FC-05CC-2B05-8E40F7AE9447}"/>
              </a:ext>
            </a:extLst>
          </p:cNvPr>
          <p:cNvPicPr>
            <a:picLocks noGrp="1" noChangeAspect="1"/>
          </p:cNvPicPr>
          <p:nvPr>
            <p:ph idx="1"/>
          </p:nvPr>
        </p:nvPicPr>
        <p:blipFill>
          <a:blip r:embed="rId2"/>
          <a:stretch>
            <a:fillRect/>
          </a:stretch>
        </p:blipFill>
        <p:spPr>
          <a:xfrm>
            <a:off x="2195181" y="2733578"/>
            <a:ext cx="4753638" cy="1390844"/>
          </a:xfrm>
        </p:spPr>
      </p:pic>
    </p:spTree>
    <p:extLst>
      <p:ext uri="{BB962C8B-B14F-4D97-AF65-F5344CB8AC3E}">
        <p14:creationId xmlns:p14="http://schemas.microsoft.com/office/powerpoint/2010/main" val="1357288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DF6D6-59BC-C212-6A9F-3A0960DCF985}"/>
              </a:ext>
            </a:extLst>
          </p:cNvPr>
          <p:cNvSpPr>
            <a:spLocks noGrp="1"/>
          </p:cNvSpPr>
          <p:nvPr>
            <p:ph type="title"/>
          </p:nvPr>
        </p:nvSpPr>
        <p:spPr/>
        <p:txBody>
          <a:bodyPr/>
          <a:lstStyle/>
          <a:p>
            <a:r>
              <a:rPr lang="en-US" dirty="0"/>
              <a:t>The </a:t>
            </a:r>
            <a:r>
              <a:rPr lang="en-US" dirty="0" err="1"/>
              <a:t>http.Handler</a:t>
            </a:r>
            <a:r>
              <a:rPr lang="en-US" dirty="0"/>
              <a:t> Interface</a:t>
            </a:r>
          </a:p>
        </p:txBody>
      </p:sp>
      <p:pic>
        <p:nvPicPr>
          <p:cNvPr id="5" name="Content Placeholder 4">
            <a:extLst>
              <a:ext uri="{FF2B5EF4-FFF2-40B4-BE49-F238E27FC236}">
                <a16:creationId xmlns:a16="http://schemas.microsoft.com/office/drawing/2014/main" id="{5F05C273-1EDE-7F07-7C1F-C3C0CE73FE91}"/>
              </a:ext>
            </a:extLst>
          </p:cNvPr>
          <p:cNvPicPr>
            <a:picLocks noGrp="1" noChangeAspect="1"/>
          </p:cNvPicPr>
          <p:nvPr>
            <p:ph idx="1"/>
          </p:nvPr>
        </p:nvPicPr>
        <p:blipFill>
          <a:blip r:embed="rId2"/>
          <a:stretch>
            <a:fillRect/>
          </a:stretch>
        </p:blipFill>
        <p:spPr>
          <a:xfrm>
            <a:off x="2665386" y="2627784"/>
            <a:ext cx="4105848" cy="1238423"/>
          </a:xfrm>
        </p:spPr>
      </p:pic>
      <p:sp>
        <p:nvSpPr>
          <p:cNvPr id="7" name="TextBox 6">
            <a:extLst>
              <a:ext uri="{FF2B5EF4-FFF2-40B4-BE49-F238E27FC236}">
                <a16:creationId xmlns:a16="http://schemas.microsoft.com/office/drawing/2014/main" id="{041220A7-A060-4714-BE56-B40B93436E6E}"/>
              </a:ext>
            </a:extLst>
          </p:cNvPr>
          <p:cNvSpPr txBox="1"/>
          <p:nvPr/>
        </p:nvSpPr>
        <p:spPr>
          <a:xfrm>
            <a:off x="1619672" y="4009311"/>
            <a:ext cx="7067128" cy="1477328"/>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dirty="0" err="1"/>
              <a:t>ListenAndServe</a:t>
            </a:r>
            <a:r>
              <a:rPr lang="en-US" dirty="0"/>
              <a:t> </a:t>
            </a:r>
            <a:r>
              <a:rPr lang="en-US" dirty="0" err="1"/>
              <a:t>func</a:t>
            </a:r>
            <a:r>
              <a:rPr lang="en-US" dirty="0"/>
              <a:t> </a:t>
            </a:r>
            <a:r>
              <a:rPr lang="en-US" dirty="0" err="1"/>
              <a:t>tion</a:t>
            </a:r>
            <a:r>
              <a:rPr lang="en-US" dirty="0"/>
              <a:t> requires a server address, such as "localhost:8000", and an instance of the Handler interface to which all requests should be dispatched</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892804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E5FF8-A686-55F2-0CE0-0E3ADED8EE2E}"/>
              </a:ext>
            </a:extLst>
          </p:cNvPr>
          <p:cNvPicPr>
            <a:picLocks noChangeAspect="1"/>
          </p:cNvPicPr>
          <p:nvPr/>
        </p:nvPicPr>
        <p:blipFill>
          <a:blip r:embed="rId2"/>
          <a:stretch>
            <a:fillRect/>
          </a:stretch>
        </p:blipFill>
        <p:spPr>
          <a:xfrm>
            <a:off x="2319023" y="1617157"/>
            <a:ext cx="4505954" cy="895475"/>
          </a:xfrm>
          <a:prstGeom prst="rect">
            <a:avLst/>
          </a:prstGeom>
        </p:spPr>
      </p:pic>
      <p:pic>
        <p:nvPicPr>
          <p:cNvPr id="7" name="Picture 6">
            <a:extLst>
              <a:ext uri="{FF2B5EF4-FFF2-40B4-BE49-F238E27FC236}">
                <a16:creationId xmlns:a16="http://schemas.microsoft.com/office/drawing/2014/main" id="{D5234021-11BA-51B7-6E1F-9DBA714E04B7}"/>
              </a:ext>
            </a:extLst>
          </p:cNvPr>
          <p:cNvPicPr>
            <a:picLocks noChangeAspect="1"/>
          </p:cNvPicPr>
          <p:nvPr/>
        </p:nvPicPr>
        <p:blipFill>
          <a:blip r:embed="rId3"/>
          <a:stretch>
            <a:fillRect/>
          </a:stretch>
        </p:blipFill>
        <p:spPr>
          <a:xfrm>
            <a:off x="2319023" y="2512632"/>
            <a:ext cx="5277587" cy="1733792"/>
          </a:xfrm>
          <a:prstGeom prst="rect">
            <a:avLst/>
          </a:prstGeom>
        </p:spPr>
      </p:pic>
      <p:sp>
        <p:nvSpPr>
          <p:cNvPr id="9" name="TextBox 8">
            <a:extLst>
              <a:ext uri="{FF2B5EF4-FFF2-40B4-BE49-F238E27FC236}">
                <a16:creationId xmlns:a16="http://schemas.microsoft.com/office/drawing/2014/main" id="{03545CA6-31C3-AEBE-B612-ECAAEFBE32AB}"/>
              </a:ext>
            </a:extLst>
          </p:cNvPr>
          <p:cNvSpPr txBox="1"/>
          <p:nvPr/>
        </p:nvSpPr>
        <p:spPr>
          <a:xfrm>
            <a:off x="1547389" y="4246424"/>
            <a:ext cx="7116925" cy="1477328"/>
          </a:xfrm>
          <a:prstGeom prst="rect">
            <a:avLst/>
          </a:prstGeom>
          <a:noFill/>
        </p:spPr>
        <p:txBody>
          <a:bodyPr wrap="square">
            <a:spAutoFit/>
          </a:bodyPr>
          <a:lstStyle/>
          <a:p>
            <a:r>
              <a:rPr lang="en-US" dirty="0"/>
              <a:t>So far, the </a:t>
            </a:r>
            <a:r>
              <a:rPr lang="en-US" dirty="0" err="1"/>
              <a:t>seRver</a:t>
            </a:r>
            <a:r>
              <a:rPr lang="en-US" dirty="0"/>
              <a:t> can only list its entire inventory and will do this for every request, regardless of URL. A more realistic server defines multiple different URLs, each triggering a different behavior. Let’s call the existing one /list and add another one called /price that reports the price of a single item, specified as a request parameter like /</a:t>
            </a:r>
            <a:r>
              <a:rPr lang="en-US" dirty="0" err="1"/>
              <a:t>price?item</a:t>
            </a:r>
            <a:r>
              <a:rPr lang="en-US" dirty="0"/>
              <a:t>=socks.</a:t>
            </a:r>
          </a:p>
        </p:txBody>
      </p:sp>
    </p:spTree>
    <p:extLst>
      <p:ext uri="{BB962C8B-B14F-4D97-AF65-F5344CB8AC3E}">
        <p14:creationId xmlns:p14="http://schemas.microsoft.com/office/powerpoint/2010/main" val="3986061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A2DFD2-C0AF-A92A-7A87-5F5EBE1ACF21}"/>
              </a:ext>
            </a:extLst>
          </p:cNvPr>
          <p:cNvPicPr>
            <a:picLocks noGrp="1" noChangeAspect="1"/>
          </p:cNvPicPr>
          <p:nvPr>
            <p:ph idx="1"/>
          </p:nvPr>
        </p:nvPicPr>
        <p:blipFill>
          <a:blip r:embed="rId2"/>
          <a:stretch>
            <a:fillRect/>
          </a:stretch>
        </p:blipFill>
        <p:spPr>
          <a:xfrm>
            <a:off x="1931557" y="1429504"/>
            <a:ext cx="6548231" cy="4326719"/>
          </a:xfrm>
        </p:spPr>
      </p:pic>
      <p:sp>
        <p:nvSpPr>
          <p:cNvPr id="7" name="TextBox 6">
            <a:extLst>
              <a:ext uri="{FF2B5EF4-FFF2-40B4-BE49-F238E27FC236}">
                <a16:creationId xmlns:a16="http://schemas.microsoft.com/office/drawing/2014/main" id="{7F30A97F-3686-A475-5844-203D126530C4}"/>
              </a:ext>
            </a:extLst>
          </p:cNvPr>
          <p:cNvSpPr txBox="1"/>
          <p:nvPr/>
        </p:nvSpPr>
        <p:spPr>
          <a:xfrm>
            <a:off x="1619275" y="5756223"/>
            <a:ext cx="7172793" cy="769441"/>
          </a:xfrm>
          <a:prstGeom prst="rect">
            <a:avLst/>
          </a:prstGeom>
          <a:noFill/>
        </p:spPr>
        <p:txBody>
          <a:bodyPr wrap="square">
            <a:spAutoFit/>
          </a:bodyPr>
          <a:lstStyle/>
          <a:p>
            <a:r>
              <a:rPr lang="en-US" sz="1100" dirty="0"/>
              <a:t>Now the handler decides what logic to </a:t>
            </a:r>
            <a:r>
              <a:rPr lang="en-US" sz="1100" dirty="0" err="1"/>
              <a:t>execut</a:t>
            </a:r>
            <a:r>
              <a:rPr lang="en-US" sz="1100" dirty="0"/>
              <a:t> e based on the path component of the URL, </a:t>
            </a:r>
            <a:r>
              <a:rPr lang="en-US" sz="1100" dirty="0" err="1"/>
              <a:t>req.URL.Path</a:t>
            </a:r>
            <a:r>
              <a:rPr lang="en-US" sz="1100" dirty="0"/>
              <a:t>. If the handler doesn’t recognize the pat h, it reports an HTTP error to the client by calling </a:t>
            </a:r>
            <a:r>
              <a:rPr lang="en-US" sz="1100" dirty="0" err="1"/>
              <a:t>w.WriteHeader</a:t>
            </a:r>
            <a:r>
              <a:rPr lang="en-US" sz="1100" dirty="0"/>
              <a:t>(</a:t>
            </a:r>
            <a:r>
              <a:rPr lang="en-US" sz="1100" dirty="0" err="1"/>
              <a:t>http.StatusNotFound</a:t>
            </a:r>
            <a:r>
              <a:rPr lang="en-US" sz="1100" dirty="0"/>
              <a:t>); this must be done before writing any text to w. (Incidentally, </a:t>
            </a:r>
            <a:r>
              <a:rPr lang="en-US" sz="1100" dirty="0" err="1"/>
              <a:t>http.ResponseWriter</a:t>
            </a:r>
            <a:r>
              <a:rPr lang="en-US" sz="1100" dirty="0"/>
              <a:t> is another interface. It augments </a:t>
            </a:r>
            <a:r>
              <a:rPr lang="en-US" sz="1100" dirty="0" err="1"/>
              <a:t>io.Writer</a:t>
            </a:r>
            <a:r>
              <a:rPr lang="en-US" sz="1100" dirty="0"/>
              <a:t> with methods for sending HTTP response headers.)</a:t>
            </a:r>
          </a:p>
        </p:txBody>
      </p:sp>
    </p:spTree>
    <p:extLst>
      <p:ext uri="{BB962C8B-B14F-4D97-AF65-F5344CB8AC3E}">
        <p14:creationId xmlns:p14="http://schemas.microsoft.com/office/powerpoint/2010/main" val="2956555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79F1-8A23-188B-7AC2-C780A87B5878}"/>
              </a:ext>
            </a:extLst>
          </p:cNvPr>
          <p:cNvSpPr>
            <a:spLocks noGrp="1"/>
          </p:cNvSpPr>
          <p:nvPr>
            <p:ph type="title"/>
          </p:nvPr>
        </p:nvSpPr>
        <p:spPr>
          <a:xfrm>
            <a:off x="1619672" y="1484784"/>
            <a:ext cx="7067128" cy="1143000"/>
          </a:xfrm>
        </p:spPr>
        <p:txBody>
          <a:bodyPr anchor="ctr">
            <a:normAutofit/>
          </a:bodyPr>
          <a:lstStyle/>
          <a:p>
            <a:r>
              <a:rPr lang="en-US" dirty="0"/>
              <a:t>The Error Interface</a:t>
            </a:r>
          </a:p>
        </p:txBody>
      </p:sp>
      <p:pic>
        <p:nvPicPr>
          <p:cNvPr id="5" name="Content Placeholder 4">
            <a:extLst>
              <a:ext uri="{FF2B5EF4-FFF2-40B4-BE49-F238E27FC236}">
                <a16:creationId xmlns:a16="http://schemas.microsoft.com/office/drawing/2014/main" id="{C46C37FA-973A-433C-23DE-092639AC63A9}"/>
              </a:ext>
            </a:extLst>
          </p:cNvPr>
          <p:cNvPicPr>
            <a:picLocks noGrp="1" noChangeAspect="1"/>
          </p:cNvPicPr>
          <p:nvPr>
            <p:ph idx="1"/>
          </p:nvPr>
        </p:nvPicPr>
        <p:blipFill>
          <a:blip r:embed="rId2"/>
          <a:stretch>
            <a:fillRect/>
          </a:stretch>
        </p:blipFill>
        <p:spPr>
          <a:xfrm>
            <a:off x="1619672" y="3400973"/>
            <a:ext cx="7067128" cy="1961128"/>
          </a:xfrm>
          <a:noFill/>
        </p:spPr>
      </p:pic>
    </p:spTree>
    <p:extLst>
      <p:ext uri="{BB962C8B-B14F-4D97-AF65-F5344CB8AC3E}">
        <p14:creationId xmlns:p14="http://schemas.microsoft.com/office/powerpoint/2010/main" val="4200006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B917B-D9E0-E6ED-7162-3BBE6A2AFA8A}"/>
              </a:ext>
            </a:extLst>
          </p:cNvPr>
          <p:cNvSpPr>
            <a:spLocks noGrp="1"/>
          </p:cNvSpPr>
          <p:nvPr>
            <p:ph type="title"/>
          </p:nvPr>
        </p:nvSpPr>
        <p:spPr/>
        <p:txBody>
          <a:bodyPr/>
          <a:lstStyle/>
          <a:p>
            <a:r>
              <a:rPr lang="en-US" dirty="0"/>
              <a:t>Type Assertions</a:t>
            </a:r>
          </a:p>
        </p:txBody>
      </p:sp>
      <p:sp>
        <p:nvSpPr>
          <p:cNvPr id="3" name="Content Placeholder 2">
            <a:extLst>
              <a:ext uri="{FF2B5EF4-FFF2-40B4-BE49-F238E27FC236}">
                <a16:creationId xmlns:a16="http://schemas.microsoft.com/office/drawing/2014/main" id="{30C6F67E-1398-3833-A19E-16372D4FDB04}"/>
              </a:ext>
            </a:extLst>
          </p:cNvPr>
          <p:cNvSpPr>
            <a:spLocks noGrp="1"/>
          </p:cNvSpPr>
          <p:nvPr>
            <p:ph idx="1"/>
          </p:nvPr>
        </p:nvSpPr>
        <p:spPr/>
        <p:txBody>
          <a:bodyPr>
            <a:normAutofit fontScale="92500" lnSpcReduction="20000"/>
          </a:bodyPr>
          <a:lstStyle/>
          <a:p>
            <a:r>
              <a:rPr lang="en-US" dirty="0"/>
              <a:t>A ty pe assertion is an operation applied to an interface value</a:t>
            </a:r>
          </a:p>
          <a:p>
            <a:r>
              <a:rPr lang="en-US" dirty="0"/>
              <a:t> Syntactically, it looks like x.(T), where x is an expression of an interface type and T is a type, called the ‘asserted’’ type</a:t>
            </a:r>
          </a:p>
          <a:p>
            <a:r>
              <a:rPr lang="en-US" dirty="0"/>
              <a:t> A type assertion checks that the dynamic type of its operand matches the asserted type.</a:t>
            </a:r>
          </a:p>
          <a:p>
            <a:r>
              <a:rPr lang="en-US" dirty="0"/>
              <a:t>There are two possibilities. First, if the asserted type T is a concrete type, then the type assertion checks whether x’s dynamic type is identical to T</a:t>
            </a:r>
          </a:p>
          <a:p>
            <a:r>
              <a:rPr lang="en-US" dirty="0"/>
              <a:t>Second, if instead the asserted type T is an interface type, then the type assertion checks whet her x’s dynamic type satisfies T. If this check succeeds, the dynamic value is </a:t>
            </a:r>
            <a:r>
              <a:rPr lang="en-US"/>
              <a:t>not extracted</a:t>
            </a:r>
            <a:endParaRPr lang="en-US" dirty="0"/>
          </a:p>
          <a:p>
            <a:endParaRPr lang="en-US" dirty="0"/>
          </a:p>
        </p:txBody>
      </p:sp>
    </p:spTree>
    <p:extLst>
      <p:ext uri="{BB962C8B-B14F-4D97-AF65-F5344CB8AC3E}">
        <p14:creationId xmlns:p14="http://schemas.microsoft.com/office/powerpoint/2010/main" val="687154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latin typeface="Arial"/>
                <a:ea typeface="Open Sans"/>
                <a:cs typeface="Times New Roman" panose="02020603050405020304" pitchFamily="18" charset="0"/>
                <a:hlinkClick r:id="rId2"/>
              </a:rPr>
              <a:t>https://www.geeksforgeeks.org/interfaces-in-golang/</a:t>
            </a:r>
            <a:endParaRPr lang="en-AU" sz="1800" dirty="0">
              <a:latin typeface="Arial"/>
              <a:ea typeface="Open Sans"/>
              <a:cs typeface="Times New Roman" panose="02020603050405020304" pitchFamily="18" charset="0"/>
            </a:endParaRPr>
          </a:p>
          <a:p>
            <a:pPr>
              <a:lnSpc>
                <a:spcPct val="107000"/>
              </a:lnSpc>
              <a:spcAft>
                <a:spcPts val="800"/>
              </a:spcAft>
            </a:pPr>
            <a:r>
              <a:rPr lang="en-AU" sz="1800" dirty="0">
                <a:latin typeface="Arial"/>
                <a:ea typeface="Open Sans"/>
                <a:cs typeface="Times New Roman" panose="02020603050405020304" pitchFamily="18" charset="0"/>
              </a:rPr>
              <a:t>https://gobyexample.com/interfaces</a:t>
            </a: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153</TotalTime>
  <Words>702</Words>
  <Application>Microsoft Office PowerPoint</Application>
  <PresentationFormat>On-screen Show (4:3)</PresentationFormat>
  <Paragraphs>49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Open Sans</vt:lpstr>
      <vt:lpstr>Symbol</vt:lpstr>
      <vt:lpstr>Template PPT 2015</vt:lpstr>
      <vt:lpstr>Popular Programming Tech</vt:lpstr>
      <vt:lpstr>Learning Objective</vt:lpstr>
      <vt:lpstr>Outline</vt:lpstr>
      <vt:lpstr>Interface</vt:lpstr>
      <vt:lpstr> Interfaces as Contracts</vt:lpstr>
      <vt:lpstr>PowerPoint Presentation</vt:lpstr>
      <vt:lpstr>Interface Types</vt:lpstr>
      <vt:lpstr> Interface Satisfaction</vt:lpstr>
      <vt:lpstr> Parsing Flags with flag.Value</vt:lpstr>
      <vt:lpstr>Interface Values</vt:lpstr>
      <vt:lpstr>PowerPoint Presentation</vt:lpstr>
      <vt:lpstr>The http.Handler Interface</vt:lpstr>
      <vt:lpstr>PowerPoint Presentation</vt:lpstr>
      <vt:lpstr>PowerPoint Presentation</vt:lpstr>
      <vt:lpstr>The Error Interface</vt:lpstr>
      <vt:lpstr>Type Assertions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503</cp:revision>
  <dcterms:created xsi:type="dcterms:W3CDTF">2015-05-04T03:33:03Z</dcterms:created>
  <dcterms:modified xsi:type="dcterms:W3CDTF">2023-01-02T07:02:57Z</dcterms:modified>
</cp:coreProperties>
</file>