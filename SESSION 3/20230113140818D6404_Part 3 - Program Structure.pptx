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8" r:id="rId2"/>
    <p:sldId id="288" r:id="rId3"/>
    <p:sldId id="290" r:id="rId4"/>
    <p:sldId id="291" r:id="rId5"/>
    <p:sldId id="292" r:id="rId6"/>
    <p:sldId id="293" r:id="rId7"/>
    <p:sldId id="294" r:id="rId8"/>
    <p:sldId id="295" r:id="rId9"/>
    <p:sldId id="296" r:id="rId10"/>
    <p:sldId id="297" r:id="rId11"/>
    <p:sldId id="298" r:id="rId12"/>
    <p:sldId id="299" r:id="rId13"/>
    <p:sldId id="300" r:id="rId14"/>
    <p:sldId id="301" r:id="rId15"/>
    <p:sldId id="302" r:id="rId16"/>
    <p:sldId id="303" r:id="rId17"/>
    <p:sldId id="304" r:id="rId18"/>
    <p:sldId id="305" r:id="rId19"/>
    <p:sldId id="306" r:id="rId20"/>
    <p:sldId id="307" r:id="rId21"/>
    <p:sldId id="308" r:id="rId22"/>
    <p:sldId id="309" r:id="rId23"/>
    <p:sldId id="310" r:id="rId24"/>
    <p:sldId id="311" r:id="rId25"/>
    <p:sldId id="289" r:id="rId26"/>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27C0728-BFBA-4018-A895-7E45D940962F}">
          <p14:sldIdLst>
            <p14:sldId id="258"/>
          </p14:sldIdLst>
        </p14:section>
        <p14:section name="COURSE CONTENT" id="{F4927CBE-FA17-46D1-BAAE-887D0AF2CCBF}">
          <p14:sldIdLst>
            <p14:sldId id="288"/>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Lst>
        </p14:section>
        <p14:section name="REFERENCE" id="{82098E28-DACF-4424-86A1-E861B2DCC6FF}">
          <p14:sldIdLst>
            <p14:sldId id="28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F15"/>
    <a:srgbClr val="008FD5"/>
    <a:srgbClr val="F7F7F7"/>
    <a:srgbClr val="558FD5"/>
    <a:srgbClr val="0079B8"/>
    <a:srgbClr val="0081B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3F9B36-D80A-483C-B697-CEF1FABBFE30}" v="1" dt="2023-01-02T04:12:15.7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sti Pangestu" userId="S::gusti.pangestu@binus.ac.id::7768735c-5c0d-4d9b-b550-ead0b3c82a30" providerId="AD" clId="Web-{A223DC79-8A1C-ABAE-1F9B-158E890A425E}"/>
    <pc:docChg chg="addSld delSld modSld modSection">
      <pc:chgData name="Gusti Pangestu" userId="S::gusti.pangestu@binus.ac.id::7768735c-5c0d-4d9b-b550-ead0b3c82a30" providerId="AD" clId="Web-{A223DC79-8A1C-ABAE-1F9B-158E890A425E}" dt="2022-11-08T09:57:28.812" v="337" actId="1076"/>
      <pc:docMkLst>
        <pc:docMk/>
      </pc:docMkLst>
      <pc:sldChg chg="modSp">
        <pc:chgData name="Gusti Pangestu" userId="S::gusti.pangestu@binus.ac.id::7768735c-5c0d-4d9b-b550-ead0b3c82a30" providerId="AD" clId="Web-{A223DC79-8A1C-ABAE-1F9B-158E890A425E}" dt="2022-11-08T02:41:22.864" v="7" actId="20577"/>
        <pc:sldMkLst>
          <pc:docMk/>
          <pc:sldMk cId="109857222" sldId="258"/>
        </pc:sldMkLst>
        <pc:spChg chg="mod">
          <ac:chgData name="Gusti Pangestu" userId="S::gusti.pangestu@binus.ac.id::7768735c-5c0d-4d9b-b550-ead0b3c82a30" providerId="AD" clId="Web-{A223DC79-8A1C-ABAE-1F9B-158E890A425E}" dt="2022-11-08T02:41:22.864" v="7" actId="20577"/>
          <ac:spMkLst>
            <pc:docMk/>
            <pc:sldMk cId="109857222" sldId="258"/>
            <ac:spMk id="3" creationId="{00000000-0000-0000-0000-000000000000}"/>
          </ac:spMkLst>
        </pc:spChg>
      </pc:sldChg>
      <pc:sldChg chg="modSp">
        <pc:chgData name="Gusti Pangestu" userId="S::gusti.pangestu@binus.ac.id::7768735c-5c0d-4d9b-b550-ead0b3c82a30" providerId="AD" clId="Web-{A223DC79-8A1C-ABAE-1F9B-158E890A425E}" dt="2022-11-08T02:42:57.320" v="27" actId="20577"/>
        <pc:sldMkLst>
          <pc:docMk/>
          <pc:sldMk cId="1545682022" sldId="290"/>
        </pc:sldMkLst>
        <pc:spChg chg="mod">
          <ac:chgData name="Gusti Pangestu" userId="S::gusti.pangestu@binus.ac.id::7768735c-5c0d-4d9b-b550-ead0b3c82a30" providerId="AD" clId="Web-{A223DC79-8A1C-ABAE-1F9B-158E890A425E}" dt="2022-11-08T02:42:57.320" v="27" actId="20577"/>
          <ac:spMkLst>
            <pc:docMk/>
            <pc:sldMk cId="1545682022" sldId="290"/>
            <ac:spMk id="3" creationId="{CFBE6DC7-A61F-27FA-B9A7-7018AFBF0075}"/>
          </ac:spMkLst>
        </pc:spChg>
      </pc:sldChg>
      <pc:sldChg chg="modSp new">
        <pc:chgData name="Gusti Pangestu" userId="S::gusti.pangestu@binus.ac.id::7768735c-5c0d-4d9b-b550-ead0b3c82a30" providerId="AD" clId="Web-{A223DC79-8A1C-ABAE-1F9B-158E890A425E}" dt="2022-11-08T02:49:37.257" v="42" actId="20577"/>
        <pc:sldMkLst>
          <pc:docMk/>
          <pc:sldMk cId="2068043843" sldId="291"/>
        </pc:sldMkLst>
        <pc:spChg chg="mod">
          <ac:chgData name="Gusti Pangestu" userId="S::gusti.pangestu@binus.ac.id::7768735c-5c0d-4d9b-b550-ead0b3c82a30" providerId="AD" clId="Web-{A223DC79-8A1C-ABAE-1F9B-158E890A425E}" dt="2022-11-08T02:43:29.509" v="32" actId="20577"/>
          <ac:spMkLst>
            <pc:docMk/>
            <pc:sldMk cId="2068043843" sldId="291"/>
            <ac:spMk id="2" creationId="{96DA44D9-93FA-AECE-499F-7A2999266B64}"/>
          </ac:spMkLst>
        </pc:spChg>
        <pc:spChg chg="mod">
          <ac:chgData name="Gusti Pangestu" userId="S::gusti.pangestu@binus.ac.id::7768735c-5c0d-4d9b-b550-ead0b3c82a30" providerId="AD" clId="Web-{A223DC79-8A1C-ABAE-1F9B-158E890A425E}" dt="2022-11-08T02:49:37.257" v="42" actId="20577"/>
          <ac:spMkLst>
            <pc:docMk/>
            <pc:sldMk cId="2068043843" sldId="291"/>
            <ac:spMk id="3" creationId="{D13F6089-0C37-FA79-19CF-BF021308AAF8}"/>
          </ac:spMkLst>
        </pc:spChg>
      </pc:sldChg>
      <pc:sldChg chg="del">
        <pc:chgData name="Gusti Pangestu" userId="S::gusti.pangestu@binus.ac.id::7768735c-5c0d-4d9b-b550-ead0b3c82a30" providerId="AD" clId="Web-{A223DC79-8A1C-ABAE-1F9B-158E890A425E}" dt="2022-11-08T02:42:28.116" v="25"/>
        <pc:sldMkLst>
          <pc:docMk/>
          <pc:sldMk cId="3239910030" sldId="291"/>
        </pc:sldMkLst>
      </pc:sldChg>
      <pc:sldChg chg="addSp modSp new mod modClrScheme chgLayout">
        <pc:chgData name="Gusti Pangestu" userId="S::gusti.pangestu@binus.ac.id::7768735c-5c0d-4d9b-b550-ead0b3c82a30" providerId="AD" clId="Web-{A223DC79-8A1C-ABAE-1F9B-158E890A425E}" dt="2022-11-08T02:53:03.546" v="56"/>
        <pc:sldMkLst>
          <pc:docMk/>
          <pc:sldMk cId="181067477" sldId="292"/>
        </pc:sldMkLst>
        <pc:spChg chg="mod">
          <ac:chgData name="Gusti Pangestu" userId="S::gusti.pangestu@binus.ac.id::7768735c-5c0d-4d9b-b550-ead0b3c82a30" providerId="AD" clId="Web-{A223DC79-8A1C-ABAE-1F9B-158E890A425E}" dt="2022-11-08T02:53:03.546" v="56"/>
          <ac:spMkLst>
            <pc:docMk/>
            <pc:sldMk cId="181067477" sldId="292"/>
            <ac:spMk id="2" creationId="{2D8DA4BA-6E1B-06D5-7D8D-D75DF829090F}"/>
          </ac:spMkLst>
        </pc:spChg>
        <pc:spChg chg="mod">
          <ac:chgData name="Gusti Pangestu" userId="S::gusti.pangestu@binus.ac.id::7768735c-5c0d-4d9b-b550-ead0b3c82a30" providerId="AD" clId="Web-{A223DC79-8A1C-ABAE-1F9B-158E890A425E}" dt="2022-11-08T02:53:03.546" v="56"/>
          <ac:spMkLst>
            <pc:docMk/>
            <pc:sldMk cId="181067477" sldId="292"/>
            <ac:spMk id="3" creationId="{DEC6C18B-DD2A-34A7-6293-010D956D318B}"/>
          </ac:spMkLst>
        </pc:spChg>
        <pc:picChg chg="add mod">
          <ac:chgData name="Gusti Pangestu" userId="S::gusti.pangestu@binus.ac.id::7768735c-5c0d-4d9b-b550-ead0b3c82a30" providerId="AD" clId="Web-{A223DC79-8A1C-ABAE-1F9B-158E890A425E}" dt="2022-11-08T02:53:03.546" v="56"/>
          <ac:picMkLst>
            <pc:docMk/>
            <pc:sldMk cId="181067477" sldId="292"/>
            <ac:picMk id="4" creationId="{E6C21DEE-C15C-2B07-0F48-41C0A6D188A8}"/>
          </ac:picMkLst>
        </pc:picChg>
      </pc:sldChg>
      <pc:sldChg chg="del">
        <pc:chgData name="Gusti Pangestu" userId="S::gusti.pangestu@binus.ac.id::7768735c-5c0d-4d9b-b550-ead0b3c82a30" providerId="AD" clId="Web-{A223DC79-8A1C-ABAE-1F9B-158E890A425E}" dt="2022-11-08T02:42:28.116" v="24"/>
        <pc:sldMkLst>
          <pc:docMk/>
          <pc:sldMk cId="989727377" sldId="292"/>
        </pc:sldMkLst>
      </pc:sldChg>
      <pc:sldChg chg="del">
        <pc:chgData name="Gusti Pangestu" userId="S::gusti.pangestu@binus.ac.id::7768735c-5c0d-4d9b-b550-ead0b3c82a30" providerId="AD" clId="Web-{A223DC79-8A1C-ABAE-1F9B-158E890A425E}" dt="2022-11-08T02:42:28.116" v="23"/>
        <pc:sldMkLst>
          <pc:docMk/>
          <pc:sldMk cId="1956832009" sldId="293"/>
        </pc:sldMkLst>
      </pc:sldChg>
      <pc:sldChg chg="addSp delSp modSp new mod modClrScheme chgLayout">
        <pc:chgData name="Gusti Pangestu" userId="S::gusti.pangestu@binus.ac.id::7768735c-5c0d-4d9b-b550-ead0b3c82a30" providerId="AD" clId="Web-{A223DC79-8A1C-ABAE-1F9B-158E890A425E}" dt="2022-11-08T02:53:50.720" v="68"/>
        <pc:sldMkLst>
          <pc:docMk/>
          <pc:sldMk cId="2629645314" sldId="293"/>
        </pc:sldMkLst>
        <pc:spChg chg="mod ord">
          <ac:chgData name="Gusti Pangestu" userId="S::gusti.pangestu@binus.ac.id::7768735c-5c0d-4d9b-b550-ead0b3c82a30" providerId="AD" clId="Web-{A223DC79-8A1C-ABAE-1F9B-158E890A425E}" dt="2022-11-08T02:53:50.720" v="68"/>
          <ac:spMkLst>
            <pc:docMk/>
            <pc:sldMk cId="2629645314" sldId="293"/>
            <ac:spMk id="2" creationId="{23106449-8DB6-F408-D868-A74B0655A109}"/>
          </ac:spMkLst>
        </pc:spChg>
        <pc:spChg chg="del mod ord">
          <ac:chgData name="Gusti Pangestu" userId="S::gusti.pangestu@binus.ac.id::7768735c-5c0d-4d9b-b550-ead0b3c82a30" providerId="AD" clId="Web-{A223DC79-8A1C-ABAE-1F9B-158E890A425E}" dt="2022-11-08T02:53:47.345" v="67"/>
          <ac:spMkLst>
            <pc:docMk/>
            <pc:sldMk cId="2629645314" sldId="293"/>
            <ac:spMk id="3" creationId="{BA5FC8DB-0E06-4B1A-D8BD-3A3DD5F94C60}"/>
          </ac:spMkLst>
        </pc:spChg>
        <pc:spChg chg="del">
          <ac:chgData name="Gusti Pangestu" userId="S::gusti.pangestu@binus.ac.id::7768735c-5c0d-4d9b-b550-ead0b3c82a30" providerId="AD" clId="Web-{A223DC79-8A1C-ABAE-1F9B-158E890A425E}" dt="2022-11-08T02:53:25.359" v="66"/>
          <ac:spMkLst>
            <pc:docMk/>
            <pc:sldMk cId="2629645314" sldId="293"/>
            <ac:spMk id="4" creationId="{AAABC882-FE30-6BD5-1D21-3B60D404821B}"/>
          </ac:spMkLst>
        </pc:spChg>
        <pc:picChg chg="add mod ord">
          <ac:chgData name="Gusti Pangestu" userId="S::gusti.pangestu@binus.ac.id::7768735c-5c0d-4d9b-b550-ead0b3c82a30" providerId="AD" clId="Web-{A223DC79-8A1C-ABAE-1F9B-158E890A425E}" dt="2022-11-08T02:53:50.720" v="68"/>
          <ac:picMkLst>
            <pc:docMk/>
            <pc:sldMk cId="2629645314" sldId="293"/>
            <ac:picMk id="5" creationId="{37075F30-2E2F-6DF6-485E-D536AD44C383}"/>
          </ac:picMkLst>
        </pc:picChg>
      </pc:sldChg>
      <pc:sldChg chg="del">
        <pc:chgData name="Gusti Pangestu" userId="S::gusti.pangestu@binus.ac.id::7768735c-5c0d-4d9b-b550-ead0b3c82a30" providerId="AD" clId="Web-{A223DC79-8A1C-ABAE-1F9B-158E890A425E}" dt="2022-11-08T02:42:28.116" v="22"/>
        <pc:sldMkLst>
          <pc:docMk/>
          <pc:sldMk cId="2857808774" sldId="294"/>
        </pc:sldMkLst>
      </pc:sldChg>
      <pc:sldChg chg="modSp new">
        <pc:chgData name="Gusti Pangestu" userId="S::gusti.pangestu@binus.ac.id::7768735c-5c0d-4d9b-b550-ead0b3c82a30" providerId="AD" clId="Web-{A223DC79-8A1C-ABAE-1F9B-158E890A425E}" dt="2022-11-08T03:09:20.426" v="92" actId="20577"/>
        <pc:sldMkLst>
          <pc:docMk/>
          <pc:sldMk cId="3671522191" sldId="294"/>
        </pc:sldMkLst>
        <pc:spChg chg="mod">
          <ac:chgData name="Gusti Pangestu" userId="S::gusti.pangestu@binus.ac.id::7768735c-5c0d-4d9b-b550-ead0b3c82a30" providerId="AD" clId="Web-{A223DC79-8A1C-ABAE-1F9B-158E890A425E}" dt="2022-11-08T03:06:36.014" v="78" actId="20577"/>
          <ac:spMkLst>
            <pc:docMk/>
            <pc:sldMk cId="3671522191" sldId="294"/>
            <ac:spMk id="2" creationId="{A9FBB719-A5E9-FB02-88FC-E9CB76115405}"/>
          </ac:spMkLst>
        </pc:spChg>
        <pc:spChg chg="mod">
          <ac:chgData name="Gusti Pangestu" userId="S::gusti.pangestu@binus.ac.id::7768735c-5c0d-4d9b-b550-ead0b3c82a30" providerId="AD" clId="Web-{A223DC79-8A1C-ABAE-1F9B-158E890A425E}" dt="2022-11-08T03:09:20.426" v="92" actId="20577"/>
          <ac:spMkLst>
            <pc:docMk/>
            <pc:sldMk cId="3671522191" sldId="294"/>
            <ac:spMk id="3" creationId="{628788DD-BE85-4788-CAAA-DFFE5CDD3DCD}"/>
          </ac:spMkLst>
        </pc:spChg>
      </pc:sldChg>
      <pc:sldChg chg="del">
        <pc:chgData name="Gusti Pangestu" userId="S::gusti.pangestu@binus.ac.id::7768735c-5c0d-4d9b-b550-ead0b3c82a30" providerId="AD" clId="Web-{A223DC79-8A1C-ABAE-1F9B-158E890A425E}" dt="2022-11-08T02:42:28.101" v="21"/>
        <pc:sldMkLst>
          <pc:docMk/>
          <pc:sldMk cId="1684321161" sldId="295"/>
        </pc:sldMkLst>
      </pc:sldChg>
      <pc:sldChg chg="addSp delSp modSp new mod modClrScheme chgLayout">
        <pc:chgData name="Gusti Pangestu" userId="S::gusti.pangestu@binus.ac.id::7768735c-5c0d-4d9b-b550-ead0b3c82a30" providerId="AD" clId="Web-{A223DC79-8A1C-ABAE-1F9B-158E890A425E}" dt="2022-11-08T03:09:44.364" v="102" actId="1076"/>
        <pc:sldMkLst>
          <pc:docMk/>
          <pc:sldMk cId="3854135633" sldId="295"/>
        </pc:sldMkLst>
        <pc:spChg chg="del">
          <ac:chgData name="Gusti Pangestu" userId="S::gusti.pangestu@binus.ac.id::7768735c-5c0d-4d9b-b550-ead0b3c82a30" providerId="AD" clId="Web-{A223DC79-8A1C-ABAE-1F9B-158E890A425E}" dt="2022-11-08T03:09:24.614" v="94"/>
          <ac:spMkLst>
            <pc:docMk/>
            <pc:sldMk cId="3854135633" sldId="295"/>
            <ac:spMk id="2" creationId="{4AAF674E-6837-C0DB-3D0D-7E4B039A1709}"/>
          </ac:spMkLst>
        </pc:spChg>
        <pc:spChg chg="del">
          <ac:chgData name="Gusti Pangestu" userId="S::gusti.pangestu@binus.ac.id::7768735c-5c0d-4d9b-b550-ead0b3c82a30" providerId="AD" clId="Web-{A223DC79-8A1C-ABAE-1F9B-158E890A425E}" dt="2022-11-08T03:09:26.707" v="95"/>
          <ac:spMkLst>
            <pc:docMk/>
            <pc:sldMk cId="3854135633" sldId="295"/>
            <ac:spMk id="3" creationId="{925F5DA7-D4A0-5629-3C1E-5FD4AD1D864B}"/>
          </ac:spMkLst>
        </pc:spChg>
        <pc:spChg chg="add del mod">
          <ac:chgData name="Gusti Pangestu" userId="S::gusti.pangestu@binus.ac.id::7768735c-5c0d-4d9b-b550-ead0b3c82a30" providerId="AD" clId="Web-{A223DC79-8A1C-ABAE-1F9B-158E890A425E}" dt="2022-11-08T03:09:33.786" v="98"/>
          <ac:spMkLst>
            <pc:docMk/>
            <pc:sldMk cId="3854135633" sldId="295"/>
            <ac:spMk id="9" creationId="{4A82447A-DDB7-DF27-0D71-F45F29C83482}"/>
          </ac:spMkLst>
        </pc:spChg>
        <pc:spChg chg="add del mod">
          <ac:chgData name="Gusti Pangestu" userId="S::gusti.pangestu@binus.ac.id::7768735c-5c0d-4d9b-b550-ead0b3c82a30" providerId="AD" clId="Web-{A223DC79-8A1C-ABAE-1F9B-158E890A425E}" dt="2022-11-08T03:09:33.786" v="98"/>
          <ac:spMkLst>
            <pc:docMk/>
            <pc:sldMk cId="3854135633" sldId="295"/>
            <ac:spMk id="11" creationId="{11D15A9B-7DF8-9106-56E5-C3AD0C23BEAB}"/>
          </ac:spMkLst>
        </pc:spChg>
        <pc:spChg chg="add del">
          <ac:chgData name="Gusti Pangestu" userId="S::gusti.pangestu@binus.ac.id::7768735c-5c0d-4d9b-b550-ead0b3c82a30" providerId="AD" clId="Web-{A223DC79-8A1C-ABAE-1F9B-158E890A425E}" dt="2022-11-08T03:09:36.614" v="100"/>
          <ac:spMkLst>
            <pc:docMk/>
            <pc:sldMk cId="3854135633" sldId="295"/>
            <ac:spMk id="13" creationId="{BF179ED5-5A20-4AC3-D491-9B2D823EA69D}"/>
          </ac:spMkLst>
        </pc:spChg>
        <pc:picChg chg="add mod">
          <ac:chgData name="Gusti Pangestu" userId="S::gusti.pangestu@binus.ac.id::7768735c-5c0d-4d9b-b550-ead0b3c82a30" providerId="AD" clId="Web-{A223DC79-8A1C-ABAE-1F9B-158E890A425E}" dt="2022-11-08T03:09:44.364" v="102" actId="1076"/>
          <ac:picMkLst>
            <pc:docMk/>
            <pc:sldMk cId="3854135633" sldId="295"/>
            <ac:picMk id="4" creationId="{08D6BBFC-49AE-6D24-585E-6498707FF24A}"/>
          </ac:picMkLst>
        </pc:picChg>
      </pc:sldChg>
      <pc:sldChg chg="del">
        <pc:chgData name="Gusti Pangestu" userId="S::gusti.pangestu@binus.ac.id::7768735c-5c0d-4d9b-b550-ead0b3c82a30" providerId="AD" clId="Web-{A223DC79-8A1C-ABAE-1F9B-158E890A425E}" dt="2022-11-08T02:42:28.101" v="20"/>
        <pc:sldMkLst>
          <pc:docMk/>
          <pc:sldMk cId="832701779" sldId="296"/>
        </pc:sldMkLst>
      </pc:sldChg>
      <pc:sldChg chg="delSp modSp new">
        <pc:chgData name="Gusti Pangestu" userId="S::gusti.pangestu@binus.ac.id::7768735c-5c0d-4d9b-b550-ead0b3c82a30" providerId="AD" clId="Web-{A223DC79-8A1C-ABAE-1F9B-158E890A425E}" dt="2022-11-08T03:26:18.558" v="124" actId="20577"/>
        <pc:sldMkLst>
          <pc:docMk/>
          <pc:sldMk cId="2826040258" sldId="296"/>
        </pc:sldMkLst>
        <pc:spChg chg="del">
          <ac:chgData name="Gusti Pangestu" userId="S::gusti.pangestu@binus.ac.id::7768735c-5c0d-4d9b-b550-ead0b3c82a30" providerId="AD" clId="Web-{A223DC79-8A1C-ABAE-1F9B-158E890A425E}" dt="2022-11-08T03:13:55.530" v="104"/>
          <ac:spMkLst>
            <pc:docMk/>
            <pc:sldMk cId="2826040258" sldId="296"/>
            <ac:spMk id="2" creationId="{34A9A0D0-A1E0-5A33-45DD-6D54BC735407}"/>
          </ac:spMkLst>
        </pc:spChg>
        <pc:spChg chg="mod">
          <ac:chgData name="Gusti Pangestu" userId="S::gusti.pangestu@binus.ac.id::7768735c-5c0d-4d9b-b550-ead0b3c82a30" providerId="AD" clId="Web-{A223DC79-8A1C-ABAE-1F9B-158E890A425E}" dt="2022-11-08T03:26:18.558" v="124" actId="20577"/>
          <ac:spMkLst>
            <pc:docMk/>
            <pc:sldMk cId="2826040258" sldId="296"/>
            <ac:spMk id="3" creationId="{8C543A02-739A-772E-8C93-9765F4B43336}"/>
          </ac:spMkLst>
        </pc:spChg>
      </pc:sldChg>
      <pc:sldChg chg="del">
        <pc:chgData name="Gusti Pangestu" userId="S::gusti.pangestu@binus.ac.id::7768735c-5c0d-4d9b-b550-ead0b3c82a30" providerId="AD" clId="Web-{A223DC79-8A1C-ABAE-1F9B-158E890A425E}" dt="2022-11-08T02:42:28.101" v="19"/>
        <pc:sldMkLst>
          <pc:docMk/>
          <pc:sldMk cId="376018570" sldId="297"/>
        </pc:sldMkLst>
      </pc:sldChg>
      <pc:sldChg chg="addSp delSp modSp new">
        <pc:chgData name="Gusti Pangestu" userId="S::gusti.pangestu@binus.ac.id::7768735c-5c0d-4d9b-b550-ead0b3c82a30" providerId="AD" clId="Web-{A223DC79-8A1C-ABAE-1F9B-158E890A425E}" dt="2022-11-08T03:26:27.480" v="128"/>
        <pc:sldMkLst>
          <pc:docMk/>
          <pc:sldMk cId="1902739993" sldId="297"/>
        </pc:sldMkLst>
        <pc:spChg chg="del">
          <ac:chgData name="Gusti Pangestu" userId="S::gusti.pangestu@binus.ac.id::7768735c-5c0d-4d9b-b550-ead0b3c82a30" providerId="AD" clId="Web-{A223DC79-8A1C-ABAE-1F9B-158E890A425E}" dt="2022-11-08T03:26:23.964" v="127"/>
          <ac:spMkLst>
            <pc:docMk/>
            <pc:sldMk cId="1902739993" sldId="297"/>
            <ac:spMk id="2" creationId="{50073644-AEA7-6707-3AB1-E34E699F1690}"/>
          </ac:spMkLst>
        </pc:spChg>
        <pc:spChg chg="del">
          <ac:chgData name="Gusti Pangestu" userId="S::gusti.pangestu@binus.ac.id::7768735c-5c0d-4d9b-b550-ead0b3c82a30" providerId="AD" clId="Web-{A223DC79-8A1C-ABAE-1F9B-158E890A425E}" dt="2022-11-08T03:26:20.745" v="126"/>
          <ac:spMkLst>
            <pc:docMk/>
            <pc:sldMk cId="1902739993" sldId="297"/>
            <ac:spMk id="3" creationId="{875AE402-9620-DAD3-17F2-D9BADD7BBBF2}"/>
          </ac:spMkLst>
        </pc:spChg>
        <pc:spChg chg="add del">
          <ac:chgData name="Gusti Pangestu" userId="S::gusti.pangestu@binus.ac.id::7768735c-5c0d-4d9b-b550-ead0b3c82a30" providerId="AD" clId="Web-{A223DC79-8A1C-ABAE-1F9B-158E890A425E}" dt="2022-11-08T03:26:27.480" v="128"/>
          <ac:spMkLst>
            <pc:docMk/>
            <pc:sldMk cId="1902739993" sldId="297"/>
            <ac:spMk id="9" creationId="{A8E78CD0-A219-4CC5-ABC4-2DBBDD712322}"/>
          </ac:spMkLst>
        </pc:spChg>
        <pc:picChg chg="add mod ord">
          <ac:chgData name="Gusti Pangestu" userId="S::gusti.pangestu@binus.ac.id::7768735c-5c0d-4d9b-b550-ead0b3c82a30" providerId="AD" clId="Web-{A223DC79-8A1C-ABAE-1F9B-158E890A425E}" dt="2022-11-08T03:26:23.964" v="127"/>
          <ac:picMkLst>
            <pc:docMk/>
            <pc:sldMk cId="1902739993" sldId="297"/>
            <ac:picMk id="4" creationId="{5CB8B085-5C65-13B9-22E7-8C9472309F3C}"/>
          </ac:picMkLst>
        </pc:picChg>
      </pc:sldChg>
      <pc:sldChg chg="addSp modSp new">
        <pc:chgData name="Gusti Pangestu" userId="S::gusti.pangestu@binus.ac.id::7768735c-5c0d-4d9b-b550-ead0b3c82a30" providerId="AD" clId="Web-{A223DC79-8A1C-ABAE-1F9B-158E890A425E}" dt="2022-11-08T06:57:15.033" v="154" actId="20577"/>
        <pc:sldMkLst>
          <pc:docMk/>
          <pc:sldMk cId="502453303" sldId="298"/>
        </pc:sldMkLst>
        <pc:spChg chg="mod">
          <ac:chgData name="Gusti Pangestu" userId="S::gusti.pangestu@binus.ac.id::7768735c-5c0d-4d9b-b550-ead0b3c82a30" providerId="AD" clId="Web-{A223DC79-8A1C-ABAE-1F9B-158E890A425E}" dt="2022-11-08T03:26:35.730" v="131" actId="20577"/>
          <ac:spMkLst>
            <pc:docMk/>
            <pc:sldMk cId="502453303" sldId="298"/>
            <ac:spMk id="2" creationId="{606D0FC3-BB3D-A9C6-003D-5D8B618E7056}"/>
          </ac:spMkLst>
        </pc:spChg>
        <pc:spChg chg="mod">
          <ac:chgData name="Gusti Pangestu" userId="S::gusti.pangestu@binus.ac.id::7768735c-5c0d-4d9b-b550-ead0b3c82a30" providerId="AD" clId="Web-{A223DC79-8A1C-ABAE-1F9B-158E890A425E}" dt="2022-11-08T06:57:15.033" v="154" actId="20577"/>
          <ac:spMkLst>
            <pc:docMk/>
            <pc:sldMk cId="502453303" sldId="298"/>
            <ac:spMk id="3" creationId="{E0718C77-5FD8-F462-1236-D9CA9618A86E}"/>
          </ac:spMkLst>
        </pc:spChg>
        <pc:picChg chg="add mod">
          <ac:chgData name="Gusti Pangestu" userId="S::gusti.pangestu@binus.ac.id::7768735c-5c0d-4d9b-b550-ead0b3c82a30" providerId="AD" clId="Web-{A223DC79-8A1C-ABAE-1F9B-158E890A425E}" dt="2022-11-08T03:28:37.469" v="138" actId="1076"/>
          <ac:picMkLst>
            <pc:docMk/>
            <pc:sldMk cId="502453303" sldId="298"/>
            <ac:picMk id="4" creationId="{5703ECE7-E48D-292A-B306-CB89B0D16DDB}"/>
          </ac:picMkLst>
        </pc:picChg>
      </pc:sldChg>
      <pc:sldChg chg="del">
        <pc:chgData name="Gusti Pangestu" userId="S::gusti.pangestu@binus.ac.id::7768735c-5c0d-4d9b-b550-ead0b3c82a30" providerId="AD" clId="Web-{A223DC79-8A1C-ABAE-1F9B-158E890A425E}" dt="2022-11-08T02:42:28.101" v="18"/>
        <pc:sldMkLst>
          <pc:docMk/>
          <pc:sldMk cId="3645830168" sldId="298"/>
        </pc:sldMkLst>
      </pc:sldChg>
      <pc:sldChg chg="addSp modSp new">
        <pc:chgData name="Gusti Pangestu" userId="S::gusti.pangestu@binus.ac.id::7768735c-5c0d-4d9b-b550-ead0b3c82a30" providerId="AD" clId="Web-{A223DC79-8A1C-ABAE-1F9B-158E890A425E}" dt="2022-11-08T07:09:17.438" v="202" actId="14100"/>
        <pc:sldMkLst>
          <pc:docMk/>
          <pc:sldMk cId="1410539918" sldId="299"/>
        </pc:sldMkLst>
        <pc:spChg chg="mod">
          <ac:chgData name="Gusti Pangestu" userId="S::gusti.pangestu@binus.ac.id::7768735c-5c0d-4d9b-b550-ead0b3c82a30" providerId="AD" clId="Web-{A223DC79-8A1C-ABAE-1F9B-158E890A425E}" dt="2022-11-08T07:08:29.155" v="185" actId="1076"/>
          <ac:spMkLst>
            <pc:docMk/>
            <pc:sldMk cId="1410539918" sldId="299"/>
            <ac:spMk id="2" creationId="{F7A02F53-F601-3FFF-0D9B-FCE4069D1E80}"/>
          </ac:spMkLst>
        </pc:spChg>
        <pc:spChg chg="mod">
          <ac:chgData name="Gusti Pangestu" userId="S::gusti.pangestu@binus.ac.id::7768735c-5c0d-4d9b-b550-ead0b3c82a30" providerId="AD" clId="Web-{A223DC79-8A1C-ABAE-1F9B-158E890A425E}" dt="2022-11-08T07:08:52.156" v="198" actId="20577"/>
          <ac:spMkLst>
            <pc:docMk/>
            <pc:sldMk cId="1410539918" sldId="299"/>
            <ac:spMk id="3" creationId="{144C5460-9955-749C-49EE-EA98FDD080D0}"/>
          </ac:spMkLst>
        </pc:spChg>
        <pc:picChg chg="add mod">
          <ac:chgData name="Gusti Pangestu" userId="S::gusti.pangestu@binus.ac.id::7768735c-5c0d-4d9b-b550-ead0b3c82a30" providerId="AD" clId="Web-{A223DC79-8A1C-ABAE-1F9B-158E890A425E}" dt="2022-11-08T07:08:43.484" v="192" actId="1076"/>
          <ac:picMkLst>
            <pc:docMk/>
            <pc:sldMk cId="1410539918" sldId="299"/>
            <ac:picMk id="4" creationId="{492B302F-DCD4-C495-845A-29E3D2D434F2}"/>
          </ac:picMkLst>
        </pc:picChg>
        <pc:picChg chg="add mod">
          <ac:chgData name="Gusti Pangestu" userId="S::gusti.pangestu@binus.ac.id::7768735c-5c0d-4d9b-b550-ead0b3c82a30" providerId="AD" clId="Web-{A223DC79-8A1C-ABAE-1F9B-158E890A425E}" dt="2022-11-08T07:08:54.609" v="199" actId="1076"/>
          <ac:picMkLst>
            <pc:docMk/>
            <pc:sldMk cId="1410539918" sldId="299"/>
            <ac:picMk id="5" creationId="{EBBA7A14-844E-7721-04E7-195B37D27BA8}"/>
          </ac:picMkLst>
        </pc:picChg>
        <pc:picChg chg="add mod">
          <ac:chgData name="Gusti Pangestu" userId="S::gusti.pangestu@binus.ac.id::7768735c-5c0d-4d9b-b550-ead0b3c82a30" providerId="AD" clId="Web-{A223DC79-8A1C-ABAE-1F9B-158E890A425E}" dt="2022-11-08T07:09:17.438" v="202" actId="14100"/>
          <ac:picMkLst>
            <pc:docMk/>
            <pc:sldMk cId="1410539918" sldId="299"/>
            <ac:picMk id="6" creationId="{DDDB2DC9-FA93-AB6A-FCD8-A4446280DDE3}"/>
          </ac:picMkLst>
        </pc:picChg>
      </pc:sldChg>
      <pc:sldChg chg="del">
        <pc:chgData name="Gusti Pangestu" userId="S::gusti.pangestu@binus.ac.id::7768735c-5c0d-4d9b-b550-ead0b3c82a30" providerId="AD" clId="Web-{A223DC79-8A1C-ABAE-1F9B-158E890A425E}" dt="2022-11-08T02:42:28.101" v="17"/>
        <pc:sldMkLst>
          <pc:docMk/>
          <pc:sldMk cId="3162136664" sldId="299"/>
        </pc:sldMkLst>
      </pc:sldChg>
      <pc:sldChg chg="addSp modSp new">
        <pc:chgData name="Gusti Pangestu" userId="S::gusti.pangestu@binus.ac.id::7768735c-5c0d-4d9b-b550-ead0b3c82a30" providerId="AD" clId="Web-{A223DC79-8A1C-ABAE-1F9B-158E890A425E}" dt="2022-11-08T07:13:07.505" v="231" actId="1076"/>
        <pc:sldMkLst>
          <pc:docMk/>
          <pc:sldMk cId="1225882195" sldId="300"/>
        </pc:sldMkLst>
        <pc:spChg chg="mod">
          <ac:chgData name="Gusti Pangestu" userId="S::gusti.pangestu@binus.ac.id::7768735c-5c0d-4d9b-b550-ead0b3c82a30" providerId="AD" clId="Web-{A223DC79-8A1C-ABAE-1F9B-158E890A425E}" dt="2022-11-08T07:12:18.019" v="219" actId="20577"/>
          <ac:spMkLst>
            <pc:docMk/>
            <pc:sldMk cId="1225882195" sldId="300"/>
            <ac:spMk id="2" creationId="{63518523-4647-9DE1-36BC-F594155AF708}"/>
          </ac:spMkLst>
        </pc:spChg>
        <pc:spChg chg="mod">
          <ac:chgData name="Gusti Pangestu" userId="S::gusti.pangestu@binus.ac.id::7768735c-5c0d-4d9b-b550-ead0b3c82a30" providerId="AD" clId="Web-{A223DC79-8A1C-ABAE-1F9B-158E890A425E}" dt="2022-11-08T07:12:56.004" v="227" actId="20577"/>
          <ac:spMkLst>
            <pc:docMk/>
            <pc:sldMk cId="1225882195" sldId="300"/>
            <ac:spMk id="3" creationId="{F8AC97D9-A0C7-C768-7E7C-7668D65EC631}"/>
          </ac:spMkLst>
        </pc:spChg>
        <pc:picChg chg="add mod">
          <ac:chgData name="Gusti Pangestu" userId="S::gusti.pangestu@binus.ac.id::7768735c-5c0d-4d9b-b550-ead0b3c82a30" providerId="AD" clId="Web-{A223DC79-8A1C-ABAE-1F9B-158E890A425E}" dt="2022-11-08T07:13:07.505" v="231" actId="1076"/>
          <ac:picMkLst>
            <pc:docMk/>
            <pc:sldMk cId="1225882195" sldId="300"/>
            <ac:picMk id="4" creationId="{8F71BC29-4333-16F5-6FBF-118FEFF418A2}"/>
          </ac:picMkLst>
        </pc:picChg>
      </pc:sldChg>
      <pc:sldChg chg="del">
        <pc:chgData name="Gusti Pangestu" userId="S::gusti.pangestu@binus.ac.id::7768735c-5c0d-4d9b-b550-ead0b3c82a30" providerId="AD" clId="Web-{A223DC79-8A1C-ABAE-1F9B-158E890A425E}" dt="2022-11-08T02:42:28.101" v="16"/>
        <pc:sldMkLst>
          <pc:docMk/>
          <pc:sldMk cId="2160808367" sldId="300"/>
        </pc:sldMkLst>
      </pc:sldChg>
      <pc:sldChg chg="del">
        <pc:chgData name="Gusti Pangestu" userId="S::gusti.pangestu@binus.ac.id::7768735c-5c0d-4d9b-b550-ead0b3c82a30" providerId="AD" clId="Web-{A223DC79-8A1C-ABAE-1F9B-158E890A425E}" dt="2022-11-08T02:42:28.101" v="15"/>
        <pc:sldMkLst>
          <pc:docMk/>
          <pc:sldMk cId="2329439584" sldId="301"/>
        </pc:sldMkLst>
      </pc:sldChg>
      <pc:sldChg chg="delSp modSp new">
        <pc:chgData name="Gusti Pangestu" userId="S::gusti.pangestu@binus.ac.id::7768735c-5c0d-4d9b-b550-ead0b3c82a30" providerId="AD" clId="Web-{A223DC79-8A1C-ABAE-1F9B-158E890A425E}" dt="2022-11-08T07:28:12.601" v="241" actId="20577"/>
        <pc:sldMkLst>
          <pc:docMk/>
          <pc:sldMk cId="2716777333" sldId="301"/>
        </pc:sldMkLst>
        <pc:spChg chg="del">
          <ac:chgData name="Gusti Pangestu" userId="S::gusti.pangestu@binus.ac.id::7768735c-5c0d-4d9b-b550-ead0b3c82a30" providerId="AD" clId="Web-{A223DC79-8A1C-ABAE-1F9B-158E890A425E}" dt="2022-11-08T07:27:42.381" v="234"/>
          <ac:spMkLst>
            <pc:docMk/>
            <pc:sldMk cId="2716777333" sldId="301"/>
            <ac:spMk id="2" creationId="{91084C92-A9F2-56E4-C488-E23767EADD99}"/>
          </ac:spMkLst>
        </pc:spChg>
        <pc:spChg chg="mod">
          <ac:chgData name="Gusti Pangestu" userId="S::gusti.pangestu@binus.ac.id::7768735c-5c0d-4d9b-b550-ead0b3c82a30" providerId="AD" clId="Web-{A223DC79-8A1C-ABAE-1F9B-158E890A425E}" dt="2022-11-08T07:28:12.601" v="241" actId="20577"/>
          <ac:spMkLst>
            <pc:docMk/>
            <pc:sldMk cId="2716777333" sldId="301"/>
            <ac:spMk id="3" creationId="{DE07990C-F4E2-9999-D4E2-5B1463B32A32}"/>
          </ac:spMkLst>
        </pc:spChg>
      </pc:sldChg>
      <pc:sldChg chg="modSp new">
        <pc:chgData name="Gusti Pangestu" userId="S::gusti.pangestu@binus.ac.id::7768735c-5c0d-4d9b-b550-ead0b3c82a30" providerId="AD" clId="Web-{A223DC79-8A1C-ABAE-1F9B-158E890A425E}" dt="2022-11-08T08:10:43.967" v="269" actId="20577"/>
        <pc:sldMkLst>
          <pc:docMk/>
          <pc:sldMk cId="2251878460" sldId="302"/>
        </pc:sldMkLst>
        <pc:spChg chg="mod">
          <ac:chgData name="Gusti Pangestu" userId="S::gusti.pangestu@binus.ac.id::7768735c-5c0d-4d9b-b550-ead0b3c82a30" providerId="AD" clId="Web-{A223DC79-8A1C-ABAE-1F9B-158E890A425E}" dt="2022-11-08T08:09:22.371" v="249" actId="20577"/>
          <ac:spMkLst>
            <pc:docMk/>
            <pc:sldMk cId="2251878460" sldId="302"/>
            <ac:spMk id="2" creationId="{023452D9-AF9A-0F98-0C01-7B25A0D2D05D}"/>
          </ac:spMkLst>
        </pc:spChg>
        <pc:spChg chg="mod">
          <ac:chgData name="Gusti Pangestu" userId="S::gusti.pangestu@binus.ac.id::7768735c-5c0d-4d9b-b550-ead0b3c82a30" providerId="AD" clId="Web-{A223DC79-8A1C-ABAE-1F9B-158E890A425E}" dt="2022-11-08T08:10:43.967" v="269" actId="20577"/>
          <ac:spMkLst>
            <pc:docMk/>
            <pc:sldMk cId="2251878460" sldId="302"/>
            <ac:spMk id="3" creationId="{910F573B-007A-F561-0511-D3CDB1F16358}"/>
          </ac:spMkLst>
        </pc:spChg>
      </pc:sldChg>
      <pc:sldChg chg="del">
        <pc:chgData name="Gusti Pangestu" userId="S::gusti.pangestu@binus.ac.id::7768735c-5c0d-4d9b-b550-ead0b3c82a30" providerId="AD" clId="Web-{A223DC79-8A1C-ABAE-1F9B-158E890A425E}" dt="2022-11-08T02:42:28.101" v="14"/>
        <pc:sldMkLst>
          <pc:docMk/>
          <pc:sldMk cId="4132436519" sldId="302"/>
        </pc:sldMkLst>
      </pc:sldChg>
      <pc:sldChg chg="addSp delSp modSp new">
        <pc:chgData name="Gusti Pangestu" userId="S::gusti.pangestu@binus.ac.id::7768735c-5c0d-4d9b-b550-ead0b3c82a30" providerId="AD" clId="Web-{A223DC79-8A1C-ABAE-1F9B-158E890A425E}" dt="2022-11-08T08:10:50.140" v="272"/>
        <pc:sldMkLst>
          <pc:docMk/>
          <pc:sldMk cId="1301941771" sldId="303"/>
        </pc:sldMkLst>
        <pc:spChg chg="del">
          <ac:chgData name="Gusti Pangestu" userId="S::gusti.pangestu@binus.ac.id::7768735c-5c0d-4d9b-b550-ead0b3c82a30" providerId="AD" clId="Web-{A223DC79-8A1C-ABAE-1F9B-158E890A425E}" dt="2022-11-08T08:10:50.140" v="272"/>
          <ac:spMkLst>
            <pc:docMk/>
            <pc:sldMk cId="1301941771" sldId="303"/>
            <ac:spMk id="2" creationId="{4D53193F-386D-FE86-B553-7DD117746C8D}"/>
          </ac:spMkLst>
        </pc:spChg>
        <pc:spChg chg="del">
          <ac:chgData name="Gusti Pangestu" userId="S::gusti.pangestu@binus.ac.id::7768735c-5c0d-4d9b-b550-ead0b3c82a30" providerId="AD" clId="Web-{A223DC79-8A1C-ABAE-1F9B-158E890A425E}" dt="2022-11-08T08:10:45.983" v="271"/>
          <ac:spMkLst>
            <pc:docMk/>
            <pc:sldMk cId="1301941771" sldId="303"/>
            <ac:spMk id="3" creationId="{7DE5D553-7B96-5476-815A-756D6320B66F}"/>
          </ac:spMkLst>
        </pc:spChg>
        <pc:picChg chg="add mod ord">
          <ac:chgData name="Gusti Pangestu" userId="S::gusti.pangestu@binus.ac.id::7768735c-5c0d-4d9b-b550-ead0b3c82a30" providerId="AD" clId="Web-{A223DC79-8A1C-ABAE-1F9B-158E890A425E}" dt="2022-11-08T08:10:45.983" v="271"/>
          <ac:picMkLst>
            <pc:docMk/>
            <pc:sldMk cId="1301941771" sldId="303"/>
            <ac:picMk id="4" creationId="{834D6E6A-1C57-1990-7B46-E068286128B8}"/>
          </ac:picMkLst>
        </pc:picChg>
      </pc:sldChg>
      <pc:sldChg chg="del">
        <pc:chgData name="Gusti Pangestu" userId="S::gusti.pangestu@binus.ac.id::7768735c-5c0d-4d9b-b550-ead0b3c82a30" providerId="AD" clId="Web-{A223DC79-8A1C-ABAE-1F9B-158E890A425E}" dt="2022-11-08T02:42:28.101" v="13"/>
        <pc:sldMkLst>
          <pc:docMk/>
          <pc:sldMk cId="4173901416" sldId="303"/>
        </pc:sldMkLst>
      </pc:sldChg>
      <pc:sldChg chg="addSp delSp modSp new">
        <pc:chgData name="Gusti Pangestu" userId="S::gusti.pangestu@binus.ac.id::7768735c-5c0d-4d9b-b550-ead0b3c82a30" providerId="AD" clId="Web-{A223DC79-8A1C-ABAE-1F9B-158E890A425E}" dt="2022-11-08T09:02:06.937" v="292" actId="14100"/>
        <pc:sldMkLst>
          <pc:docMk/>
          <pc:sldMk cId="2438179628" sldId="304"/>
        </pc:sldMkLst>
        <pc:spChg chg="del">
          <ac:chgData name="Gusti Pangestu" userId="S::gusti.pangestu@binus.ac.id::7768735c-5c0d-4d9b-b550-ead0b3c82a30" providerId="AD" clId="Web-{A223DC79-8A1C-ABAE-1F9B-158E890A425E}" dt="2022-11-08T09:01:17.123" v="278"/>
          <ac:spMkLst>
            <pc:docMk/>
            <pc:sldMk cId="2438179628" sldId="304"/>
            <ac:spMk id="2" creationId="{9E3D8B49-B6FD-9FB2-183F-B1F5A1B86B4F}"/>
          </ac:spMkLst>
        </pc:spChg>
        <pc:spChg chg="mod">
          <ac:chgData name="Gusti Pangestu" userId="S::gusti.pangestu@binus.ac.id::7768735c-5c0d-4d9b-b550-ead0b3c82a30" providerId="AD" clId="Web-{A223DC79-8A1C-ABAE-1F9B-158E890A425E}" dt="2022-11-08T09:02:00.218" v="289" actId="20577"/>
          <ac:spMkLst>
            <pc:docMk/>
            <pc:sldMk cId="2438179628" sldId="304"/>
            <ac:spMk id="3" creationId="{2E02B41D-1089-F3E5-2D87-9328709EE1DC}"/>
          </ac:spMkLst>
        </pc:spChg>
        <pc:picChg chg="add mod">
          <ac:chgData name="Gusti Pangestu" userId="S::gusti.pangestu@binus.ac.id::7768735c-5c0d-4d9b-b550-ead0b3c82a30" providerId="AD" clId="Web-{A223DC79-8A1C-ABAE-1F9B-158E890A425E}" dt="2022-11-08T09:02:06.937" v="292" actId="14100"/>
          <ac:picMkLst>
            <pc:docMk/>
            <pc:sldMk cId="2438179628" sldId="304"/>
            <ac:picMk id="4" creationId="{55AD6FF7-0801-2F3D-525C-61573A526548}"/>
          </ac:picMkLst>
        </pc:picChg>
      </pc:sldChg>
      <pc:sldChg chg="del">
        <pc:chgData name="Gusti Pangestu" userId="S::gusti.pangestu@binus.ac.id::7768735c-5c0d-4d9b-b550-ead0b3c82a30" providerId="AD" clId="Web-{A223DC79-8A1C-ABAE-1F9B-158E890A425E}" dt="2022-11-08T02:42:28.101" v="12"/>
        <pc:sldMkLst>
          <pc:docMk/>
          <pc:sldMk cId="2940983348" sldId="304"/>
        </pc:sldMkLst>
      </pc:sldChg>
      <pc:sldChg chg="addSp modSp new">
        <pc:chgData name="Gusti Pangestu" userId="S::gusti.pangestu@binus.ac.id::7768735c-5c0d-4d9b-b550-ead0b3c82a30" providerId="AD" clId="Web-{A223DC79-8A1C-ABAE-1F9B-158E890A425E}" dt="2022-11-08T09:55:39.402" v="309" actId="14100"/>
        <pc:sldMkLst>
          <pc:docMk/>
          <pc:sldMk cId="108455753" sldId="305"/>
        </pc:sldMkLst>
        <pc:spChg chg="mod">
          <ac:chgData name="Gusti Pangestu" userId="S::gusti.pangestu@binus.ac.id::7768735c-5c0d-4d9b-b550-ead0b3c82a30" providerId="AD" clId="Web-{A223DC79-8A1C-ABAE-1F9B-158E890A425E}" dt="2022-11-08T09:54:29.853" v="296" actId="20577"/>
          <ac:spMkLst>
            <pc:docMk/>
            <pc:sldMk cId="108455753" sldId="305"/>
            <ac:spMk id="2" creationId="{3D72DB53-61D9-BFBA-98A6-A0104451DA80}"/>
          </ac:spMkLst>
        </pc:spChg>
        <pc:spChg chg="mod">
          <ac:chgData name="Gusti Pangestu" userId="S::gusti.pangestu@binus.ac.id::7768735c-5c0d-4d9b-b550-ead0b3c82a30" providerId="AD" clId="Web-{A223DC79-8A1C-ABAE-1F9B-158E890A425E}" dt="2022-11-08T09:55:11.495" v="305" actId="20577"/>
          <ac:spMkLst>
            <pc:docMk/>
            <pc:sldMk cId="108455753" sldId="305"/>
            <ac:spMk id="3" creationId="{AE41F33F-83FC-F04B-65B9-8AA89D8FC214}"/>
          </ac:spMkLst>
        </pc:spChg>
        <pc:picChg chg="add mod">
          <ac:chgData name="Gusti Pangestu" userId="S::gusti.pangestu@binus.ac.id::7768735c-5c0d-4d9b-b550-ead0b3c82a30" providerId="AD" clId="Web-{A223DC79-8A1C-ABAE-1F9B-158E890A425E}" dt="2022-11-08T09:55:39.402" v="309" actId="14100"/>
          <ac:picMkLst>
            <pc:docMk/>
            <pc:sldMk cId="108455753" sldId="305"/>
            <ac:picMk id="4" creationId="{16F92BC1-AC15-CDEE-F393-8BA6DEEC5BE0}"/>
          </ac:picMkLst>
        </pc:picChg>
      </pc:sldChg>
      <pc:sldChg chg="del">
        <pc:chgData name="Gusti Pangestu" userId="S::gusti.pangestu@binus.ac.id::7768735c-5c0d-4d9b-b550-ead0b3c82a30" providerId="AD" clId="Web-{A223DC79-8A1C-ABAE-1F9B-158E890A425E}" dt="2022-11-08T02:42:28.101" v="8"/>
        <pc:sldMkLst>
          <pc:docMk/>
          <pc:sldMk cId="654897096" sldId="305"/>
        </pc:sldMkLst>
      </pc:sldChg>
      <pc:sldChg chg="addSp modSp new">
        <pc:chgData name="Gusti Pangestu" userId="S::gusti.pangestu@binus.ac.id::7768735c-5c0d-4d9b-b550-ead0b3c82a30" providerId="AD" clId="Web-{A223DC79-8A1C-ABAE-1F9B-158E890A425E}" dt="2022-11-08T09:57:28.812" v="337" actId="1076"/>
        <pc:sldMkLst>
          <pc:docMk/>
          <pc:sldMk cId="1495215192" sldId="306"/>
        </pc:sldMkLst>
        <pc:spChg chg="mod">
          <ac:chgData name="Gusti Pangestu" userId="S::gusti.pangestu@binus.ac.id::7768735c-5c0d-4d9b-b550-ead0b3c82a30" providerId="AD" clId="Web-{A223DC79-8A1C-ABAE-1F9B-158E890A425E}" dt="2022-11-08T09:56:10.934" v="320" actId="20577"/>
          <ac:spMkLst>
            <pc:docMk/>
            <pc:sldMk cId="1495215192" sldId="306"/>
            <ac:spMk id="2" creationId="{BA12BD38-E371-84F6-51E5-446A2E8725A1}"/>
          </ac:spMkLst>
        </pc:spChg>
        <pc:spChg chg="mod">
          <ac:chgData name="Gusti Pangestu" userId="S::gusti.pangestu@binus.ac.id::7768735c-5c0d-4d9b-b550-ead0b3c82a30" providerId="AD" clId="Web-{A223DC79-8A1C-ABAE-1F9B-158E890A425E}" dt="2022-11-08T09:57:08.749" v="333" actId="20577"/>
          <ac:spMkLst>
            <pc:docMk/>
            <pc:sldMk cId="1495215192" sldId="306"/>
            <ac:spMk id="3" creationId="{AE53D38C-717E-2153-2296-EB8138EAC838}"/>
          </ac:spMkLst>
        </pc:spChg>
        <pc:picChg chg="add mod">
          <ac:chgData name="Gusti Pangestu" userId="S::gusti.pangestu@binus.ac.id::7768735c-5c0d-4d9b-b550-ead0b3c82a30" providerId="AD" clId="Web-{A223DC79-8A1C-ABAE-1F9B-158E890A425E}" dt="2022-11-08T09:57:28.812" v="337" actId="1076"/>
          <ac:picMkLst>
            <pc:docMk/>
            <pc:sldMk cId="1495215192" sldId="306"/>
            <ac:picMk id="4" creationId="{AAD421F8-28CB-82EF-DCD6-6A00546ED9F1}"/>
          </ac:picMkLst>
        </pc:picChg>
      </pc:sldChg>
      <pc:sldChg chg="del">
        <pc:chgData name="Gusti Pangestu" userId="S::gusti.pangestu@binus.ac.id::7768735c-5c0d-4d9b-b550-ead0b3c82a30" providerId="AD" clId="Web-{A223DC79-8A1C-ABAE-1F9B-158E890A425E}" dt="2022-11-08T02:42:28.101" v="11"/>
        <pc:sldMkLst>
          <pc:docMk/>
          <pc:sldMk cId="4236229230" sldId="306"/>
        </pc:sldMkLst>
      </pc:sldChg>
      <pc:sldChg chg="del">
        <pc:chgData name="Gusti Pangestu" userId="S::gusti.pangestu@binus.ac.id::7768735c-5c0d-4d9b-b550-ead0b3c82a30" providerId="AD" clId="Web-{A223DC79-8A1C-ABAE-1F9B-158E890A425E}" dt="2022-11-08T02:42:28.101" v="10"/>
        <pc:sldMkLst>
          <pc:docMk/>
          <pc:sldMk cId="868108864" sldId="307"/>
        </pc:sldMkLst>
      </pc:sldChg>
      <pc:sldChg chg="del">
        <pc:chgData name="Gusti Pangestu" userId="S::gusti.pangestu@binus.ac.id::7768735c-5c0d-4d9b-b550-ead0b3c82a30" providerId="AD" clId="Web-{A223DC79-8A1C-ABAE-1F9B-158E890A425E}" dt="2022-11-08T02:42:28.101" v="9"/>
        <pc:sldMkLst>
          <pc:docMk/>
          <pc:sldMk cId="2349906427" sldId="308"/>
        </pc:sldMkLst>
      </pc:sldChg>
    </pc:docChg>
  </pc:docChgLst>
  <pc:docChgLst>
    <pc:chgData name="Gusti Pangestu" userId="S::gusti.pangestu@binus.ac.id::7768735c-5c0d-4d9b-b550-ead0b3c82a30" providerId="AD" clId="Web-{2D93CF2B-77F8-A25B-D210-87A5597154A1}"/>
    <pc:docChg chg="addSld modSld modSection">
      <pc:chgData name="Gusti Pangestu" userId="S::gusti.pangestu@binus.ac.id::7768735c-5c0d-4d9b-b550-ead0b3c82a30" providerId="AD" clId="Web-{2D93CF2B-77F8-A25B-D210-87A5597154A1}" dt="2022-11-08T02:40:13.934" v="3" actId="20577"/>
      <pc:docMkLst>
        <pc:docMk/>
      </pc:docMkLst>
      <pc:sldChg chg="modSp new">
        <pc:chgData name="Gusti Pangestu" userId="S::gusti.pangestu@binus.ac.id::7768735c-5c0d-4d9b-b550-ead0b3c82a30" providerId="AD" clId="Web-{2D93CF2B-77F8-A25B-D210-87A5597154A1}" dt="2022-11-08T02:40:13.934" v="3" actId="20577"/>
        <pc:sldMkLst>
          <pc:docMk/>
          <pc:sldMk cId="2349906427" sldId="308"/>
        </pc:sldMkLst>
        <pc:spChg chg="mod">
          <ac:chgData name="Gusti Pangestu" userId="S::gusti.pangestu@binus.ac.id::7768735c-5c0d-4d9b-b550-ead0b3c82a30" providerId="AD" clId="Web-{2D93CF2B-77F8-A25B-D210-87A5597154A1}" dt="2022-11-08T02:40:13.934" v="3" actId="20577"/>
          <ac:spMkLst>
            <pc:docMk/>
            <pc:sldMk cId="2349906427" sldId="308"/>
            <ac:spMk id="2" creationId="{8F985375-C6B8-C22E-CA8A-4D16C270F34C}"/>
          </ac:spMkLst>
        </pc:spChg>
      </pc:sldChg>
    </pc:docChg>
  </pc:docChgLst>
  <pc:docChgLst>
    <pc:chgData name="Gusti Pangestu" userId="7768735c-5c0d-4d9b-b550-ead0b3c82a30" providerId="ADAL" clId="{B03F9B36-D80A-483C-B697-CEF1FABBFE30}"/>
    <pc:docChg chg="delSld modSld modSection">
      <pc:chgData name="Gusti Pangestu" userId="7768735c-5c0d-4d9b-b550-ead0b3c82a30" providerId="ADAL" clId="{B03F9B36-D80A-483C-B697-CEF1FABBFE30}" dt="2023-01-02T04:13:40.691" v="3" actId="47"/>
      <pc:docMkLst>
        <pc:docMk/>
      </pc:docMkLst>
      <pc:sldChg chg="modSp mod">
        <pc:chgData name="Gusti Pangestu" userId="7768735c-5c0d-4d9b-b550-ead0b3c82a30" providerId="ADAL" clId="{B03F9B36-D80A-483C-B697-CEF1FABBFE30}" dt="2023-01-02T04:11:33.857" v="0"/>
        <pc:sldMkLst>
          <pc:docMk/>
          <pc:sldMk cId="1727291188" sldId="288"/>
        </pc:sldMkLst>
        <pc:spChg chg="mod">
          <ac:chgData name="Gusti Pangestu" userId="7768735c-5c0d-4d9b-b550-ead0b3c82a30" providerId="ADAL" clId="{B03F9B36-D80A-483C-B697-CEF1FABBFE30}" dt="2023-01-02T04:11:33.857" v="0"/>
          <ac:spMkLst>
            <pc:docMk/>
            <pc:sldMk cId="1727291188" sldId="288"/>
            <ac:spMk id="3" creationId="{4C14D8CF-1B8B-4AE4-B51C-5D619267E8B5}"/>
          </ac:spMkLst>
        </pc:spChg>
      </pc:sldChg>
      <pc:sldChg chg="modSp mod">
        <pc:chgData name="Gusti Pangestu" userId="7768735c-5c0d-4d9b-b550-ead0b3c82a30" providerId="ADAL" clId="{B03F9B36-D80A-483C-B697-CEF1FABBFE30}" dt="2023-01-02T04:12:18.506" v="2"/>
        <pc:sldMkLst>
          <pc:docMk/>
          <pc:sldMk cId="1365886943" sldId="289"/>
        </pc:sldMkLst>
        <pc:spChg chg="mod">
          <ac:chgData name="Gusti Pangestu" userId="7768735c-5c0d-4d9b-b550-ead0b3c82a30" providerId="ADAL" clId="{B03F9B36-D80A-483C-B697-CEF1FABBFE30}" dt="2023-01-02T04:12:18.506" v="2"/>
          <ac:spMkLst>
            <pc:docMk/>
            <pc:sldMk cId="1365886943" sldId="289"/>
            <ac:spMk id="5" creationId="{BFC9FBC7-A7B5-44F5-875A-9C78EE947DD2}"/>
          </ac:spMkLst>
        </pc:spChg>
      </pc:sldChg>
      <pc:sldChg chg="del">
        <pc:chgData name="Gusti Pangestu" userId="7768735c-5c0d-4d9b-b550-ead0b3c82a30" providerId="ADAL" clId="{B03F9B36-D80A-483C-B697-CEF1FABBFE30}" dt="2023-01-02T04:13:40.691" v="3" actId="47"/>
        <pc:sldMkLst>
          <pc:docMk/>
          <pc:sldMk cId="1063536070" sldId="312"/>
        </pc:sldMkLst>
      </pc:sldChg>
    </pc:docChg>
  </pc:docChgLst>
  <pc:docChgLst>
    <pc:chgData name="Gusti Pangestu" userId="7768735c-5c0d-4d9b-b550-ead0b3c82a30" providerId="ADAL" clId="{A228A050-C777-4D68-9F08-432EC40BDDDD}"/>
    <pc:docChg chg="custSel addSld delSld modSld sldOrd modSection">
      <pc:chgData name="Gusti Pangestu" userId="7768735c-5c0d-4d9b-b550-ead0b3c82a30" providerId="ADAL" clId="{A228A050-C777-4D68-9F08-432EC40BDDDD}" dt="2021-01-07T20:53:19.184" v="61" actId="12"/>
      <pc:docMkLst>
        <pc:docMk/>
      </pc:docMkLst>
      <pc:sldChg chg="del">
        <pc:chgData name="Gusti Pangestu" userId="7768735c-5c0d-4d9b-b550-ead0b3c82a30" providerId="ADAL" clId="{A228A050-C777-4D68-9F08-432EC40BDDDD}" dt="2021-01-07T20:50:36.705" v="15" actId="47"/>
        <pc:sldMkLst>
          <pc:docMk/>
          <pc:sldMk cId="654055134" sldId="256"/>
        </pc:sldMkLst>
      </pc:sldChg>
      <pc:sldChg chg="new del">
        <pc:chgData name="Gusti Pangestu" userId="7768735c-5c0d-4d9b-b550-ead0b3c82a30" providerId="ADAL" clId="{A228A050-C777-4D68-9F08-432EC40BDDDD}" dt="2021-01-07T20:50:36.705" v="15" actId="47"/>
        <pc:sldMkLst>
          <pc:docMk/>
          <pc:sldMk cId="2630684662" sldId="257"/>
        </pc:sldMkLst>
      </pc:sldChg>
      <pc:sldChg chg="modSp add mod ord">
        <pc:chgData name="Gusti Pangestu" userId="7768735c-5c0d-4d9b-b550-ead0b3c82a30" providerId="ADAL" clId="{A228A050-C777-4D68-9F08-432EC40BDDDD}" dt="2021-01-07T20:50:42.926" v="17"/>
        <pc:sldMkLst>
          <pc:docMk/>
          <pc:sldMk cId="109857222" sldId="258"/>
        </pc:sldMkLst>
        <pc:spChg chg="mod">
          <ac:chgData name="Gusti Pangestu" userId="7768735c-5c0d-4d9b-b550-ead0b3c82a30" providerId="ADAL" clId="{A228A050-C777-4D68-9F08-432EC40BDDDD}" dt="2021-01-07T20:50:31.032" v="10" actId="27636"/>
          <ac:spMkLst>
            <pc:docMk/>
            <pc:sldMk cId="109857222" sldId="258"/>
            <ac:spMk id="3" creationId="{00000000-0000-0000-0000-000000000000}"/>
          </ac:spMkLst>
        </pc:spChg>
      </pc:sldChg>
      <pc:sldChg chg="add">
        <pc:chgData name="Gusti Pangestu" userId="7768735c-5c0d-4d9b-b550-ead0b3c82a30" providerId="ADAL" clId="{A228A050-C777-4D68-9F08-432EC40BDDDD}" dt="2021-01-07T20:50:30.890" v="9"/>
        <pc:sldMkLst>
          <pc:docMk/>
          <pc:sldMk cId="1744550803" sldId="259"/>
        </pc:sldMkLst>
      </pc:sldChg>
      <pc:sldChg chg="delSp add setBg delDesignElem">
        <pc:chgData name="Gusti Pangestu" userId="7768735c-5c0d-4d9b-b550-ead0b3c82a30" providerId="ADAL" clId="{A228A050-C777-4D68-9F08-432EC40BDDDD}" dt="2021-01-07T20:50:30.890" v="9"/>
        <pc:sldMkLst>
          <pc:docMk/>
          <pc:sldMk cId="2444400246" sldId="260"/>
        </pc:sldMkLst>
        <pc:spChg chg="del">
          <ac:chgData name="Gusti Pangestu" userId="7768735c-5c0d-4d9b-b550-ead0b3c82a30" providerId="ADAL" clId="{A228A050-C777-4D68-9F08-432EC40BDDDD}" dt="2021-01-07T20:50:30.890" v="9"/>
          <ac:spMkLst>
            <pc:docMk/>
            <pc:sldMk cId="2444400246" sldId="260"/>
            <ac:spMk id="11" creationId="{46C2E80F-49A6-4372-B103-219D417A55ED}"/>
          </ac:spMkLst>
        </pc:spChg>
      </pc:sldChg>
      <pc:sldChg chg="delSp add setBg delDesignElem">
        <pc:chgData name="Gusti Pangestu" userId="7768735c-5c0d-4d9b-b550-ead0b3c82a30" providerId="ADAL" clId="{A228A050-C777-4D68-9F08-432EC40BDDDD}" dt="2021-01-07T20:50:30.890" v="9"/>
        <pc:sldMkLst>
          <pc:docMk/>
          <pc:sldMk cId="3227208170" sldId="261"/>
        </pc:sldMkLst>
        <pc:spChg chg="del">
          <ac:chgData name="Gusti Pangestu" userId="7768735c-5c0d-4d9b-b550-ead0b3c82a30" providerId="ADAL" clId="{A228A050-C777-4D68-9F08-432EC40BDDDD}" dt="2021-01-07T20:50:30.890" v="9"/>
          <ac:spMkLst>
            <pc:docMk/>
            <pc:sldMk cId="3227208170" sldId="261"/>
            <ac:spMk id="8" creationId="{5A292AEA-2528-46C0-B426-95822B6141FB}"/>
          </ac:spMkLst>
        </pc:spChg>
        <pc:spChg chg="del">
          <ac:chgData name="Gusti Pangestu" userId="7768735c-5c0d-4d9b-b550-ead0b3c82a30" providerId="ADAL" clId="{A228A050-C777-4D68-9F08-432EC40BDDDD}" dt="2021-01-07T20:50:30.890" v="9"/>
          <ac:spMkLst>
            <pc:docMk/>
            <pc:sldMk cId="3227208170" sldId="261"/>
            <ac:spMk id="10" creationId="{D8B7B198-E4DF-43CD-AD8C-199884323745}"/>
          </ac:spMkLst>
        </pc:spChg>
        <pc:spChg chg="del">
          <ac:chgData name="Gusti Pangestu" userId="7768735c-5c0d-4d9b-b550-ead0b3c82a30" providerId="ADAL" clId="{A228A050-C777-4D68-9F08-432EC40BDDDD}" dt="2021-01-07T20:50:30.890" v="9"/>
          <ac:spMkLst>
            <pc:docMk/>
            <pc:sldMk cId="3227208170" sldId="261"/>
            <ac:spMk id="12" creationId="{2BE67753-EA0E-4819-8D22-0B6600CF7231}"/>
          </ac:spMkLst>
        </pc:spChg>
        <pc:grpChg chg="del">
          <ac:chgData name="Gusti Pangestu" userId="7768735c-5c0d-4d9b-b550-ead0b3c82a30" providerId="ADAL" clId="{A228A050-C777-4D68-9F08-432EC40BDDDD}" dt="2021-01-07T20:50:30.890" v="9"/>
          <ac:grpSpMkLst>
            <pc:docMk/>
            <pc:sldMk cId="3227208170" sldId="261"/>
            <ac:grpSpMk id="14" creationId="{D76D63AC-0421-45EC-B383-E79A61A78C6B}"/>
          </ac:grpSpMkLst>
        </pc:grpChg>
        <pc:grpChg chg="del">
          <ac:chgData name="Gusti Pangestu" userId="7768735c-5c0d-4d9b-b550-ead0b3c82a30" providerId="ADAL" clId="{A228A050-C777-4D68-9F08-432EC40BDDDD}" dt="2021-01-07T20:50:30.890" v="9"/>
          <ac:grpSpMkLst>
            <pc:docMk/>
            <pc:sldMk cId="3227208170" sldId="261"/>
            <ac:grpSpMk id="23" creationId="{87F87F1B-42BA-4AC7-A4E2-41544DDB2CE3}"/>
          </ac:grpSpMkLst>
        </pc:grpChg>
        <pc:grpChg chg="del">
          <ac:chgData name="Gusti Pangestu" userId="7768735c-5c0d-4d9b-b550-ead0b3c82a30" providerId="ADAL" clId="{A228A050-C777-4D68-9F08-432EC40BDDDD}" dt="2021-01-07T20:50:30.890" v="9"/>
          <ac:grpSpMkLst>
            <pc:docMk/>
            <pc:sldMk cId="3227208170" sldId="261"/>
            <ac:grpSpMk id="29" creationId="{967346A5-7569-4F15-AB5D-BE3DADF192C0}"/>
          </ac:grpSpMkLst>
        </pc:grpChg>
      </pc:sldChg>
      <pc:sldChg chg="add">
        <pc:chgData name="Gusti Pangestu" userId="7768735c-5c0d-4d9b-b550-ead0b3c82a30" providerId="ADAL" clId="{A228A050-C777-4D68-9F08-432EC40BDDDD}" dt="2021-01-07T20:50:30.890" v="9"/>
        <pc:sldMkLst>
          <pc:docMk/>
          <pc:sldMk cId="3586522301" sldId="262"/>
        </pc:sldMkLst>
      </pc:sldChg>
      <pc:sldChg chg="delSp modSp add mod setBg delDesignElem">
        <pc:chgData name="Gusti Pangestu" userId="7768735c-5c0d-4d9b-b550-ead0b3c82a30" providerId="ADAL" clId="{A228A050-C777-4D68-9F08-432EC40BDDDD}" dt="2021-01-07T20:50:31.144" v="11" actId="27636"/>
        <pc:sldMkLst>
          <pc:docMk/>
          <pc:sldMk cId="1358273460" sldId="263"/>
        </pc:sldMkLst>
        <pc:spChg chg="mod">
          <ac:chgData name="Gusti Pangestu" userId="7768735c-5c0d-4d9b-b550-ead0b3c82a30" providerId="ADAL" clId="{A228A050-C777-4D68-9F08-432EC40BDDDD}" dt="2021-01-07T20:50:31.144" v="11" actId="27636"/>
          <ac:spMkLst>
            <pc:docMk/>
            <pc:sldMk cId="1358273460" sldId="263"/>
            <ac:spMk id="4" creationId="{C89EFB6E-43D7-4C58-8CA4-240152F0CFE6}"/>
          </ac:spMkLst>
        </pc:spChg>
        <pc:spChg chg="del">
          <ac:chgData name="Gusti Pangestu" userId="7768735c-5c0d-4d9b-b550-ead0b3c82a30" providerId="ADAL" clId="{A228A050-C777-4D68-9F08-432EC40BDDDD}" dt="2021-01-07T20:50:30.890" v="9"/>
          <ac:spMkLst>
            <pc:docMk/>
            <pc:sldMk cId="1358273460" sldId="263"/>
            <ac:spMk id="14" creationId="{C413D172-8B6A-47F5-9813-DE455773F3FB}"/>
          </ac:spMkLst>
        </pc:spChg>
      </pc:sldChg>
      <pc:sldChg chg="delSp add setBg delDesignElem">
        <pc:chgData name="Gusti Pangestu" userId="7768735c-5c0d-4d9b-b550-ead0b3c82a30" providerId="ADAL" clId="{A228A050-C777-4D68-9F08-432EC40BDDDD}" dt="2021-01-07T20:50:30.890" v="9"/>
        <pc:sldMkLst>
          <pc:docMk/>
          <pc:sldMk cId="4186271631" sldId="264"/>
        </pc:sldMkLst>
        <pc:cxnChg chg="del">
          <ac:chgData name="Gusti Pangestu" userId="7768735c-5c0d-4d9b-b550-ead0b3c82a30" providerId="ADAL" clId="{A228A050-C777-4D68-9F08-432EC40BDDDD}" dt="2021-01-07T20:50:30.890" v="9"/>
          <ac:cxnSpMkLst>
            <pc:docMk/>
            <pc:sldMk cId="4186271631" sldId="264"/>
            <ac:cxnSpMk id="11" creationId="{A7F400EE-A8A5-48AF-B4D6-291B52C6F0B0}"/>
          </ac:cxnSpMkLst>
        </pc:cxnChg>
      </pc:sldChg>
      <pc:sldChg chg="add">
        <pc:chgData name="Gusti Pangestu" userId="7768735c-5c0d-4d9b-b550-ead0b3c82a30" providerId="ADAL" clId="{A228A050-C777-4D68-9F08-432EC40BDDDD}" dt="2021-01-07T20:50:30.890" v="9"/>
        <pc:sldMkLst>
          <pc:docMk/>
          <pc:sldMk cId="640388395" sldId="265"/>
        </pc:sldMkLst>
      </pc:sldChg>
      <pc:sldChg chg="delSp add setBg delDesignElem">
        <pc:chgData name="Gusti Pangestu" userId="7768735c-5c0d-4d9b-b550-ead0b3c82a30" providerId="ADAL" clId="{A228A050-C777-4D68-9F08-432EC40BDDDD}" dt="2021-01-07T20:50:30.890" v="9"/>
        <pc:sldMkLst>
          <pc:docMk/>
          <pc:sldMk cId="2731352854" sldId="266"/>
        </pc:sldMkLst>
        <pc:spChg chg="del">
          <ac:chgData name="Gusti Pangestu" userId="7768735c-5c0d-4d9b-b550-ead0b3c82a30" providerId="ADAL" clId="{A228A050-C777-4D68-9F08-432EC40BDDDD}" dt="2021-01-07T20:50:30.890" v="9"/>
          <ac:spMkLst>
            <pc:docMk/>
            <pc:sldMk cId="2731352854" sldId="266"/>
            <ac:spMk id="10" creationId="{F13C74B1-5B17-4795-BED0-7140497B445A}"/>
          </ac:spMkLst>
        </pc:spChg>
        <pc:spChg chg="del">
          <ac:chgData name="Gusti Pangestu" userId="7768735c-5c0d-4d9b-b550-ead0b3c82a30" providerId="ADAL" clId="{A228A050-C777-4D68-9F08-432EC40BDDDD}" dt="2021-01-07T20:50:30.890" v="9"/>
          <ac:spMkLst>
            <pc:docMk/>
            <pc:sldMk cId="2731352854" sldId="266"/>
            <ac:spMk id="12" creationId="{D4974D33-8DC5-464E-8C6D-BE58F0669C17}"/>
          </ac:spMkLst>
        </pc:spChg>
      </pc:sldChg>
      <pc:sldChg chg="delSp add setBg delDesignElem">
        <pc:chgData name="Gusti Pangestu" userId="7768735c-5c0d-4d9b-b550-ead0b3c82a30" providerId="ADAL" clId="{A228A050-C777-4D68-9F08-432EC40BDDDD}" dt="2021-01-07T20:50:30.890" v="9"/>
        <pc:sldMkLst>
          <pc:docMk/>
          <pc:sldMk cId="2491614461" sldId="267"/>
        </pc:sldMkLst>
        <pc:spChg chg="del">
          <ac:chgData name="Gusti Pangestu" userId="7768735c-5c0d-4d9b-b550-ead0b3c82a30" providerId="ADAL" clId="{A228A050-C777-4D68-9F08-432EC40BDDDD}" dt="2021-01-07T20:50:30.890" v="9"/>
          <ac:spMkLst>
            <pc:docMk/>
            <pc:sldMk cId="2491614461" sldId="267"/>
            <ac:spMk id="8" creationId="{2A8AA5BC-4F7A-4226-8F99-6D824B226A97}"/>
          </ac:spMkLst>
        </pc:spChg>
        <pc:spChg chg="del">
          <ac:chgData name="Gusti Pangestu" userId="7768735c-5c0d-4d9b-b550-ead0b3c82a30" providerId="ADAL" clId="{A228A050-C777-4D68-9F08-432EC40BDDDD}" dt="2021-01-07T20:50:30.890" v="9"/>
          <ac:spMkLst>
            <pc:docMk/>
            <pc:sldMk cId="2491614461" sldId="267"/>
            <ac:spMk id="10" creationId="{3E5445C6-DD42-4979-86FF-03730E8C6DB0}"/>
          </ac:spMkLst>
        </pc:spChg>
        <pc:cxnChg chg="del">
          <ac:chgData name="Gusti Pangestu" userId="7768735c-5c0d-4d9b-b550-ead0b3c82a30" providerId="ADAL" clId="{A228A050-C777-4D68-9F08-432EC40BDDDD}" dt="2021-01-07T20:50:30.890" v="9"/>
          <ac:cxnSpMkLst>
            <pc:docMk/>
            <pc:sldMk cId="2491614461" sldId="267"/>
            <ac:cxnSpMk id="12" creationId="{45000665-DFC7-417E-8FD7-516A0F15C975}"/>
          </ac:cxnSpMkLst>
        </pc:cxnChg>
      </pc:sldChg>
      <pc:sldChg chg="add">
        <pc:chgData name="Gusti Pangestu" userId="7768735c-5c0d-4d9b-b550-ead0b3c82a30" providerId="ADAL" clId="{A228A050-C777-4D68-9F08-432EC40BDDDD}" dt="2021-01-07T20:50:30.890" v="9"/>
        <pc:sldMkLst>
          <pc:docMk/>
          <pc:sldMk cId="2148684292" sldId="268"/>
        </pc:sldMkLst>
      </pc:sldChg>
      <pc:sldChg chg="add">
        <pc:chgData name="Gusti Pangestu" userId="7768735c-5c0d-4d9b-b550-ead0b3c82a30" providerId="ADAL" clId="{A228A050-C777-4D68-9F08-432EC40BDDDD}" dt="2021-01-07T20:50:30.890" v="9"/>
        <pc:sldMkLst>
          <pc:docMk/>
          <pc:sldMk cId="3556607782" sldId="269"/>
        </pc:sldMkLst>
      </pc:sldChg>
      <pc:sldChg chg="delSp add setBg delDesignElem">
        <pc:chgData name="Gusti Pangestu" userId="7768735c-5c0d-4d9b-b550-ead0b3c82a30" providerId="ADAL" clId="{A228A050-C777-4D68-9F08-432EC40BDDDD}" dt="2021-01-07T20:50:30.890" v="9"/>
        <pc:sldMkLst>
          <pc:docMk/>
          <pc:sldMk cId="1547233532" sldId="270"/>
        </pc:sldMkLst>
        <pc:spChg chg="del">
          <ac:chgData name="Gusti Pangestu" userId="7768735c-5c0d-4d9b-b550-ead0b3c82a30" providerId="ADAL" clId="{A228A050-C777-4D68-9F08-432EC40BDDDD}" dt="2021-01-07T20:50:30.890" v="9"/>
          <ac:spMkLst>
            <pc:docMk/>
            <pc:sldMk cId="1547233532" sldId="270"/>
            <ac:spMk id="7" creationId="{60E9A6ED-B880-44EA-8D60-C9D3C82CCBD2}"/>
          </ac:spMkLst>
        </pc:spChg>
      </pc:sldChg>
      <pc:sldChg chg="add">
        <pc:chgData name="Gusti Pangestu" userId="7768735c-5c0d-4d9b-b550-ead0b3c82a30" providerId="ADAL" clId="{A228A050-C777-4D68-9F08-432EC40BDDDD}" dt="2021-01-07T20:50:30.890" v="9"/>
        <pc:sldMkLst>
          <pc:docMk/>
          <pc:sldMk cId="536712598" sldId="271"/>
        </pc:sldMkLst>
      </pc:sldChg>
      <pc:sldChg chg="add">
        <pc:chgData name="Gusti Pangestu" userId="7768735c-5c0d-4d9b-b550-ead0b3c82a30" providerId="ADAL" clId="{A228A050-C777-4D68-9F08-432EC40BDDDD}" dt="2021-01-07T20:50:30.890" v="9"/>
        <pc:sldMkLst>
          <pc:docMk/>
          <pc:sldMk cId="871585317" sldId="272"/>
        </pc:sldMkLst>
      </pc:sldChg>
      <pc:sldChg chg="add">
        <pc:chgData name="Gusti Pangestu" userId="7768735c-5c0d-4d9b-b550-ead0b3c82a30" providerId="ADAL" clId="{A228A050-C777-4D68-9F08-432EC40BDDDD}" dt="2021-01-07T20:50:30.890" v="9"/>
        <pc:sldMkLst>
          <pc:docMk/>
          <pc:sldMk cId="2571191043" sldId="273"/>
        </pc:sldMkLst>
      </pc:sldChg>
      <pc:sldChg chg="add">
        <pc:chgData name="Gusti Pangestu" userId="7768735c-5c0d-4d9b-b550-ead0b3c82a30" providerId="ADAL" clId="{A228A050-C777-4D68-9F08-432EC40BDDDD}" dt="2021-01-07T20:50:30.890" v="9"/>
        <pc:sldMkLst>
          <pc:docMk/>
          <pc:sldMk cId="3225170664" sldId="274"/>
        </pc:sldMkLst>
      </pc:sldChg>
      <pc:sldChg chg="delSp add setBg delDesignElem">
        <pc:chgData name="Gusti Pangestu" userId="7768735c-5c0d-4d9b-b550-ead0b3c82a30" providerId="ADAL" clId="{A228A050-C777-4D68-9F08-432EC40BDDDD}" dt="2021-01-07T20:50:30.890" v="9"/>
        <pc:sldMkLst>
          <pc:docMk/>
          <pc:sldMk cId="785895188" sldId="275"/>
        </pc:sldMkLst>
        <pc:spChg chg="del">
          <ac:chgData name="Gusti Pangestu" userId="7768735c-5c0d-4d9b-b550-ead0b3c82a30" providerId="ADAL" clId="{A228A050-C777-4D68-9F08-432EC40BDDDD}" dt="2021-01-07T20:50:30.890" v="9"/>
          <ac:spMkLst>
            <pc:docMk/>
            <pc:sldMk cId="785895188" sldId="275"/>
            <ac:spMk id="9" creationId="{46C2E80F-49A6-4372-B103-219D417A55ED}"/>
          </ac:spMkLst>
        </pc:spChg>
      </pc:sldChg>
      <pc:sldChg chg="modSp add mod">
        <pc:chgData name="Gusti Pangestu" userId="7768735c-5c0d-4d9b-b550-ead0b3c82a30" providerId="ADAL" clId="{A228A050-C777-4D68-9F08-432EC40BDDDD}" dt="2021-01-07T20:50:31.223" v="12" actId="27636"/>
        <pc:sldMkLst>
          <pc:docMk/>
          <pc:sldMk cId="4271303309" sldId="276"/>
        </pc:sldMkLst>
        <pc:spChg chg="mod">
          <ac:chgData name="Gusti Pangestu" userId="7768735c-5c0d-4d9b-b550-ead0b3c82a30" providerId="ADAL" clId="{A228A050-C777-4D68-9F08-432EC40BDDDD}" dt="2021-01-07T20:50:31.223" v="12" actId="27636"/>
          <ac:spMkLst>
            <pc:docMk/>
            <pc:sldMk cId="4271303309" sldId="276"/>
            <ac:spMk id="3" creationId="{51B93F0A-E9F7-46C2-8E5B-DE6787A459FA}"/>
          </ac:spMkLst>
        </pc:spChg>
      </pc:sldChg>
      <pc:sldChg chg="add">
        <pc:chgData name="Gusti Pangestu" userId="7768735c-5c0d-4d9b-b550-ead0b3c82a30" providerId="ADAL" clId="{A228A050-C777-4D68-9F08-432EC40BDDDD}" dt="2021-01-07T20:50:30.890" v="9"/>
        <pc:sldMkLst>
          <pc:docMk/>
          <pc:sldMk cId="2117260491" sldId="277"/>
        </pc:sldMkLst>
      </pc:sldChg>
      <pc:sldChg chg="add">
        <pc:chgData name="Gusti Pangestu" userId="7768735c-5c0d-4d9b-b550-ead0b3c82a30" providerId="ADAL" clId="{A228A050-C777-4D68-9F08-432EC40BDDDD}" dt="2021-01-07T20:50:30.890" v="9"/>
        <pc:sldMkLst>
          <pc:docMk/>
          <pc:sldMk cId="1015955173" sldId="278"/>
        </pc:sldMkLst>
      </pc:sldChg>
      <pc:sldChg chg="add">
        <pc:chgData name="Gusti Pangestu" userId="7768735c-5c0d-4d9b-b550-ead0b3c82a30" providerId="ADAL" clId="{A228A050-C777-4D68-9F08-432EC40BDDDD}" dt="2021-01-07T20:50:30.890" v="9"/>
        <pc:sldMkLst>
          <pc:docMk/>
          <pc:sldMk cId="344992624" sldId="279"/>
        </pc:sldMkLst>
      </pc:sldChg>
      <pc:sldChg chg="add">
        <pc:chgData name="Gusti Pangestu" userId="7768735c-5c0d-4d9b-b550-ead0b3c82a30" providerId="ADAL" clId="{A228A050-C777-4D68-9F08-432EC40BDDDD}" dt="2021-01-07T20:50:30.890" v="9"/>
        <pc:sldMkLst>
          <pc:docMk/>
          <pc:sldMk cId="90282252" sldId="280"/>
        </pc:sldMkLst>
      </pc:sldChg>
      <pc:sldChg chg="add">
        <pc:chgData name="Gusti Pangestu" userId="7768735c-5c0d-4d9b-b550-ead0b3c82a30" providerId="ADAL" clId="{A228A050-C777-4D68-9F08-432EC40BDDDD}" dt="2021-01-07T20:50:30.890" v="9"/>
        <pc:sldMkLst>
          <pc:docMk/>
          <pc:sldMk cId="3410787883" sldId="281"/>
        </pc:sldMkLst>
      </pc:sldChg>
      <pc:sldChg chg="add">
        <pc:chgData name="Gusti Pangestu" userId="7768735c-5c0d-4d9b-b550-ead0b3c82a30" providerId="ADAL" clId="{A228A050-C777-4D68-9F08-432EC40BDDDD}" dt="2021-01-07T20:50:30.890" v="9"/>
        <pc:sldMkLst>
          <pc:docMk/>
          <pc:sldMk cId="1227478321" sldId="282"/>
        </pc:sldMkLst>
      </pc:sldChg>
      <pc:sldChg chg="modSp add mod">
        <pc:chgData name="Gusti Pangestu" userId="7768735c-5c0d-4d9b-b550-ead0b3c82a30" providerId="ADAL" clId="{A228A050-C777-4D68-9F08-432EC40BDDDD}" dt="2021-01-07T20:50:31.277" v="13" actId="27636"/>
        <pc:sldMkLst>
          <pc:docMk/>
          <pc:sldMk cId="292231376" sldId="283"/>
        </pc:sldMkLst>
        <pc:spChg chg="mod">
          <ac:chgData name="Gusti Pangestu" userId="7768735c-5c0d-4d9b-b550-ead0b3c82a30" providerId="ADAL" clId="{A228A050-C777-4D68-9F08-432EC40BDDDD}" dt="2021-01-07T20:50:31.277" v="13" actId="27636"/>
          <ac:spMkLst>
            <pc:docMk/>
            <pc:sldMk cId="292231376" sldId="283"/>
            <ac:spMk id="3" creationId="{1DD5EFC8-2115-4E3E-89B5-91646468B7F1}"/>
          </ac:spMkLst>
        </pc:spChg>
      </pc:sldChg>
      <pc:sldChg chg="modSp add mod">
        <pc:chgData name="Gusti Pangestu" userId="7768735c-5c0d-4d9b-b550-ead0b3c82a30" providerId="ADAL" clId="{A228A050-C777-4D68-9F08-432EC40BDDDD}" dt="2021-01-07T20:50:31.289" v="14" actId="27636"/>
        <pc:sldMkLst>
          <pc:docMk/>
          <pc:sldMk cId="2152450951" sldId="284"/>
        </pc:sldMkLst>
        <pc:spChg chg="mod">
          <ac:chgData name="Gusti Pangestu" userId="7768735c-5c0d-4d9b-b550-ead0b3c82a30" providerId="ADAL" clId="{A228A050-C777-4D68-9F08-432EC40BDDDD}" dt="2021-01-07T20:50:31.289" v="14" actId="27636"/>
          <ac:spMkLst>
            <pc:docMk/>
            <pc:sldMk cId="2152450951" sldId="284"/>
            <ac:spMk id="3" creationId="{E7B1C3F7-9691-4C1B-8220-DEADB47A784A}"/>
          </ac:spMkLst>
        </pc:spChg>
      </pc:sldChg>
      <pc:sldChg chg="add">
        <pc:chgData name="Gusti Pangestu" userId="7768735c-5c0d-4d9b-b550-ead0b3c82a30" providerId="ADAL" clId="{A228A050-C777-4D68-9F08-432EC40BDDDD}" dt="2021-01-07T20:50:30.890" v="9"/>
        <pc:sldMkLst>
          <pc:docMk/>
          <pc:sldMk cId="2554036173" sldId="285"/>
        </pc:sldMkLst>
      </pc:sldChg>
      <pc:sldChg chg="add">
        <pc:chgData name="Gusti Pangestu" userId="7768735c-5c0d-4d9b-b550-ead0b3c82a30" providerId="ADAL" clId="{A228A050-C777-4D68-9F08-432EC40BDDDD}" dt="2021-01-07T20:50:30.890" v="9"/>
        <pc:sldMkLst>
          <pc:docMk/>
          <pc:sldMk cId="1741353849" sldId="286"/>
        </pc:sldMkLst>
      </pc:sldChg>
      <pc:sldChg chg="add">
        <pc:chgData name="Gusti Pangestu" userId="7768735c-5c0d-4d9b-b550-ead0b3c82a30" providerId="ADAL" clId="{A228A050-C777-4D68-9F08-432EC40BDDDD}" dt="2021-01-07T20:50:30.890" v="9"/>
        <pc:sldMkLst>
          <pc:docMk/>
          <pc:sldMk cId="2486734919" sldId="287"/>
        </pc:sldMkLst>
      </pc:sldChg>
      <pc:sldChg chg="modSp new mod">
        <pc:chgData name="Gusti Pangestu" userId="7768735c-5c0d-4d9b-b550-ead0b3c82a30" providerId="ADAL" clId="{A228A050-C777-4D68-9F08-432EC40BDDDD}" dt="2021-01-07T20:51:51.029" v="39" actId="20577"/>
        <pc:sldMkLst>
          <pc:docMk/>
          <pc:sldMk cId="1727291188" sldId="288"/>
        </pc:sldMkLst>
        <pc:spChg chg="mod">
          <ac:chgData name="Gusti Pangestu" userId="7768735c-5c0d-4d9b-b550-ead0b3c82a30" providerId="ADAL" clId="{A228A050-C777-4D68-9F08-432EC40BDDDD}" dt="2021-01-07T20:51:13.661" v="36" actId="20577"/>
          <ac:spMkLst>
            <pc:docMk/>
            <pc:sldMk cId="1727291188" sldId="288"/>
            <ac:spMk id="2" creationId="{F85E616B-94C1-4821-AA95-497C64ADBC5C}"/>
          </ac:spMkLst>
        </pc:spChg>
        <pc:spChg chg="mod">
          <ac:chgData name="Gusti Pangestu" userId="7768735c-5c0d-4d9b-b550-ead0b3c82a30" providerId="ADAL" clId="{A228A050-C777-4D68-9F08-432EC40BDDDD}" dt="2021-01-07T20:51:51.029" v="39" actId="20577"/>
          <ac:spMkLst>
            <pc:docMk/>
            <pc:sldMk cId="1727291188" sldId="288"/>
            <ac:spMk id="3" creationId="{4C14D8CF-1B8B-4AE4-B51C-5D619267E8B5}"/>
          </ac:spMkLst>
        </pc:spChg>
      </pc:sldChg>
      <pc:sldChg chg="addSp delSp modSp new mod modClrScheme chgLayout">
        <pc:chgData name="Gusti Pangestu" userId="7768735c-5c0d-4d9b-b550-ead0b3c82a30" providerId="ADAL" clId="{A228A050-C777-4D68-9F08-432EC40BDDDD}" dt="2021-01-07T20:53:19.184" v="61" actId="12"/>
        <pc:sldMkLst>
          <pc:docMk/>
          <pc:sldMk cId="1365886943" sldId="289"/>
        </pc:sldMkLst>
        <pc:spChg chg="del mod ord">
          <ac:chgData name="Gusti Pangestu" userId="7768735c-5c0d-4d9b-b550-ead0b3c82a30" providerId="ADAL" clId="{A228A050-C777-4D68-9F08-432EC40BDDDD}" dt="2021-01-07T20:52:08.873" v="41" actId="700"/>
          <ac:spMkLst>
            <pc:docMk/>
            <pc:sldMk cId="1365886943" sldId="289"/>
            <ac:spMk id="2" creationId="{9DD15A01-3AEE-426F-B062-2806FFB72997}"/>
          </ac:spMkLst>
        </pc:spChg>
        <pc:spChg chg="del mod ord">
          <ac:chgData name="Gusti Pangestu" userId="7768735c-5c0d-4d9b-b550-ead0b3c82a30" providerId="ADAL" clId="{A228A050-C777-4D68-9F08-432EC40BDDDD}" dt="2021-01-07T20:52:08.873" v="41" actId="700"/>
          <ac:spMkLst>
            <pc:docMk/>
            <pc:sldMk cId="1365886943" sldId="289"/>
            <ac:spMk id="3" creationId="{69D1B3AA-25D4-44A2-8BF3-27FB567A1E55}"/>
          </ac:spMkLst>
        </pc:spChg>
        <pc:spChg chg="add mod ord">
          <ac:chgData name="Gusti Pangestu" userId="7768735c-5c0d-4d9b-b550-ead0b3c82a30" providerId="ADAL" clId="{A228A050-C777-4D68-9F08-432EC40BDDDD}" dt="2021-01-07T20:52:13.414" v="51" actId="20577"/>
          <ac:spMkLst>
            <pc:docMk/>
            <pc:sldMk cId="1365886943" sldId="289"/>
            <ac:spMk id="4" creationId="{F28D8085-CEF9-4899-944F-A4EBC89804E1}"/>
          </ac:spMkLst>
        </pc:spChg>
        <pc:spChg chg="add mod ord">
          <ac:chgData name="Gusti Pangestu" userId="7768735c-5c0d-4d9b-b550-ead0b3c82a30" providerId="ADAL" clId="{A228A050-C777-4D68-9F08-432EC40BDDDD}" dt="2021-01-07T20:53:19.184" v="61" actId="12"/>
          <ac:spMkLst>
            <pc:docMk/>
            <pc:sldMk cId="1365886943" sldId="289"/>
            <ac:spMk id="5" creationId="{BFC9FBC7-A7B5-44F5-875A-9C78EE947DD2}"/>
          </ac:spMkLst>
        </pc:spChg>
        <pc:spChg chg="add mod ord">
          <ac:chgData name="Gusti Pangestu" userId="7768735c-5c0d-4d9b-b550-ead0b3c82a30" providerId="ADAL" clId="{A228A050-C777-4D68-9F08-432EC40BDDDD}" dt="2021-01-07T20:52:08.873" v="41" actId="700"/>
          <ac:spMkLst>
            <pc:docMk/>
            <pc:sldMk cId="1365886943" sldId="289"/>
            <ac:spMk id="6" creationId="{64CE016D-E953-4FF6-AB64-3D5523725FF4}"/>
          </ac:spMkLst>
        </pc:spChg>
      </pc:sldChg>
    </pc:docChg>
  </pc:docChgLst>
  <pc:docChgLst>
    <pc:chgData clId="Web-{A223DC79-8A1C-ABAE-1F9B-158E890A425E}"/>
    <pc:docChg chg="modSld">
      <pc:chgData name="" userId="" providerId="" clId="Web-{A223DC79-8A1C-ABAE-1F9B-158E890A425E}" dt="2022-11-08T02:41:15.832" v="1" actId="20577"/>
      <pc:docMkLst>
        <pc:docMk/>
      </pc:docMkLst>
      <pc:sldChg chg="modSp">
        <pc:chgData name="" userId="" providerId="" clId="Web-{A223DC79-8A1C-ABAE-1F9B-158E890A425E}" dt="2022-11-08T02:41:15.832" v="1" actId="20577"/>
        <pc:sldMkLst>
          <pc:docMk/>
          <pc:sldMk cId="109857222" sldId="258"/>
        </pc:sldMkLst>
        <pc:spChg chg="mod">
          <ac:chgData name="" userId="" providerId="" clId="Web-{A223DC79-8A1C-ABAE-1F9B-158E890A425E}" dt="2022-11-08T02:41:15.832" v="1" actId="20577"/>
          <ac:spMkLst>
            <pc:docMk/>
            <pc:sldMk cId="109857222" sldId="258"/>
            <ac:spMk id="3" creationId="{00000000-0000-0000-0000-000000000000}"/>
          </ac:spMkLst>
        </pc:spChg>
      </pc:sldChg>
    </pc:docChg>
  </pc:docChgLst>
  <pc:docChgLst>
    <pc:chgData name="Gusti Pangestu" userId="S::gusti.pangestu@binus.ac.id::7768735c-5c0d-4d9b-b550-ead0b3c82a30" providerId="AD" clId="Web-{2FA84BC7-0DF4-93B0-D36B-F11A4D65BA38}"/>
    <pc:docChg chg="addSld modSld modSection">
      <pc:chgData name="Gusti Pangestu" userId="S::gusti.pangestu@binus.ac.id::7768735c-5c0d-4d9b-b550-ead0b3c82a30" providerId="AD" clId="Web-{2FA84BC7-0DF4-93B0-D36B-F11A4D65BA38}" dt="2022-11-16T03:43:24.938" v="81"/>
      <pc:docMkLst>
        <pc:docMk/>
      </pc:docMkLst>
      <pc:sldChg chg="addSp modSp new">
        <pc:chgData name="Gusti Pangestu" userId="S::gusti.pangestu@binus.ac.id::7768735c-5c0d-4d9b-b550-ead0b3c82a30" providerId="AD" clId="Web-{2FA84BC7-0DF4-93B0-D36B-F11A4D65BA38}" dt="2022-11-16T03:21:00.599" v="13" actId="1076"/>
        <pc:sldMkLst>
          <pc:docMk/>
          <pc:sldMk cId="1670407441" sldId="307"/>
        </pc:sldMkLst>
        <pc:spChg chg="mod">
          <ac:chgData name="Gusti Pangestu" userId="S::gusti.pangestu@binus.ac.id::7768735c-5c0d-4d9b-b550-ead0b3c82a30" providerId="AD" clId="Web-{2FA84BC7-0DF4-93B0-D36B-F11A4D65BA38}" dt="2022-11-16T03:20:15.457" v="3" actId="20577"/>
          <ac:spMkLst>
            <pc:docMk/>
            <pc:sldMk cId="1670407441" sldId="307"/>
            <ac:spMk id="2" creationId="{B79219DF-2158-C720-BF0C-28637317CCA6}"/>
          </ac:spMkLst>
        </pc:spChg>
        <pc:spChg chg="mod">
          <ac:chgData name="Gusti Pangestu" userId="S::gusti.pangestu@binus.ac.id::7768735c-5c0d-4d9b-b550-ead0b3c82a30" providerId="AD" clId="Web-{2FA84BC7-0DF4-93B0-D36B-F11A4D65BA38}" dt="2022-11-16T03:20:38.630" v="8" actId="20577"/>
          <ac:spMkLst>
            <pc:docMk/>
            <pc:sldMk cId="1670407441" sldId="307"/>
            <ac:spMk id="3" creationId="{6559D7BC-1734-D462-7CC2-F873A7F69513}"/>
          </ac:spMkLst>
        </pc:spChg>
        <pc:picChg chg="add mod">
          <ac:chgData name="Gusti Pangestu" userId="S::gusti.pangestu@binus.ac.id::7768735c-5c0d-4d9b-b550-ead0b3c82a30" providerId="AD" clId="Web-{2FA84BC7-0DF4-93B0-D36B-F11A4D65BA38}" dt="2022-11-16T03:21:00.599" v="13" actId="1076"/>
          <ac:picMkLst>
            <pc:docMk/>
            <pc:sldMk cId="1670407441" sldId="307"/>
            <ac:picMk id="4" creationId="{3FBBDF4A-F9BD-27BE-570A-A9F52F76876B}"/>
          </ac:picMkLst>
        </pc:picChg>
      </pc:sldChg>
      <pc:sldChg chg="addSp modSp new mod modClrScheme chgLayout">
        <pc:chgData name="Gusti Pangestu" userId="S::gusti.pangestu@binus.ac.id::7768735c-5c0d-4d9b-b550-ead0b3c82a30" providerId="AD" clId="Web-{2FA84BC7-0DF4-93B0-D36B-F11A4D65BA38}" dt="2022-11-16T03:26:33.797" v="29"/>
        <pc:sldMkLst>
          <pc:docMk/>
          <pc:sldMk cId="939406171" sldId="308"/>
        </pc:sldMkLst>
        <pc:spChg chg="mod">
          <ac:chgData name="Gusti Pangestu" userId="S::gusti.pangestu@binus.ac.id::7768735c-5c0d-4d9b-b550-ead0b3c82a30" providerId="AD" clId="Web-{2FA84BC7-0DF4-93B0-D36B-F11A4D65BA38}" dt="2022-11-16T03:26:33.797" v="29"/>
          <ac:spMkLst>
            <pc:docMk/>
            <pc:sldMk cId="939406171" sldId="308"/>
            <ac:spMk id="2" creationId="{639DBAA0-4964-43F7-7A0B-B19D0D06E916}"/>
          </ac:spMkLst>
        </pc:spChg>
        <pc:spChg chg="mod">
          <ac:chgData name="Gusti Pangestu" userId="S::gusti.pangestu@binus.ac.id::7768735c-5c0d-4d9b-b550-ead0b3c82a30" providerId="AD" clId="Web-{2FA84BC7-0DF4-93B0-D36B-F11A4D65BA38}" dt="2022-11-16T03:26:33.797" v="29"/>
          <ac:spMkLst>
            <pc:docMk/>
            <pc:sldMk cId="939406171" sldId="308"/>
            <ac:spMk id="3" creationId="{A9858694-CC64-65F7-3715-13963E4A38B5}"/>
          </ac:spMkLst>
        </pc:spChg>
        <pc:picChg chg="add mod">
          <ac:chgData name="Gusti Pangestu" userId="S::gusti.pangestu@binus.ac.id::7768735c-5c0d-4d9b-b550-ead0b3c82a30" providerId="AD" clId="Web-{2FA84BC7-0DF4-93B0-D36B-F11A4D65BA38}" dt="2022-11-16T03:26:33.797" v="29"/>
          <ac:picMkLst>
            <pc:docMk/>
            <pc:sldMk cId="939406171" sldId="308"/>
            <ac:picMk id="4" creationId="{70940EAF-D350-0449-4897-7325A1835114}"/>
          </ac:picMkLst>
        </pc:picChg>
      </pc:sldChg>
      <pc:sldChg chg="addSp delSp modSp new mod modClrScheme chgLayout">
        <pc:chgData name="Gusti Pangestu" userId="S::gusti.pangestu@binus.ac.id::7768735c-5c0d-4d9b-b550-ead0b3c82a30" providerId="AD" clId="Web-{2FA84BC7-0DF4-93B0-D36B-F11A4D65BA38}" dt="2022-11-16T03:32:05.073" v="45"/>
        <pc:sldMkLst>
          <pc:docMk/>
          <pc:sldMk cId="3236511058" sldId="309"/>
        </pc:sldMkLst>
        <pc:spChg chg="mod ord">
          <ac:chgData name="Gusti Pangestu" userId="S::gusti.pangestu@binus.ac.id::7768735c-5c0d-4d9b-b550-ead0b3c82a30" providerId="AD" clId="Web-{2FA84BC7-0DF4-93B0-D36B-F11A4D65BA38}" dt="2022-11-16T03:32:05.073" v="45"/>
          <ac:spMkLst>
            <pc:docMk/>
            <pc:sldMk cId="3236511058" sldId="309"/>
            <ac:spMk id="2" creationId="{A673CB3E-1E46-8F2B-15CE-D189D441CF9F}"/>
          </ac:spMkLst>
        </pc:spChg>
        <pc:spChg chg="mod ord">
          <ac:chgData name="Gusti Pangestu" userId="S::gusti.pangestu@binus.ac.id::7768735c-5c0d-4d9b-b550-ead0b3c82a30" providerId="AD" clId="Web-{2FA84BC7-0DF4-93B0-D36B-F11A4D65BA38}" dt="2022-11-16T03:32:05.073" v="45"/>
          <ac:spMkLst>
            <pc:docMk/>
            <pc:sldMk cId="3236511058" sldId="309"/>
            <ac:spMk id="3" creationId="{B3A41967-6CBA-A0B1-E2CC-6254DB5FEC2E}"/>
          </ac:spMkLst>
        </pc:spChg>
        <pc:spChg chg="del">
          <ac:chgData name="Gusti Pangestu" userId="S::gusti.pangestu@binus.ac.id::7768735c-5c0d-4d9b-b550-ead0b3c82a30" providerId="AD" clId="Web-{2FA84BC7-0DF4-93B0-D36B-F11A4D65BA38}" dt="2022-11-16T03:27:05.189" v="31"/>
          <ac:spMkLst>
            <pc:docMk/>
            <pc:sldMk cId="3236511058" sldId="309"/>
            <ac:spMk id="4" creationId="{44886346-50DD-5A66-BF26-72D0C1656945}"/>
          </ac:spMkLst>
        </pc:spChg>
        <pc:picChg chg="add mod">
          <ac:chgData name="Gusti Pangestu" userId="S::gusti.pangestu@binus.ac.id::7768735c-5c0d-4d9b-b550-ead0b3c82a30" providerId="AD" clId="Web-{2FA84BC7-0DF4-93B0-D36B-F11A4D65BA38}" dt="2022-11-16T03:32:05.073" v="45"/>
          <ac:picMkLst>
            <pc:docMk/>
            <pc:sldMk cId="3236511058" sldId="309"/>
            <ac:picMk id="5" creationId="{522E6B07-B1B1-AAB5-8AB9-6BD40D5610BB}"/>
          </ac:picMkLst>
        </pc:picChg>
      </pc:sldChg>
      <pc:sldChg chg="addSp delSp modSp new">
        <pc:chgData name="Gusti Pangestu" userId="S::gusti.pangestu@binus.ac.id::7768735c-5c0d-4d9b-b550-ead0b3c82a30" providerId="AD" clId="Web-{2FA84BC7-0DF4-93B0-D36B-F11A4D65BA38}" dt="2022-11-16T03:33:08.997" v="66"/>
        <pc:sldMkLst>
          <pc:docMk/>
          <pc:sldMk cId="378526677" sldId="310"/>
        </pc:sldMkLst>
        <pc:spChg chg="mod">
          <ac:chgData name="Gusti Pangestu" userId="S::gusti.pangestu@binus.ac.id::7768735c-5c0d-4d9b-b550-ead0b3c82a30" providerId="AD" clId="Web-{2FA84BC7-0DF4-93B0-D36B-F11A4D65BA38}" dt="2022-11-16T03:33:08.997" v="66"/>
          <ac:spMkLst>
            <pc:docMk/>
            <pc:sldMk cId="378526677" sldId="310"/>
            <ac:spMk id="2" creationId="{74D7C83B-60B0-269E-E40F-2C09D395CA72}"/>
          </ac:spMkLst>
        </pc:spChg>
        <pc:spChg chg="mod">
          <ac:chgData name="Gusti Pangestu" userId="S::gusti.pangestu@binus.ac.id::7768735c-5c0d-4d9b-b550-ead0b3c82a30" providerId="AD" clId="Web-{2FA84BC7-0DF4-93B0-D36B-F11A4D65BA38}" dt="2022-11-16T03:33:08.997" v="66"/>
          <ac:spMkLst>
            <pc:docMk/>
            <pc:sldMk cId="378526677" sldId="310"/>
            <ac:spMk id="3" creationId="{1EDC9787-F6D1-9FF2-891C-EBAF6C67611C}"/>
          </ac:spMkLst>
        </pc:spChg>
        <pc:spChg chg="del mod">
          <ac:chgData name="Gusti Pangestu" userId="S::gusti.pangestu@binus.ac.id::7768735c-5c0d-4d9b-b550-ead0b3c82a30" providerId="AD" clId="Web-{2FA84BC7-0DF4-93B0-D36B-F11A4D65BA38}" dt="2022-11-16T03:33:01.543" v="65"/>
          <ac:spMkLst>
            <pc:docMk/>
            <pc:sldMk cId="378526677" sldId="310"/>
            <ac:spMk id="4" creationId="{1F8C9BCD-DAAF-676C-3CC0-537CFC90B864}"/>
          </ac:spMkLst>
        </pc:spChg>
        <pc:picChg chg="add mod ord">
          <ac:chgData name="Gusti Pangestu" userId="S::gusti.pangestu@binus.ac.id::7768735c-5c0d-4d9b-b550-ead0b3c82a30" providerId="AD" clId="Web-{2FA84BC7-0DF4-93B0-D36B-F11A4D65BA38}" dt="2022-11-16T03:33:08.997" v="66"/>
          <ac:picMkLst>
            <pc:docMk/>
            <pc:sldMk cId="378526677" sldId="310"/>
            <ac:picMk id="5" creationId="{DAD03B7F-85C8-4FD7-AAD6-9E2145E5F45B}"/>
          </ac:picMkLst>
        </pc:picChg>
      </pc:sldChg>
      <pc:sldChg chg="addSp delSp modSp new">
        <pc:chgData name="Gusti Pangestu" userId="S::gusti.pangestu@binus.ac.id::7768735c-5c0d-4d9b-b550-ead0b3c82a30" providerId="AD" clId="Web-{2FA84BC7-0DF4-93B0-D36B-F11A4D65BA38}" dt="2022-11-16T03:43:14.969" v="80" actId="14100"/>
        <pc:sldMkLst>
          <pc:docMk/>
          <pc:sldMk cId="2156523057" sldId="311"/>
        </pc:sldMkLst>
        <pc:spChg chg="mod">
          <ac:chgData name="Gusti Pangestu" userId="S::gusti.pangestu@binus.ac.id::7768735c-5c0d-4d9b-b550-ead0b3c82a30" providerId="AD" clId="Web-{2FA84BC7-0DF4-93B0-D36B-F11A4D65BA38}" dt="2022-11-16T03:33:44.889" v="71" actId="20577"/>
          <ac:spMkLst>
            <pc:docMk/>
            <pc:sldMk cId="2156523057" sldId="311"/>
            <ac:spMk id="2" creationId="{E96A6281-58B7-EFE8-BB48-5CE4638024BB}"/>
          </ac:spMkLst>
        </pc:spChg>
        <pc:spChg chg="mod">
          <ac:chgData name="Gusti Pangestu" userId="S::gusti.pangestu@binus.ac.id::7768735c-5c0d-4d9b-b550-ead0b3c82a30" providerId="AD" clId="Web-{2FA84BC7-0DF4-93B0-D36B-F11A4D65BA38}" dt="2022-11-16T03:35:04.266" v="75" actId="20577"/>
          <ac:spMkLst>
            <pc:docMk/>
            <pc:sldMk cId="2156523057" sldId="311"/>
            <ac:spMk id="3" creationId="{E78683C5-7D76-2BFE-11D6-D81D178D095C}"/>
          </ac:spMkLst>
        </pc:spChg>
        <pc:spChg chg="del">
          <ac:chgData name="Gusti Pangestu" userId="S::gusti.pangestu@binus.ac.id::7768735c-5c0d-4d9b-b550-ead0b3c82a30" providerId="AD" clId="Web-{2FA84BC7-0DF4-93B0-D36B-F11A4D65BA38}" dt="2022-11-16T03:42:44.781" v="76"/>
          <ac:spMkLst>
            <pc:docMk/>
            <pc:sldMk cId="2156523057" sldId="311"/>
            <ac:spMk id="4" creationId="{0593EA61-0C98-7E5D-45AE-9A118C227D20}"/>
          </ac:spMkLst>
        </pc:spChg>
        <pc:picChg chg="add mod ord">
          <ac:chgData name="Gusti Pangestu" userId="S::gusti.pangestu@binus.ac.id::7768735c-5c0d-4d9b-b550-ead0b3c82a30" providerId="AD" clId="Web-{2FA84BC7-0DF4-93B0-D36B-F11A4D65BA38}" dt="2022-11-16T03:42:49.437" v="77" actId="1076"/>
          <ac:picMkLst>
            <pc:docMk/>
            <pc:sldMk cId="2156523057" sldId="311"/>
            <ac:picMk id="5" creationId="{DD320FB1-B8F6-38B4-3A70-C336FC534CB7}"/>
          </ac:picMkLst>
        </pc:picChg>
        <pc:picChg chg="add mod">
          <ac:chgData name="Gusti Pangestu" userId="S::gusti.pangestu@binus.ac.id::7768735c-5c0d-4d9b-b550-ead0b3c82a30" providerId="AD" clId="Web-{2FA84BC7-0DF4-93B0-D36B-F11A4D65BA38}" dt="2022-11-16T03:43:14.969" v="80" actId="14100"/>
          <ac:picMkLst>
            <pc:docMk/>
            <pc:sldMk cId="2156523057" sldId="311"/>
            <ac:picMk id="6" creationId="{10E2E684-AE7C-762C-DF77-47208CAD2DE7}"/>
          </ac:picMkLst>
        </pc:picChg>
      </pc:sldChg>
      <pc:sldChg chg="new">
        <pc:chgData name="Gusti Pangestu" userId="S::gusti.pangestu@binus.ac.id::7768735c-5c0d-4d9b-b550-ead0b3c82a30" providerId="AD" clId="Web-{2FA84BC7-0DF4-93B0-D36B-F11A4D65BA38}" dt="2022-11-16T03:43:24.938" v="81"/>
        <pc:sldMkLst>
          <pc:docMk/>
          <pc:sldMk cId="1063536070" sldId="312"/>
        </pc:sldMkLst>
      </pc:sldChg>
    </pc:docChg>
  </pc:docChgLst>
  <pc:docChgLst>
    <pc:chgData name="Gusti Pangestu" userId="S::gusti.pangestu@binus.ac.id::7768735c-5c0d-4d9b-b550-ead0b3c82a30" providerId="AD" clId="Web-{FEBE4CCC-5D25-1200-0545-AEF373003FC1}"/>
    <pc:docChg chg="addSld delSld modSld modSection">
      <pc:chgData name="Gusti Pangestu" userId="S::gusti.pangestu@binus.ac.id::7768735c-5c0d-4d9b-b550-ead0b3c82a30" providerId="AD" clId="Web-{FEBE4CCC-5D25-1200-0545-AEF373003FC1}" dt="2020-11-08T21:04:49.476" v="21"/>
      <pc:docMkLst>
        <pc:docMk/>
      </pc:docMkLst>
      <pc:sldChg chg="new">
        <pc:chgData name="Gusti Pangestu" userId="S::gusti.pangestu@binus.ac.id::7768735c-5c0d-4d9b-b550-ead0b3c82a30" providerId="AD" clId="Web-{FEBE4CCC-5D25-1200-0545-AEF373003FC1}" dt="2020-11-08T21:04:49.476" v="21"/>
        <pc:sldMkLst>
          <pc:docMk/>
          <pc:sldMk cId="654055134" sldId="256"/>
        </pc:sldMkLst>
      </pc:sldChg>
      <pc:sldChg chg="del">
        <pc:chgData name="Gusti Pangestu" userId="S::gusti.pangestu@binus.ac.id::7768735c-5c0d-4d9b-b550-ead0b3c82a30" providerId="AD" clId="Web-{FEBE4CCC-5D25-1200-0545-AEF373003FC1}" dt="2020-11-08T21:04:46.851" v="20"/>
        <pc:sldMkLst>
          <pc:docMk/>
          <pc:sldMk cId="4204421142" sldId="256"/>
        </pc:sldMkLst>
      </pc:sldChg>
      <pc:sldChg chg="del">
        <pc:chgData name="Gusti Pangestu" userId="S::gusti.pangestu@binus.ac.id::7768735c-5c0d-4d9b-b550-ead0b3c82a30" providerId="AD" clId="Web-{FEBE4CCC-5D25-1200-0545-AEF373003FC1}" dt="2020-11-08T21:04:46.851" v="19"/>
        <pc:sldMkLst>
          <pc:docMk/>
          <pc:sldMk cId="994908812" sldId="257"/>
        </pc:sldMkLst>
      </pc:sldChg>
      <pc:sldChg chg="del">
        <pc:chgData name="Gusti Pangestu" userId="S::gusti.pangestu@binus.ac.id::7768735c-5c0d-4d9b-b550-ead0b3c82a30" providerId="AD" clId="Web-{FEBE4CCC-5D25-1200-0545-AEF373003FC1}" dt="2020-11-08T21:04:46.835" v="3"/>
        <pc:sldMkLst>
          <pc:docMk/>
          <pc:sldMk cId="2516975436" sldId="259"/>
        </pc:sldMkLst>
      </pc:sldChg>
      <pc:sldChg chg="del">
        <pc:chgData name="Gusti Pangestu" userId="S::gusti.pangestu@binus.ac.id::7768735c-5c0d-4d9b-b550-ead0b3c82a30" providerId="AD" clId="Web-{FEBE4CCC-5D25-1200-0545-AEF373003FC1}" dt="2020-11-08T21:04:46.851" v="18"/>
        <pc:sldMkLst>
          <pc:docMk/>
          <pc:sldMk cId="4186271631" sldId="264"/>
        </pc:sldMkLst>
      </pc:sldChg>
      <pc:sldChg chg="del">
        <pc:chgData name="Gusti Pangestu" userId="S::gusti.pangestu@binus.ac.id::7768735c-5c0d-4d9b-b550-ead0b3c82a30" providerId="AD" clId="Web-{FEBE4CCC-5D25-1200-0545-AEF373003FC1}" dt="2020-11-08T21:04:46.851" v="17"/>
        <pc:sldMkLst>
          <pc:docMk/>
          <pc:sldMk cId="3688710690" sldId="287"/>
        </pc:sldMkLst>
      </pc:sldChg>
      <pc:sldChg chg="del">
        <pc:chgData name="Gusti Pangestu" userId="S::gusti.pangestu@binus.ac.id::7768735c-5c0d-4d9b-b550-ead0b3c82a30" providerId="AD" clId="Web-{FEBE4CCC-5D25-1200-0545-AEF373003FC1}" dt="2020-11-08T21:04:46.851" v="16"/>
        <pc:sldMkLst>
          <pc:docMk/>
          <pc:sldMk cId="1186381382" sldId="309"/>
        </pc:sldMkLst>
      </pc:sldChg>
      <pc:sldChg chg="del">
        <pc:chgData name="Gusti Pangestu" userId="S::gusti.pangestu@binus.ac.id::7768735c-5c0d-4d9b-b550-ead0b3c82a30" providerId="AD" clId="Web-{FEBE4CCC-5D25-1200-0545-AEF373003FC1}" dt="2020-11-08T21:04:46.851" v="8"/>
        <pc:sldMkLst>
          <pc:docMk/>
          <pc:sldMk cId="65465427" sldId="346"/>
        </pc:sldMkLst>
      </pc:sldChg>
      <pc:sldChg chg="del">
        <pc:chgData name="Gusti Pangestu" userId="S::gusti.pangestu@binus.ac.id::7768735c-5c0d-4d9b-b550-ead0b3c82a30" providerId="AD" clId="Web-{FEBE4CCC-5D25-1200-0545-AEF373003FC1}" dt="2020-11-08T21:04:46.835" v="6"/>
        <pc:sldMkLst>
          <pc:docMk/>
          <pc:sldMk cId="757693215" sldId="347"/>
        </pc:sldMkLst>
      </pc:sldChg>
      <pc:sldChg chg="del">
        <pc:chgData name="Gusti Pangestu" userId="S::gusti.pangestu@binus.ac.id::7768735c-5c0d-4d9b-b550-ead0b3c82a30" providerId="AD" clId="Web-{FEBE4CCC-5D25-1200-0545-AEF373003FC1}" dt="2020-11-08T21:04:46.835" v="4"/>
        <pc:sldMkLst>
          <pc:docMk/>
          <pc:sldMk cId="1465585602" sldId="348"/>
        </pc:sldMkLst>
      </pc:sldChg>
      <pc:sldChg chg="del">
        <pc:chgData name="Gusti Pangestu" userId="S::gusti.pangestu@binus.ac.id::7768735c-5c0d-4d9b-b550-ead0b3c82a30" providerId="AD" clId="Web-{FEBE4CCC-5D25-1200-0545-AEF373003FC1}" dt="2020-11-08T21:04:46.851" v="9"/>
        <pc:sldMkLst>
          <pc:docMk/>
          <pc:sldMk cId="1597360731" sldId="353"/>
        </pc:sldMkLst>
      </pc:sldChg>
      <pc:sldChg chg="del">
        <pc:chgData name="Gusti Pangestu" userId="S::gusti.pangestu@binus.ac.id::7768735c-5c0d-4d9b-b550-ead0b3c82a30" providerId="AD" clId="Web-{FEBE4CCC-5D25-1200-0545-AEF373003FC1}" dt="2020-11-08T21:04:46.851" v="7"/>
        <pc:sldMkLst>
          <pc:docMk/>
          <pc:sldMk cId="1597360731" sldId="354"/>
        </pc:sldMkLst>
      </pc:sldChg>
      <pc:sldChg chg="del">
        <pc:chgData name="Gusti Pangestu" userId="S::gusti.pangestu@binus.ac.id::7768735c-5c0d-4d9b-b550-ead0b3c82a30" providerId="AD" clId="Web-{FEBE4CCC-5D25-1200-0545-AEF373003FC1}" dt="2020-11-08T21:04:46.835" v="5"/>
        <pc:sldMkLst>
          <pc:docMk/>
          <pc:sldMk cId="1597360731" sldId="355"/>
        </pc:sldMkLst>
      </pc:sldChg>
      <pc:sldChg chg="del">
        <pc:chgData name="Gusti Pangestu" userId="S::gusti.pangestu@binus.ac.id::7768735c-5c0d-4d9b-b550-ead0b3c82a30" providerId="AD" clId="Web-{FEBE4CCC-5D25-1200-0545-AEF373003FC1}" dt="2020-11-08T21:04:46.851" v="15"/>
        <pc:sldMkLst>
          <pc:docMk/>
          <pc:sldMk cId="1165641375" sldId="356"/>
        </pc:sldMkLst>
      </pc:sldChg>
      <pc:sldChg chg="del">
        <pc:chgData name="Gusti Pangestu" userId="S::gusti.pangestu@binus.ac.id::7768735c-5c0d-4d9b-b550-ead0b3c82a30" providerId="AD" clId="Web-{FEBE4CCC-5D25-1200-0545-AEF373003FC1}" dt="2020-11-08T21:04:46.851" v="14"/>
        <pc:sldMkLst>
          <pc:docMk/>
          <pc:sldMk cId="2219033991" sldId="357"/>
        </pc:sldMkLst>
      </pc:sldChg>
      <pc:sldChg chg="del">
        <pc:chgData name="Gusti Pangestu" userId="S::gusti.pangestu@binus.ac.id::7768735c-5c0d-4d9b-b550-ead0b3c82a30" providerId="AD" clId="Web-{FEBE4CCC-5D25-1200-0545-AEF373003FC1}" dt="2020-11-08T21:04:46.851" v="13"/>
        <pc:sldMkLst>
          <pc:docMk/>
          <pc:sldMk cId="1265282280" sldId="358"/>
        </pc:sldMkLst>
      </pc:sldChg>
      <pc:sldChg chg="del">
        <pc:chgData name="Gusti Pangestu" userId="S::gusti.pangestu@binus.ac.id::7768735c-5c0d-4d9b-b550-ead0b3c82a30" providerId="AD" clId="Web-{FEBE4CCC-5D25-1200-0545-AEF373003FC1}" dt="2020-11-08T21:04:46.851" v="12"/>
        <pc:sldMkLst>
          <pc:docMk/>
          <pc:sldMk cId="3269180244" sldId="359"/>
        </pc:sldMkLst>
      </pc:sldChg>
      <pc:sldChg chg="del">
        <pc:chgData name="Gusti Pangestu" userId="S::gusti.pangestu@binus.ac.id::7768735c-5c0d-4d9b-b550-ead0b3c82a30" providerId="AD" clId="Web-{FEBE4CCC-5D25-1200-0545-AEF373003FC1}" dt="2020-11-08T21:04:46.851" v="11"/>
        <pc:sldMkLst>
          <pc:docMk/>
          <pc:sldMk cId="2273681120" sldId="360"/>
        </pc:sldMkLst>
      </pc:sldChg>
      <pc:sldChg chg="del">
        <pc:chgData name="Gusti Pangestu" userId="S::gusti.pangestu@binus.ac.id::7768735c-5c0d-4d9b-b550-ead0b3c82a30" providerId="AD" clId="Web-{FEBE4CCC-5D25-1200-0545-AEF373003FC1}" dt="2020-11-08T21:04:46.851" v="10"/>
        <pc:sldMkLst>
          <pc:docMk/>
          <pc:sldMk cId="270913358" sldId="361"/>
        </pc:sldMkLst>
      </pc:sldChg>
      <pc:sldChg chg="delSp modSp new del mod modClrScheme chgLayout">
        <pc:chgData name="Gusti Pangestu" userId="S::gusti.pangestu@binus.ac.id::7768735c-5c0d-4d9b-b550-ead0b3c82a30" providerId="AD" clId="Web-{FEBE4CCC-5D25-1200-0545-AEF373003FC1}" dt="2020-11-08T21:04:46.835" v="2"/>
        <pc:sldMkLst>
          <pc:docMk/>
          <pc:sldMk cId="253952621" sldId="362"/>
        </pc:sldMkLst>
        <pc:spChg chg="mod ord">
          <ac:chgData name="Gusti Pangestu" userId="S::gusti.pangestu@binus.ac.id::7768735c-5c0d-4d9b-b550-ead0b3c82a30" providerId="AD" clId="Web-{FEBE4CCC-5D25-1200-0545-AEF373003FC1}" dt="2020-11-08T21:04:11.022" v="1"/>
          <ac:spMkLst>
            <pc:docMk/>
            <pc:sldMk cId="253952621" sldId="362"/>
            <ac:spMk id="2" creationId="{224B20C3-5909-4D46-ACE5-428B22D07EE2}"/>
          </ac:spMkLst>
        </pc:spChg>
        <pc:spChg chg="mod ord">
          <ac:chgData name="Gusti Pangestu" userId="S::gusti.pangestu@binus.ac.id::7768735c-5c0d-4d9b-b550-ead0b3c82a30" providerId="AD" clId="Web-{FEBE4CCC-5D25-1200-0545-AEF373003FC1}" dt="2020-11-08T21:04:11.022" v="1"/>
          <ac:spMkLst>
            <pc:docMk/>
            <pc:sldMk cId="253952621" sldId="362"/>
            <ac:spMk id="3" creationId="{00F7404C-2094-4998-9909-91A645005070}"/>
          </ac:spMkLst>
        </pc:spChg>
        <pc:spChg chg="del">
          <ac:chgData name="Gusti Pangestu" userId="S::gusti.pangestu@binus.ac.id::7768735c-5c0d-4d9b-b550-ead0b3c82a30" providerId="AD" clId="Web-{FEBE4CCC-5D25-1200-0545-AEF373003FC1}" dt="2020-11-08T21:04:11.022" v="1"/>
          <ac:spMkLst>
            <pc:docMk/>
            <pc:sldMk cId="253952621" sldId="362"/>
            <ac:spMk id="4" creationId="{5956C5DF-25F3-4A6B-8E08-A088F163FAE3}"/>
          </ac:spMkLst>
        </pc:spChg>
      </pc:sldChg>
    </pc:docChg>
  </pc:docChgLst>
  <pc:docChgLst>
    <pc:chgData name="Gusti Pangestu" userId="S::gusti.pangestu@binus.ac.id::7768735c-5c0d-4d9b-b550-ead0b3c82a30" providerId="AD" clId="Web-{4723764F-4FB6-2621-BCB5-1B2AA75B9DEF}"/>
    <pc:docChg chg="addSld modSld modSection">
      <pc:chgData name="Gusti Pangestu" userId="S::gusti.pangestu@binus.ac.id::7768735c-5c0d-4d9b-b550-ead0b3c82a30" providerId="AD" clId="Web-{4723764F-4FB6-2621-BCB5-1B2AA75B9DEF}" dt="2022-11-03T03:17:22.866" v="178" actId="1076"/>
      <pc:docMkLst>
        <pc:docMk/>
      </pc:docMkLst>
      <pc:sldChg chg="modSp">
        <pc:chgData name="Gusti Pangestu" userId="S::gusti.pangestu@binus.ac.id::7768735c-5c0d-4d9b-b550-ead0b3c82a30" providerId="AD" clId="Web-{4723764F-4FB6-2621-BCB5-1B2AA75B9DEF}" dt="2022-11-03T02:43:24.724" v="5" actId="20577"/>
        <pc:sldMkLst>
          <pc:docMk/>
          <pc:sldMk cId="109857222" sldId="258"/>
        </pc:sldMkLst>
        <pc:spChg chg="mod">
          <ac:chgData name="Gusti Pangestu" userId="S::gusti.pangestu@binus.ac.id::7768735c-5c0d-4d9b-b550-ead0b3c82a30" providerId="AD" clId="Web-{4723764F-4FB6-2621-BCB5-1B2AA75B9DEF}" dt="2022-11-03T02:43:24.724" v="5" actId="20577"/>
          <ac:spMkLst>
            <pc:docMk/>
            <pc:sldMk cId="109857222" sldId="258"/>
            <ac:spMk id="3" creationId="{00000000-0000-0000-0000-000000000000}"/>
          </ac:spMkLst>
        </pc:spChg>
      </pc:sldChg>
      <pc:sldChg chg="modSp">
        <pc:chgData name="Gusti Pangestu" userId="S::gusti.pangestu@binus.ac.id::7768735c-5c0d-4d9b-b550-ead0b3c82a30" providerId="AD" clId="Web-{4723764F-4FB6-2621-BCB5-1B2AA75B9DEF}" dt="2022-11-03T02:44:14.991" v="7" actId="20577"/>
        <pc:sldMkLst>
          <pc:docMk/>
          <pc:sldMk cId="1545682022" sldId="290"/>
        </pc:sldMkLst>
        <pc:spChg chg="mod">
          <ac:chgData name="Gusti Pangestu" userId="S::gusti.pangestu@binus.ac.id::7768735c-5c0d-4d9b-b550-ead0b3c82a30" providerId="AD" clId="Web-{4723764F-4FB6-2621-BCB5-1B2AA75B9DEF}" dt="2022-11-03T02:44:14.991" v="7" actId="20577"/>
          <ac:spMkLst>
            <pc:docMk/>
            <pc:sldMk cId="1545682022" sldId="290"/>
            <ac:spMk id="3" creationId="{CFBE6DC7-A61F-27FA-B9A7-7018AFBF0075}"/>
          </ac:spMkLst>
        </pc:spChg>
      </pc:sldChg>
      <pc:sldChg chg="addSp delSp modSp new mod modClrScheme chgLayout">
        <pc:chgData name="Gusti Pangestu" userId="S::gusti.pangestu@binus.ac.id::7768735c-5c0d-4d9b-b550-ead0b3c82a30" providerId="AD" clId="Web-{4723764F-4FB6-2621-BCB5-1B2AA75B9DEF}" dt="2022-11-03T02:45:49.603" v="26"/>
        <pc:sldMkLst>
          <pc:docMk/>
          <pc:sldMk cId="3239910030" sldId="291"/>
        </pc:sldMkLst>
        <pc:spChg chg="mod ord">
          <ac:chgData name="Gusti Pangestu" userId="S::gusti.pangestu@binus.ac.id::7768735c-5c0d-4d9b-b550-ead0b3c82a30" providerId="AD" clId="Web-{4723764F-4FB6-2621-BCB5-1B2AA75B9DEF}" dt="2022-11-03T02:45:49.603" v="26"/>
          <ac:spMkLst>
            <pc:docMk/>
            <pc:sldMk cId="3239910030" sldId="291"/>
            <ac:spMk id="2" creationId="{06BE8195-C27D-70D7-28E0-726710B91B9D}"/>
          </ac:spMkLst>
        </pc:spChg>
        <pc:spChg chg="mod ord">
          <ac:chgData name="Gusti Pangestu" userId="S::gusti.pangestu@binus.ac.id::7768735c-5c0d-4d9b-b550-ead0b3c82a30" providerId="AD" clId="Web-{4723764F-4FB6-2621-BCB5-1B2AA75B9DEF}" dt="2022-11-03T02:45:49.603" v="26"/>
          <ac:spMkLst>
            <pc:docMk/>
            <pc:sldMk cId="3239910030" sldId="291"/>
            <ac:spMk id="3" creationId="{499B5FB4-6AD2-6720-5F06-982D62089E73}"/>
          </ac:spMkLst>
        </pc:spChg>
        <pc:spChg chg="add del mod ord">
          <ac:chgData name="Gusti Pangestu" userId="S::gusti.pangestu@binus.ac.id::7768735c-5c0d-4d9b-b550-ead0b3c82a30" providerId="AD" clId="Web-{4723764F-4FB6-2621-BCB5-1B2AA75B9DEF}" dt="2022-11-03T02:45:46.759" v="25"/>
          <ac:spMkLst>
            <pc:docMk/>
            <pc:sldMk cId="3239910030" sldId="291"/>
            <ac:spMk id="4" creationId="{92C9719A-CC46-2504-EF4C-6C78CFE1199F}"/>
          </ac:spMkLst>
        </pc:spChg>
        <pc:picChg chg="add mod ord">
          <ac:chgData name="Gusti Pangestu" userId="S::gusti.pangestu@binus.ac.id::7768735c-5c0d-4d9b-b550-ead0b3c82a30" providerId="AD" clId="Web-{4723764F-4FB6-2621-BCB5-1B2AA75B9DEF}" dt="2022-11-03T02:45:49.603" v="26"/>
          <ac:picMkLst>
            <pc:docMk/>
            <pc:sldMk cId="3239910030" sldId="291"/>
            <ac:picMk id="5" creationId="{6F7C705D-3C75-F52D-FC70-362D5330B2A4}"/>
          </ac:picMkLst>
        </pc:picChg>
      </pc:sldChg>
      <pc:sldChg chg="addSp delSp modSp new mod modClrScheme chgLayout">
        <pc:chgData name="Gusti Pangestu" userId="S::gusti.pangestu@binus.ac.id::7768735c-5c0d-4d9b-b550-ead0b3c82a30" providerId="AD" clId="Web-{4723764F-4FB6-2621-BCB5-1B2AA75B9DEF}" dt="2022-11-03T02:48:31.202" v="81" actId="1076"/>
        <pc:sldMkLst>
          <pc:docMk/>
          <pc:sldMk cId="989727377" sldId="292"/>
        </pc:sldMkLst>
        <pc:spChg chg="mod ord">
          <ac:chgData name="Gusti Pangestu" userId="S::gusti.pangestu@binus.ac.id::7768735c-5c0d-4d9b-b550-ead0b3c82a30" providerId="AD" clId="Web-{4723764F-4FB6-2621-BCB5-1B2AA75B9DEF}" dt="2022-11-03T02:46:34.573" v="48" actId="20577"/>
          <ac:spMkLst>
            <pc:docMk/>
            <pc:sldMk cId="989727377" sldId="292"/>
            <ac:spMk id="2" creationId="{41CCD47F-9B6B-3569-DEBA-A2401F2D11CC}"/>
          </ac:spMkLst>
        </pc:spChg>
        <pc:spChg chg="mod ord">
          <ac:chgData name="Gusti Pangestu" userId="S::gusti.pangestu@binus.ac.id::7768735c-5c0d-4d9b-b550-ead0b3c82a30" providerId="AD" clId="Web-{4723764F-4FB6-2621-BCB5-1B2AA75B9DEF}" dt="2022-11-03T02:48:28.889" v="80" actId="20577"/>
          <ac:spMkLst>
            <pc:docMk/>
            <pc:sldMk cId="989727377" sldId="292"/>
            <ac:spMk id="3" creationId="{E1706120-D971-3F2E-FDC1-F729C1BBB272}"/>
          </ac:spMkLst>
        </pc:spChg>
        <pc:spChg chg="del">
          <ac:chgData name="Gusti Pangestu" userId="S::gusti.pangestu@binus.ac.id::7768735c-5c0d-4d9b-b550-ead0b3c82a30" providerId="AD" clId="Web-{4723764F-4FB6-2621-BCB5-1B2AA75B9DEF}" dt="2022-11-03T02:46:19.901" v="28"/>
          <ac:spMkLst>
            <pc:docMk/>
            <pc:sldMk cId="989727377" sldId="292"/>
            <ac:spMk id="4" creationId="{89EA1DC5-C250-477F-D5F8-983F8BF98A58}"/>
          </ac:spMkLst>
        </pc:spChg>
        <pc:picChg chg="add mod">
          <ac:chgData name="Gusti Pangestu" userId="S::gusti.pangestu@binus.ac.id::7768735c-5c0d-4d9b-b550-ead0b3c82a30" providerId="AD" clId="Web-{4723764F-4FB6-2621-BCB5-1B2AA75B9DEF}" dt="2022-11-03T02:48:31.202" v="81" actId="1076"/>
          <ac:picMkLst>
            <pc:docMk/>
            <pc:sldMk cId="989727377" sldId="292"/>
            <ac:picMk id="5" creationId="{2288BEF4-E51F-B242-1C73-FACBF9FEDC23}"/>
          </ac:picMkLst>
        </pc:picChg>
      </pc:sldChg>
      <pc:sldChg chg="addSp modSp new">
        <pc:chgData name="Gusti Pangestu" userId="S::gusti.pangestu@binus.ac.id::7768735c-5c0d-4d9b-b550-ead0b3c82a30" providerId="AD" clId="Web-{4723764F-4FB6-2621-BCB5-1B2AA75B9DEF}" dt="2022-11-03T02:49:58.080" v="106" actId="1076"/>
        <pc:sldMkLst>
          <pc:docMk/>
          <pc:sldMk cId="1956832009" sldId="293"/>
        </pc:sldMkLst>
        <pc:spChg chg="mod">
          <ac:chgData name="Gusti Pangestu" userId="S::gusti.pangestu@binus.ac.id::7768735c-5c0d-4d9b-b550-ead0b3c82a30" providerId="AD" clId="Web-{4723764F-4FB6-2621-BCB5-1B2AA75B9DEF}" dt="2022-11-03T02:48:57.406" v="87" actId="20577"/>
          <ac:spMkLst>
            <pc:docMk/>
            <pc:sldMk cId="1956832009" sldId="293"/>
            <ac:spMk id="2" creationId="{0974A77D-DC1B-EC55-1E0D-780FFB7B6171}"/>
          </ac:spMkLst>
        </pc:spChg>
        <pc:spChg chg="mod">
          <ac:chgData name="Gusti Pangestu" userId="S::gusti.pangestu@binus.ac.id::7768735c-5c0d-4d9b-b550-ead0b3c82a30" providerId="AD" clId="Web-{4723764F-4FB6-2621-BCB5-1B2AA75B9DEF}" dt="2022-11-03T02:49:51.908" v="102" actId="20577"/>
          <ac:spMkLst>
            <pc:docMk/>
            <pc:sldMk cId="1956832009" sldId="293"/>
            <ac:spMk id="3" creationId="{4CD220FE-80E2-DAFC-E049-FE571AF85D59}"/>
          </ac:spMkLst>
        </pc:spChg>
        <pc:picChg chg="add mod">
          <ac:chgData name="Gusti Pangestu" userId="S::gusti.pangestu@binus.ac.id::7768735c-5c0d-4d9b-b550-ead0b3c82a30" providerId="AD" clId="Web-{4723764F-4FB6-2621-BCB5-1B2AA75B9DEF}" dt="2022-11-03T02:49:24.860" v="95" actId="1076"/>
          <ac:picMkLst>
            <pc:docMk/>
            <pc:sldMk cId="1956832009" sldId="293"/>
            <ac:picMk id="4" creationId="{C6272345-3F9B-AB2B-AF9A-9063808F84D5}"/>
          </ac:picMkLst>
        </pc:picChg>
        <pc:picChg chg="add mod">
          <ac:chgData name="Gusti Pangestu" userId="S::gusti.pangestu@binus.ac.id::7768735c-5c0d-4d9b-b550-ead0b3c82a30" providerId="AD" clId="Web-{4723764F-4FB6-2621-BCB5-1B2AA75B9DEF}" dt="2022-11-03T02:49:58.080" v="106" actId="1076"/>
          <ac:picMkLst>
            <pc:docMk/>
            <pc:sldMk cId="1956832009" sldId="293"/>
            <ac:picMk id="5" creationId="{39A73783-942A-3DAD-C268-F150A84B9582}"/>
          </ac:picMkLst>
        </pc:picChg>
      </pc:sldChg>
      <pc:sldChg chg="modSp new">
        <pc:chgData name="Gusti Pangestu" userId="S::gusti.pangestu@binus.ac.id::7768735c-5c0d-4d9b-b550-ead0b3c82a30" providerId="AD" clId="Web-{4723764F-4FB6-2621-BCB5-1B2AA75B9DEF}" dt="2022-11-03T03:06:42.893" v="136" actId="20577"/>
        <pc:sldMkLst>
          <pc:docMk/>
          <pc:sldMk cId="2857808774" sldId="294"/>
        </pc:sldMkLst>
        <pc:spChg chg="mod">
          <ac:chgData name="Gusti Pangestu" userId="S::gusti.pangestu@binus.ac.id::7768735c-5c0d-4d9b-b550-ead0b3c82a30" providerId="AD" clId="Web-{4723764F-4FB6-2621-BCB5-1B2AA75B9DEF}" dt="2022-11-03T02:51:03.097" v="115" actId="20577"/>
          <ac:spMkLst>
            <pc:docMk/>
            <pc:sldMk cId="2857808774" sldId="294"/>
            <ac:spMk id="2" creationId="{80D8ED6B-1F91-FA76-8442-3BD92848D259}"/>
          </ac:spMkLst>
        </pc:spChg>
        <pc:spChg chg="mod">
          <ac:chgData name="Gusti Pangestu" userId="S::gusti.pangestu@binus.ac.id::7768735c-5c0d-4d9b-b550-ead0b3c82a30" providerId="AD" clId="Web-{4723764F-4FB6-2621-BCB5-1B2AA75B9DEF}" dt="2022-11-03T03:06:42.893" v="136" actId="20577"/>
          <ac:spMkLst>
            <pc:docMk/>
            <pc:sldMk cId="2857808774" sldId="294"/>
            <ac:spMk id="3" creationId="{67F7FC30-C4BB-4163-B058-F8921BEF2568}"/>
          </ac:spMkLst>
        </pc:spChg>
      </pc:sldChg>
      <pc:sldChg chg="addSp modSp new">
        <pc:chgData name="Gusti Pangestu" userId="S::gusti.pangestu@binus.ac.id::7768735c-5c0d-4d9b-b550-ead0b3c82a30" providerId="AD" clId="Web-{4723764F-4FB6-2621-BCB5-1B2AA75B9DEF}" dt="2022-11-03T03:17:22.866" v="178" actId="1076"/>
        <pc:sldMkLst>
          <pc:docMk/>
          <pc:sldMk cId="1684321161" sldId="295"/>
        </pc:sldMkLst>
        <pc:spChg chg="mod">
          <ac:chgData name="Gusti Pangestu" userId="S::gusti.pangestu@binus.ac.id::7768735c-5c0d-4d9b-b550-ead0b3c82a30" providerId="AD" clId="Web-{4723764F-4FB6-2621-BCB5-1B2AA75B9DEF}" dt="2022-11-03T03:09:11.507" v="154" actId="20577"/>
          <ac:spMkLst>
            <pc:docMk/>
            <pc:sldMk cId="1684321161" sldId="295"/>
            <ac:spMk id="2" creationId="{3D7D28F3-975D-21FF-3DFD-F779FEBED9AA}"/>
          </ac:spMkLst>
        </pc:spChg>
        <pc:spChg chg="mod">
          <ac:chgData name="Gusti Pangestu" userId="S::gusti.pangestu@binus.ac.id::7768735c-5c0d-4d9b-b550-ead0b3c82a30" providerId="AD" clId="Web-{4723764F-4FB6-2621-BCB5-1B2AA75B9DEF}" dt="2022-11-03T03:12:03.450" v="161" actId="20577"/>
          <ac:spMkLst>
            <pc:docMk/>
            <pc:sldMk cId="1684321161" sldId="295"/>
            <ac:spMk id="3" creationId="{96D19530-4A52-9542-D14E-51F0CB915FF7}"/>
          </ac:spMkLst>
        </pc:spChg>
        <pc:picChg chg="add mod">
          <ac:chgData name="Gusti Pangestu" userId="S::gusti.pangestu@binus.ac.id::7768735c-5c0d-4d9b-b550-ead0b3c82a30" providerId="AD" clId="Web-{4723764F-4FB6-2621-BCB5-1B2AA75B9DEF}" dt="2022-11-03T03:17:09.491" v="174" actId="1076"/>
          <ac:picMkLst>
            <pc:docMk/>
            <pc:sldMk cId="1684321161" sldId="295"/>
            <ac:picMk id="4" creationId="{D19ABB9B-B821-9820-6C45-7CEDDF2D4136}"/>
          </ac:picMkLst>
        </pc:picChg>
        <pc:picChg chg="add mod">
          <ac:chgData name="Gusti Pangestu" userId="S::gusti.pangestu@binus.ac.id::7768735c-5c0d-4d9b-b550-ead0b3c82a30" providerId="AD" clId="Web-{4723764F-4FB6-2621-BCB5-1B2AA75B9DEF}" dt="2022-11-03T03:17:22.866" v="178" actId="1076"/>
          <ac:picMkLst>
            <pc:docMk/>
            <pc:sldMk cId="1684321161" sldId="295"/>
            <ac:picMk id="5" creationId="{6644DA4B-20A8-41DD-48CB-19F74E0D69A9}"/>
          </ac:picMkLst>
        </pc:picChg>
      </pc:sldChg>
      <pc:sldChg chg="modSp new">
        <pc:chgData name="Gusti Pangestu" userId="S::gusti.pangestu@binus.ac.id::7768735c-5c0d-4d9b-b550-ead0b3c82a30" providerId="AD" clId="Web-{4723764F-4FB6-2621-BCB5-1B2AA75B9DEF}" dt="2022-11-03T03:17:07.538" v="173" actId="20577"/>
        <pc:sldMkLst>
          <pc:docMk/>
          <pc:sldMk cId="832701779" sldId="296"/>
        </pc:sldMkLst>
        <pc:spChg chg="mod">
          <ac:chgData name="Gusti Pangestu" userId="S::gusti.pangestu@binus.ac.id::7768735c-5c0d-4d9b-b550-ead0b3c82a30" providerId="AD" clId="Web-{4723764F-4FB6-2621-BCB5-1B2AA75B9DEF}" dt="2022-11-03T03:16:22.239" v="167" actId="20577"/>
          <ac:spMkLst>
            <pc:docMk/>
            <pc:sldMk cId="832701779" sldId="296"/>
            <ac:spMk id="2" creationId="{A9D638A7-C878-DBC6-BCA3-94CAB5E6CBE5}"/>
          </ac:spMkLst>
        </pc:spChg>
        <pc:spChg chg="mod">
          <ac:chgData name="Gusti Pangestu" userId="S::gusti.pangestu@binus.ac.id::7768735c-5c0d-4d9b-b550-ead0b3c82a30" providerId="AD" clId="Web-{4723764F-4FB6-2621-BCB5-1B2AA75B9DEF}" dt="2022-11-03T03:17:07.538" v="173" actId="20577"/>
          <ac:spMkLst>
            <pc:docMk/>
            <pc:sldMk cId="832701779" sldId="296"/>
            <ac:spMk id="3" creationId="{FF0687D8-F186-C0BE-FEF2-00D857C5D11E}"/>
          </ac:spMkLst>
        </pc:spChg>
      </pc:sldChg>
    </pc:docChg>
  </pc:docChgLst>
  <pc:docChgLst>
    <pc:chgData name="Gusti Pangestu" userId="S::gusti.pangestu@binus.ac.id::7768735c-5c0d-4d9b-b550-ead0b3c82a30" providerId="AD" clId="Web-{4A07B62D-5FC8-B8E7-56D8-8F436EB36271}"/>
    <pc:docChg chg="addSld delSld modSld modSection">
      <pc:chgData name="Gusti Pangestu" userId="S::gusti.pangestu@binus.ac.id::7768735c-5c0d-4d9b-b550-ead0b3c82a30" providerId="AD" clId="Web-{4A07B62D-5FC8-B8E7-56D8-8F436EB36271}" dt="2022-10-27T04:20:36.460" v="197" actId="20577"/>
      <pc:docMkLst>
        <pc:docMk/>
      </pc:docMkLst>
      <pc:sldChg chg="modSp">
        <pc:chgData name="Gusti Pangestu" userId="S::gusti.pangestu@binus.ac.id::7768735c-5c0d-4d9b-b550-ead0b3c82a30" providerId="AD" clId="Web-{4A07B62D-5FC8-B8E7-56D8-8F436EB36271}" dt="2022-10-27T03:33:00.608" v="67" actId="20577"/>
        <pc:sldMkLst>
          <pc:docMk/>
          <pc:sldMk cId="109857222" sldId="258"/>
        </pc:sldMkLst>
        <pc:spChg chg="mod">
          <ac:chgData name="Gusti Pangestu" userId="S::gusti.pangestu@binus.ac.id::7768735c-5c0d-4d9b-b550-ead0b3c82a30" providerId="AD" clId="Web-{4A07B62D-5FC8-B8E7-56D8-8F436EB36271}" dt="2022-10-27T03:32:47.155" v="55" actId="20577"/>
          <ac:spMkLst>
            <pc:docMk/>
            <pc:sldMk cId="109857222" sldId="258"/>
            <ac:spMk id="2" creationId="{00000000-0000-0000-0000-000000000000}"/>
          </ac:spMkLst>
        </pc:spChg>
        <pc:spChg chg="mod">
          <ac:chgData name="Gusti Pangestu" userId="S::gusti.pangestu@binus.ac.id::7768735c-5c0d-4d9b-b550-ead0b3c82a30" providerId="AD" clId="Web-{4A07B62D-5FC8-B8E7-56D8-8F436EB36271}" dt="2022-10-27T03:33:00.608" v="67" actId="20577"/>
          <ac:spMkLst>
            <pc:docMk/>
            <pc:sldMk cId="109857222" sldId="258"/>
            <ac:spMk id="3" creationId="{00000000-0000-0000-0000-000000000000}"/>
          </ac:spMkLst>
        </pc:spChg>
      </pc:sldChg>
      <pc:sldChg chg="del">
        <pc:chgData name="Gusti Pangestu" userId="S::gusti.pangestu@binus.ac.id::7768735c-5c0d-4d9b-b550-ead0b3c82a30" providerId="AD" clId="Web-{4A07B62D-5FC8-B8E7-56D8-8F436EB36271}" dt="2022-10-27T03:32:17.654" v="28"/>
        <pc:sldMkLst>
          <pc:docMk/>
          <pc:sldMk cId="1744550803" sldId="259"/>
        </pc:sldMkLst>
      </pc:sldChg>
      <pc:sldChg chg="del">
        <pc:chgData name="Gusti Pangestu" userId="S::gusti.pangestu@binus.ac.id::7768735c-5c0d-4d9b-b550-ead0b3c82a30" providerId="AD" clId="Web-{4A07B62D-5FC8-B8E7-56D8-8F436EB36271}" dt="2022-10-27T03:32:17.654" v="27"/>
        <pc:sldMkLst>
          <pc:docMk/>
          <pc:sldMk cId="2444400246" sldId="260"/>
        </pc:sldMkLst>
      </pc:sldChg>
      <pc:sldChg chg="del">
        <pc:chgData name="Gusti Pangestu" userId="S::gusti.pangestu@binus.ac.id::7768735c-5c0d-4d9b-b550-ead0b3c82a30" providerId="AD" clId="Web-{4A07B62D-5FC8-B8E7-56D8-8F436EB36271}" dt="2022-10-27T03:32:17.623" v="26"/>
        <pc:sldMkLst>
          <pc:docMk/>
          <pc:sldMk cId="3227208170" sldId="261"/>
        </pc:sldMkLst>
      </pc:sldChg>
      <pc:sldChg chg="del">
        <pc:chgData name="Gusti Pangestu" userId="S::gusti.pangestu@binus.ac.id::7768735c-5c0d-4d9b-b550-ead0b3c82a30" providerId="AD" clId="Web-{4A07B62D-5FC8-B8E7-56D8-8F436EB36271}" dt="2022-10-27T03:32:17.623" v="25"/>
        <pc:sldMkLst>
          <pc:docMk/>
          <pc:sldMk cId="3586522301" sldId="262"/>
        </pc:sldMkLst>
      </pc:sldChg>
      <pc:sldChg chg="del">
        <pc:chgData name="Gusti Pangestu" userId="S::gusti.pangestu@binus.ac.id::7768735c-5c0d-4d9b-b550-ead0b3c82a30" providerId="AD" clId="Web-{4A07B62D-5FC8-B8E7-56D8-8F436EB36271}" dt="2022-10-27T03:32:17.591" v="24"/>
        <pc:sldMkLst>
          <pc:docMk/>
          <pc:sldMk cId="1358273460" sldId="263"/>
        </pc:sldMkLst>
      </pc:sldChg>
      <pc:sldChg chg="del">
        <pc:chgData name="Gusti Pangestu" userId="S::gusti.pangestu@binus.ac.id::7768735c-5c0d-4d9b-b550-ead0b3c82a30" providerId="AD" clId="Web-{4A07B62D-5FC8-B8E7-56D8-8F436EB36271}" dt="2022-10-27T03:32:17.591" v="23"/>
        <pc:sldMkLst>
          <pc:docMk/>
          <pc:sldMk cId="4186271631" sldId="264"/>
        </pc:sldMkLst>
      </pc:sldChg>
      <pc:sldChg chg="del">
        <pc:chgData name="Gusti Pangestu" userId="S::gusti.pangestu@binus.ac.id::7768735c-5c0d-4d9b-b550-ead0b3c82a30" providerId="AD" clId="Web-{4A07B62D-5FC8-B8E7-56D8-8F436EB36271}" dt="2022-10-27T03:32:17.591" v="22"/>
        <pc:sldMkLst>
          <pc:docMk/>
          <pc:sldMk cId="640388395" sldId="265"/>
        </pc:sldMkLst>
      </pc:sldChg>
      <pc:sldChg chg="del">
        <pc:chgData name="Gusti Pangestu" userId="S::gusti.pangestu@binus.ac.id::7768735c-5c0d-4d9b-b550-ead0b3c82a30" providerId="AD" clId="Web-{4A07B62D-5FC8-B8E7-56D8-8F436EB36271}" dt="2022-10-27T03:32:17.560" v="21"/>
        <pc:sldMkLst>
          <pc:docMk/>
          <pc:sldMk cId="2731352854" sldId="266"/>
        </pc:sldMkLst>
      </pc:sldChg>
      <pc:sldChg chg="del">
        <pc:chgData name="Gusti Pangestu" userId="S::gusti.pangestu@binus.ac.id::7768735c-5c0d-4d9b-b550-ead0b3c82a30" providerId="AD" clId="Web-{4A07B62D-5FC8-B8E7-56D8-8F436EB36271}" dt="2022-10-27T03:32:17.560" v="20"/>
        <pc:sldMkLst>
          <pc:docMk/>
          <pc:sldMk cId="2491614461" sldId="267"/>
        </pc:sldMkLst>
      </pc:sldChg>
      <pc:sldChg chg="del">
        <pc:chgData name="Gusti Pangestu" userId="S::gusti.pangestu@binus.ac.id::7768735c-5c0d-4d9b-b550-ead0b3c82a30" providerId="AD" clId="Web-{4A07B62D-5FC8-B8E7-56D8-8F436EB36271}" dt="2022-10-27T03:32:17.560" v="19"/>
        <pc:sldMkLst>
          <pc:docMk/>
          <pc:sldMk cId="2148684292" sldId="268"/>
        </pc:sldMkLst>
      </pc:sldChg>
      <pc:sldChg chg="del">
        <pc:chgData name="Gusti Pangestu" userId="S::gusti.pangestu@binus.ac.id::7768735c-5c0d-4d9b-b550-ead0b3c82a30" providerId="AD" clId="Web-{4A07B62D-5FC8-B8E7-56D8-8F436EB36271}" dt="2022-10-27T03:32:17.545" v="18"/>
        <pc:sldMkLst>
          <pc:docMk/>
          <pc:sldMk cId="3556607782" sldId="269"/>
        </pc:sldMkLst>
      </pc:sldChg>
      <pc:sldChg chg="del">
        <pc:chgData name="Gusti Pangestu" userId="S::gusti.pangestu@binus.ac.id::7768735c-5c0d-4d9b-b550-ead0b3c82a30" providerId="AD" clId="Web-{4A07B62D-5FC8-B8E7-56D8-8F436EB36271}" dt="2022-10-27T03:32:17.545" v="17"/>
        <pc:sldMkLst>
          <pc:docMk/>
          <pc:sldMk cId="1547233532" sldId="270"/>
        </pc:sldMkLst>
      </pc:sldChg>
      <pc:sldChg chg="del">
        <pc:chgData name="Gusti Pangestu" userId="S::gusti.pangestu@binus.ac.id::7768735c-5c0d-4d9b-b550-ead0b3c82a30" providerId="AD" clId="Web-{4A07B62D-5FC8-B8E7-56D8-8F436EB36271}" dt="2022-10-27T03:32:17.545" v="16"/>
        <pc:sldMkLst>
          <pc:docMk/>
          <pc:sldMk cId="536712598" sldId="271"/>
        </pc:sldMkLst>
      </pc:sldChg>
      <pc:sldChg chg="del">
        <pc:chgData name="Gusti Pangestu" userId="S::gusti.pangestu@binus.ac.id::7768735c-5c0d-4d9b-b550-ead0b3c82a30" providerId="AD" clId="Web-{4A07B62D-5FC8-B8E7-56D8-8F436EB36271}" dt="2022-10-27T03:32:17.545" v="15"/>
        <pc:sldMkLst>
          <pc:docMk/>
          <pc:sldMk cId="871585317" sldId="272"/>
        </pc:sldMkLst>
      </pc:sldChg>
      <pc:sldChg chg="del">
        <pc:chgData name="Gusti Pangestu" userId="S::gusti.pangestu@binus.ac.id::7768735c-5c0d-4d9b-b550-ead0b3c82a30" providerId="AD" clId="Web-{4A07B62D-5FC8-B8E7-56D8-8F436EB36271}" dt="2022-10-27T03:32:17.545" v="14"/>
        <pc:sldMkLst>
          <pc:docMk/>
          <pc:sldMk cId="2571191043" sldId="273"/>
        </pc:sldMkLst>
      </pc:sldChg>
      <pc:sldChg chg="del">
        <pc:chgData name="Gusti Pangestu" userId="S::gusti.pangestu@binus.ac.id::7768735c-5c0d-4d9b-b550-ead0b3c82a30" providerId="AD" clId="Web-{4A07B62D-5FC8-B8E7-56D8-8F436EB36271}" dt="2022-10-27T03:32:17.545" v="13"/>
        <pc:sldMkLst>
          <pc:docMk/>
          <pc:sldMk cId="3225170664" sldId="274"/>
        </pc:sldMkLst>
      </pc:sldChg>
      <pc:sldChg chg="del">
        <pc:chgData name="Gusti Pangestu" userId="S::gusti.pangestu@binus.ac.id::7768735c-5c0d-4d9b-b550-ead0b3c82a30" providerId="AD" clId="Web-{4A07B62D-5FC8-B8E7-56D8-8F436EB36271}" dt="2022-10-27T03:32:17.545" v="12"/>
        <pc:sldMkLst>
          <pc:docMk/>
          <pc:sldMk cId="785895188" sldId="275"/>
        </pc:sldMkLst>
      </pc:sldChg>
      <pc:sldChg chg="del">
        <pc:chgData name="Gusti Pangestu" userId="S::gusti.pangestu@binus.ac.id::7768735c-5c0d-4d9b-b550-ead0b3c82a30" providerId="AD" clId="Web-{4A07B62D-5FC8-B8E7-56D8-8F436EB36271}" dt="2022-10-27T03:32:17.529" v="11"/>
        <pc:sldMkLst>
          <pc:docMk/>
          <pc:sldMk cId="4271303309" sldId="276"/>
        </pc:sldMkLst>
      </pc:sldChg>
      <pc:sldChg chg="del">
        <pc:chgData name="Gusti Pangestu" userId="S::gusti.pangestu@binus.ac.id::7768735c-5c0d-4d9b-b550-ead0b3c82a30" providerId="AD" clId="Web-{4A07B62D-5FC8-B8E7-56D8-8F436EB36271}" dt="2022-10-27T03:32:17.529" v="10"/>
        <pc:sldMkLst>
          <pc:docMk/>
          <pc:sldMk cId="2117260491" sldId="277"/>
        </pc:sldMkLst>
      </pc:sldChg>
      <pc:sldChg chg="del">
        <pc:chgData name="Gusti Pangestu" userId="S::gusti.pangestu@binus.ac.id::7768735c-5c0d-4d9b-b550-ead0b3c82a30" providerId="AD" clId="Web-{4A07B62D-5FC8-B8E7-56D8-8F436EB36271}" dt="2022-10-27T03:32:17.529" v="9"/>
        <pc:sldMkLst>
          <pc:docMk/>
          <pc:sldMk cId="1015955173" sldId="278"/>
        </pc:sldMkLst>
      </pc:sldChg>
      <pc:sldChg chg="del">
        <pc:chgData name="Gusti Pangestu" userId="S::gusti.pangestu@binus.ac.id::7768735c-5c0d-4d9b-b550-ead0b3c82a30" providerId="AD" clId="Web-{4A07B62D-5FC8-B8E7-56D8-8F436EB36271}" dt="2022-10-27T03:32:17.513" v="8"/>
        <pc:sldMkLst>
          <pc:docMk/>
          <pc:sldMk cId="344992624" sldId="279"/>
        </pc:sldMkLst>
      </pc:sldChg>
      <pc:sldChg chg="del">
        <pc:chgData name="Gusti Pangestu" userId="S::gusti.pangestu@binus.ac.id::7768735c-5c0d-4d9b-b550-ead0b3c82a30" providerId="AD" clId="Web-{4A07B62D-5FC8-B8E7-56D8-8F436EB36271}" dt="2022-10-27T03:32:17.513" v="7"/>
        <pc:sldMkLst>
          <pc:docMk/>
          <pc:sldMk cId="90282252" sldId="280"/>
        </pc:sldMkLst>
      </pc:sldChg>
      <pc:sldChg chg="del">
        <pc:chgData name="Gusti Pangestu" userId="S::gusti.pangestu@binus.ac.id::7768735c-5c0d-4d9b-b550-ead0b3c82a30" providerId="AD" clId="Web-{4A07B62D-5FC8-B8E7-56D8-8F436EB36271}" dt="2022-10-27T03:32:17.513" v="6"/>
        <pc:sldMkLst>
          <pc:docMk/>
          <pc:sldMk cId="3410787883" sldId="281"/>
        </pc:sldMkLst>
      </pc:sldChg>
      <pc:sldChg chg="del">
        <pc:chgData name="Gusti Pangestu" userId="S::gusti.pangestu@binus.ac.id::7768735c-5c0d-4d9b-b550-ead0b3c82a30" providerId="AD" clId="Web-{4A07B62D-5FC8-B8E7-56D8-8F436EB36271}" dt="2022-10-27T03:32:17.513" v="5"/>
        <pc:sldMkLst>
          <pc:docMk/>
          <pc:sldMk cId="1227478321" sldId="282"/>
        </pc:sldMkLst>
      </pc:sldChg>
      <pc:sldChg chg="del">
        <pc:chgData name="Gusti Pangestu" userId="S::gusti.pangestu@binus.ac.id::7768735c-5c0d-4d9b-b550-ead0b3c82a30" providerId="AD" clId="Web-{4A07B62D-5FC8-B8E7-56D8-8F436EB36271}" dt="2022-10-27T03:32:17.513" v="4"/>
        <pc:sldMkLst>
          <pc:docMk/>
          <pc:sldMk cId="292231376" sldId="283"/>
        </pc:sldMkLst>
      </pc:sldChg>
      <pc:sldChg chg="del">
        <pc:chgData name="Gusti Pangestu" userId="S::gusti.pangestu@binus.ac.id::7768735c-5c0d-4d9b-b550-ead0b3c82a30" providerId="AD" clId="Web-{4A07B62D-5FC8-B8E7-56D8-8F436EB36271}" dt="2022-10-27T03:32:17.513" v="3"/>
        <pc:sldMkLst>
          <pc:docMk/>
          <pc:sldMk cId="2152450951" sldId="284"/>
        </pc:sldMkLst>
      </pc:sldChg>
      <pc:sldChg chg="del">
        <pc:chgData name="Gusti Pangestu" userId="S::gusti.pangestu@binus.ac.id::7768735c-5c0d-4d9b-b550-ead0b3c82a30" providerId="AD" clId="Web-{4A07B62D-5FC8-B8E7-56D8-8F436EB36271}" dt="2022-10-27T03:32:17.513" v="2"/>
        <pc:sldMkLst>
          <pc:docMk/>
          <pc:sldMk cId="2554036173" sldId="285"/>
        </pc:sldMkLst>
      </pc:sldChg>
      <pc:sldChg chg="del">
        <pc:chgData name="Gusti Pangestu" userId="S::gusti.pangestu@binus.ac.id::7768735c-5c0d-4d9b-b550-ead0b3c82a30" providerId="AD" clId="Web-{4A07B62D-5FC8-B8E7-56D8-8F436EB36271}" dt="2022-10-27T03:32:17.513" v="1"/>
        <pc:sldMkLst>
          <pc:docMk/>
          <pc:sldMk cId="1741353849" sldId="286"/>
        </pc:sldMkLst>
      </pc:sldChg>
      <pc:sldChg chg="del">
        <pc:chgData name="Gusti Pangestu" userId="S::gusti.pangestu@binus.ac.id::7768735c-5c0d-4d9b-b550-ead0b3c82a30" providerId="AD" clId="Web-{4A07B62D-5FC8-B8E7-56D8-8F436EB36271}" dt="2022-10-27T03:32:17.513" v="0"/>
        <pc:sldMkLst>
          <pc:docMk/>
          <pc:sldMk cId="2486734919" sldId="287"/>
        </pc:sldMkLst>
      </pc:sldChg>
      <pc:sldChg chg="modSp">
        <pc:chgData name="Gusti Pangestu" userId="S::gusti.pangestu@binus.ac.id::7768735c-5c0d-4d9b-b550-ead0b3c82a30" providerId="AD" clId="Web-{4A07B62D-5FC8-B8E7-56D8-8F436EB36271}" dt="2022-10-27T04:20:36.460" v="197" actId="20577"/>
        <pc:sldMkLst>
          <pc:docMk/>
          <pc:sldMk cId="1365886943" sldId="289"/>
        </pc:sldMkLst>
        <pc:spChg chg="mod">
          <ac:chgData name="Gusti Pangestu" userId="S::gusti.pangestu@binus.ac.id::7768735c-5c0d-4d9b-b550-ead0b3c82a30" providerId="AD" clId="Web-{4A07B62D-5FC8-B8E7-56D8-8F436EB36271}" dt="2022-10-27T04:20:36.460" v="197" actId="20577"/>
          <ac:spMkLst>
            <pc:docMk/>
            <pc:sldMk cId="1365886943" sldId="289"/>
            <ac:spMk id="5" creationId="{BFC9FBC7-A7B5-44F5-875A-9C78EE947DD2}"/>
          </ac:spMkLst>
        </pc:spChg>
      </pc:sldChg>
      <pc:sldChg chg="modSp new">
        <pc:chgData name="Gusti Pangestu" userId="S::gusti.pangestu@binus.ac.id::7768735c-5c0d-4d9b-b550-ead0b3c82a30" providerId="AD" clId="Web-{4A07B62D-5FC8-B8E7-56D8-8F436EB36271}" dt="2022-10-27T03:33:38.797" v="76" actId="20577"/>
        <pc:sldMkLst>
          <pc:docMk/>
          <pc:sldMk cId="1545682022" sldId="290"/>
        </pc:sldMkLst>
        <pc:spChg chg="mod">
          <ac:chgData name="Gusti Pangestu" userId="S::gusti.pangestu@binus.ac.id::7768735c-5c0d-4d9b-b550-ead0b3c82a30" providerId="AD" clId="Web-{4A07B62D-5FC8-B8E7-56D8-8F436EB36271}" dt="2022-10-27T03:33:24.281" v="73" actId="20577"/>
          <ac:spMkLst>
            <pc:docMk/>
            <pc:sldMk cId="1545682022" sldId="290"/>
            <ac:spMk id="2" creationId="{0D127130-CB93-C8BE-7021-F7979E8208C3}"/>
          </ac:spMkLst>
        </pc:spChg>
        <pc:spChg chg="mod">
          <ac:chgData name="Gusti Pangestu" userId="S::gusti.pangestu@binus.ac.id::7768735c-5c0d-4d9b-b550-ead0b3c82a30" providerId="AD" clId="Web-{4A07B62D-5FC8-B8E7-56D8-8F436EB36271}" dt="2022-10-27T03:33:38.797" v="76" actId="20577"/>
          <ac:spMkLst>
            <pc:docMk/>
            <pc:sldMk cId="1545682022" sldId="290"/>
            <ac:spMk id="3" creationId="{CFBE6DC7-A61F-27FA-B9A7-7018AFBF0075}"/>
          </ac:spMkLst>
        </pc:spChg>
      </pc:sldChg>
      <pc:sldChg chg="modSp new mod modClrScheme chgLayout">
        <pc:chgData name="Gusti Pangestu" userId="S::gusti.pangestu@binus.ac.id::7768735c-5c0d-4d9b-b550-ead0b3c82a30" providerId="AD" clId="Web-{4A07B62D-5FC8-B8E7-56D8-8F436EB36271}" dt="2022-10-27T03:33:55.203" v="83" actId="20577"/>
        <pc:sldMkLst>
          <pc:docMk/>
          <pc:sldMk cId="2466898216" sldId="291"/>
        </pc:sldMkLst>
        <pc:spChg chg="mod ord">
          <ac:chgData name="Gusti Pangestu" userId="S::gusti.pangestu@binus.ac.id::7768735c-5c0d-4d9b-b550-ead0b3c82a30" providerId="AD" clId="Web-{4A07B62D-5FC8-B8E7-56D8-8F436EB36271}" dt="2022-10-27T03:33:55.203" v="83" actId="20577"/>
          <ac:spMkLst>
            <pc:docMk/>
            <pc:sldMk cId="2466898216" sldId="291"/>
            <ac:spMk id="2" creationId="{1DA5B708-FC9B-00A9-922A-708391EAA17E}"/>
          </ac:spMkLst>
        </pc:spChg>
        <pc:spChg chg="mod ord">
          <ac:chgData name="Gusti Pangestu" userId="S::gusti.pangestu@binus.ac.id::7768735c-5c0d-4d9b-b550-ead0b3c82a30" providerId="AD" clId="Web-{4A07B62D-5FC8-B8E7-56D8-8F436EB36271}" dt="2022-10-27T03:33:48.531" v="78"/>
          <ac:spMkLst>
            <pc:docMk/>
            <pc:sldMk cId="2466898216" sldId="291"/>
            <ac:spMk id="3" creationId="{37081DDC-E11D-4A37-319D-F18FF771B1D3}"/>
          </ac:spMkLst>
        </pc:spChg>
      </pc:sldChg>
      <pc:sldChg chg="modSp new mod modClrScheme chgLayout">
        <pc:chgData name="Gusti Pangestu" userId="S::gusti.pangestu@binus.ac.id::7768735c-5c0d-4d9b-b550-ead0b3c82a30" providerId="AD" clId="Web-{4A07B62D-5FC8-B8E7-56D8-8F436EB36271}" dt="2022-10-27T03:34:48.205" v="93" actId="20577"/>
        <pc:sldMkLst>
          <pc:docMk/>
          <pc:sldMk cId="3525839078" sldId="292"/>
        </pc:sldMkLst>
        <pc:spChg chg="mod ord">
          <ac:chgData name="Gusti Pangestu" userId="S::gusti.pangestu@binus.ac.id::7768735c-5c0d-4d9b-b550-ead0b3c82a30" providerId="AD" clId="Web-{4A07B62D-5FC8-B8E7-56D8-8F436EB36271}" dt="2022-10-27T03:34:31.876" v="87" actId="20577"/>
          <ac:spMkLst>
            <pc:docMk/>
            <pc:sldMk cId="3525839078" sldId="292"/>
            <ac:spMk id="2" creationId="{0FD1391C-7614-D478-65D1-524193E45FC7}"/>
          </ac:spMkLst>
        </pc:spChg>
        <pc:spChg chg="mod ord">
          <ac:chgData name="Gusti Pangestu" userId="S::gusti.pangestu@binus.ac.id::7768735c-5c0d-4d9b-b550-ead0b3c82a30" providerId="AD" clId="Web-{4A07B62D-5FC8-B8E7-56D8-8F436EB36271}" dt="2022-10-27T03:34:48.205" v="93" actId="20577"/>
          <ac:spMkLst>
            <pc:docMk/>
            <pc:sldMk cId="3525839078" sldId="292"/>
            <ac:spMk id="3" creationId="{0873727D-BA01-A799-46C8-EC7DCCB11A3E}"/>
          </ac:spMkLst>
        </pc:spChg>
      </pc:sldChg>
      <pc:sldChg chg="modSp new">
        <pc:chgData name="Gusti Pangestu" userId="S::gusti.pangestu@binus.ac.id::7768735c-5c0d-4d9b-b550-ead0b3c82a30" providerId="AD" clId="Web-{4A07B62D-5FC8-B8E7-56D8-8F436EB36271}" dt="2022-10-27T03:36:31.973" v="121" actId="20577"/>
        <pc:sldMkLst>
          <pc:docMk/>
          <pc:sldMk cId="4076145057" sldId="293"/>
        </pc:sldMkLst>
        <pc:spChg chg="mod">
          <ac:chgData name="Gusti Pangestu" userId="S::gusti.pangestu@binus.ac.id::7768735c-5c0d-4d9b-b550-ead0b3c82a30" providerId="AD" clId="Web-{4A07B62D-5FC8-B8E7-56D8-8F436EB36271}" dt="2022-10-27T03:35:08.486" v="98" actId="20577"/>
          <ac:spMkLst>
            <pc:docMk/>
            <pc:sldMk cId="4076145057" sldId="293"/>
            <ac:spMk id="2" creationId="{33FB5CBE-178D-8513-456F-A822E6C8BEFF}"/>
          </ac:spMkLst>
        </pc:spChg>
        <pc:spChg chg="mod">
          <ac:chgData name="Gusti Pangestu" userId="S::gusti.pangestu@binus.ac.id::7768735c-5c0d-4d9b-b550-ead0b3c82a30" providerId="AD" clId="Web-{4A07B62D-5FC8-B8E7-56D8-8F436EB36271}" dt="2022-10-27T03:36:31.973" v="121" actId="20577"/>
          <ac:spMkLst>
            <pc:docMk/>
            <pc:sldMk cId="4076145057" sldId="293"/>
            <ac:spMk id="3" creationId="{E2727E9A-CE48-1885-0EF5-7B67BFB3EC92}"/>
          </ac:spMkLst>
        </pc:spChg>
      </pc:sldChg>
      <pc:sldChg chg="addSp delSp modSp new">
        <pc:chgData name="Gusti Pangestu" userId="S::gusti.pangestu@binus.ac.id::7768735c-5c0d-4d9b-b550-ead0b3c82a30" providerId="AD" clId="Web-{4A07B62D-5FC8-B8E7-56D8-8F436EB36271}" dt="2022-10-27T03:38:10.178" v="129" actId="1076"/>
        <pc:sldMkLst>
          <pc:docMk/>
          <pc:sldMk cId="1654806926" sldId="294"/>
        </pc:sldMkLst>
        <pc:spChg chg="del">
          <ac:chgData name="Gusti Pangestu" userId="S::gusti.pangestu@binus.ac.id::7768735c-5c0d-4d9b-b550-ead0b3c82a30" providerId="AD" clId="Web-{4A07B62D-5FC8-B8E7-56D8-8F436EB36271}" dt="2022-10-27T03:37:52.803" v="126"/>
          <ac:spMkLst>
            <pc:docMk/>
            <pc:sldMk cId="1654806926" sldId="294"/>
            <ac:spMk id="2" creationId="{B677F81A-B775-8269-F1F2-ACB6D365B45D}"/>
          </ac:spMkLst>
        </pc:spChg>
        <pc:spChg chg="del mod">
          <ac:chgData name="Gusti Pangestu" userId="S::gusti.pangestu@binus.ac.id::7768735c-5c0d-4d9b-b550-ead0b3c82a30" providerId="AD" clId="Web-{4A07B62D-5FC8-B8E7-56D8-8F436EB36271}" dt="2022-10-27T03:37:49.897" v="125"/>
          <ac:spMkLst>
            <pc:docMk/>
            <pc:sldMk cId="1654806926" sldId="294"/>
            <ac:spMk id="3" creationId="{A4F7337D-CF28-B38C-4966-E35FAD344E22}"/>
          </ac:spMkLst>
        </pc:spChg>
        <pc:spChg chg="add del">
          <ac:chgData name="Gusti Pangestu" userId="S::gusti.pangestu@binus.ac.id::7768735c-5c0d-4d9b-b550-ead0b3c82a30" providerId="AD" clId="Web-{4A07B62D-5FC8-B8E7-56D8-8F436EB36271}" dt="2022-10-27T03:38:00.178" v="127"/>
          <ac:spMkLst>
            <pc:docMk/>
            <pc:sldMk cId="1654806926" sldId="294"/>
            <ac:spMk id="9" creationId="{88CAE940-2F6D-D49B-1D77-795AE626C153}"/>
          </ac:spMkLst>
        </pc:spChg>
        <pc:picChg chg="add mod ord">
          <ac:chgData name="Gusti Pangestu" userId="S::gusti.pangestu@binus.ac.id::7768735c-5c0d-4d9b-b550-ead0b3c82a30" providerId="AD" clId="Web-{4A07B62D-5FC8-B8E7-56D8-8F436EB36271}" dt="2022-10-27T03:38:10.178" v="129" actId="1076"/>
          <ac:picMkLst>
            <pc:docMk/>
            <pc:sldMk cId="1654806926" sldId="294"/>
            <ac:picMk id="4" creationId="{32F0B99C-3514-5360-2C0F-FE302CBC16D1}"/>
          </ac:picMkLst>
        </pc:picChg>
      </pc:sldChg>
      <pc:sldChg chg="modSp new">
        <pc:chgData name="Gusti Pangestu" userId="S::gusti.pangestu@binus.ac.id::7768735c-5c0d-4d9b-b550-ead0b3c82a30" providerId="AD" clId="Web-{4A07B62D-5FC8-B8E7-56D8-8F436EB36271}" dt="2022-10-27T04:17:28.532" v="147" actId="20577"/>
        <pc:sldMkLst>
          <pc:docMk/>
          <pc:sldMk cId="1695190657" sldId="295"/>
        </pc:sldMkLst>
        <pc:spChg chg="mod">
          <ac:chgData name="Gusti Pangestu" userId="S::gusti.pangestu@binus.ac.id::7768735c-5c0d-4d9b-b550-ead0b3c82a30" providerId="AD" clId="Web-{4A07B62D-5FC8-B8E7-56D8-8F436EB36271}" dt="2022-10-27T04:17:28.532" v="147" actId="20577"/>
          <ac:spMkLst>
            <pc:docMk/>
            <pc:sldMk cId="1695190657" sldId="295"/>
            <ac:spMk id="2" creationId="{CE9CDD7E-610C-104F-E4D9-E4E57DECAC2C}"/>
          </ac:spMkLst>
        </pc:spChg>
        <pc:spChg chg="mod">
          <ac:chgData name="Gusti Pangestu" userId="S::gusti.pangestu@binus.ac.id::7768735c-5c0d-4d9b-b550-ead0b3c82a30" providerId="AD" clId="Web-{4A07B62D-5FC8-B8E7-56D8-8F436EB36271}" dt="2022-10-27T04:17:24.922" v="144" actId="20577"/>
          <ac:spMkLst>
            <pc:docMk/>
            <pc:sldMk cId="1695190657" sldId="295"/>
            <ac:spMk id="3" creationId="{868B0950-9FB9-A836-EF04-095A7B5E2363}"/>
          </ac:spMkLst>
        </pc:spChg>
      </pc:sldChg>
      <pc:sldChg chg="modSp new">
        <pc:chgData name="Gusti Pangestu" userId="S::gusti.pangestu@binus.ac.id::7768735c-5c0d-4d9b-b550-ead0b3c82a30" providerId="AD" clId="Web-{4A07B62D-5FC8-B8E7-56D8-8F436EB36271}" dt="2022-10-27T04:18:16.017" v="167" actId="20577"/>
        <pc:sldMkLst>
          <pc:docMk/>
          <pc:sldMk cId="1038788887" sldId="296"/>
        </pc:sldMkLst>
        <pc:spChg chg="mod">
          <ac:chgData name="Gusti Pangestu" userId="S::gusti.pangestu@binus.ac.id::7768735c-5c0d-4d9b-b550-ead0b3c82a30" providerId="AD" clId="Web-{4A07B62D-5FC8-B8E7-56D8-8F436EB36271}" dt="2022-10-27T04:17:35.547" v="154" actId="20577"/>
          <ac:spMkLst>
            <pc:docMk/>
            <pc:sldMk cId="1038788887" sldId="296"/>
            <ac:spMk id="2" creationId="{379435EB-2F4D-F994-FEBE-E84669BFF995}"/>
          </ac:spMkLst>
        </pc:spChg>
        <pc:spChg chg="mod">
          <ac:chgData name="Gusti Pangestu" userId="S::gusti.pangestu@binus.ac.id::7768735c-5c0d-4d9b-b550-ead0b3c82a30" providerId="AD" clId="Web-{4A07B62D-5FC8-B8E7-56D8-8F436EB36271}" dt="2022-10-27T04:18:16.017" v="167" actId="20577"/>
          <ac:spMkLst>
            <pc:docMk/>
            <pc:sldMk cId="1038788887" sldId="296"/>
            <ac:spMk id="3" creationId="{2A8DCDF0-75EE-995B-B3D4-3D2783C8D05E}"/>
          </ac:spMkLst>
        </pc:spChg>
      </pc:sldChg>
      <pc:sldChg chg="modSp new">
        <pc:chgData name="Gusti Pangestu" userId="S::gusti.pangestu@binus.ac.id::7768735c-5c0d-4d9b-b550-ead0b3c82a30" providerId="AD" clId="Web-{4A07B62D-5FC8-B8E7-56D8-8F436EB36271}" dt="2022-10-27T04:19:09.379" v="187" actId="20577"/>
        <pc:sldMkLst>
          <pc:docMk/>
          <pc:sldMk cId="1449165949" sldId="297"/>
        </pc:sldMkLst>
        <pc:spChg chg="mod">
          <ac:chgData name="Gusti Pangestu" userId="S::gusti.pangestu@binus.ac.id::7768735c-5c0d-4d9b-b550-ead0b3c82a30" providerId="AD" clId="Web-{4A07B62D-5FC8-B8E7-56D8-8F436EB36271}" dt="2022-10-27T04:18:21.565" v="173" actId="20577"/>
          <ac:spMkLst>
            <pc:docMk/>
            <pc:sldMk cId="1449165949" sldId="297"/>
            <ac:spMk id="2" creationId="{1BDB89C4-9F38-C573-7FEB-DBF372FEE009}"/>
          </ac:spMkLst>
        </pc:spChg>
        <pc:spChg chg="mod">
          <ac:chgData name="Gusti Pangestu" userId="S::gusti.pangestu@binus.ac.id::7768735c-5c0d-4d9b-b550-ead0b3c82a30" providerId="AD" clId="Web-{4A07B62D-5FC8-B8E7-56D8-8F436EB36271}" dt="2022-10-27T04:19:09.379" v="187" actId="20577"/>
          <ac:spMkLst>
            <pc:docMk/>
            <pc:sldMk cId="1449165949" sldId="297"/>
            <ac:spMk id="3" creationId="{7C1388C6-98A5-18A5-BD6E-039461A1C138}"/>
          </ac:spMkLst>
        </pc:spChg>
      </pc:sldChg>
      <pc:sldChg chg="modSp new">
        <pc:chgData name="Gusti Pangestu" userId="S::gusti.pangestu@binus.ac.id::7768735c-5c0d-4d9b-b550-ead0b3c82a30" providerId="AD" clId="Web-{4A07B62D-5FC8-B8E7-56D8-8F436EB36271}" dt="2022-10-27T04:19:35.583" v="193" actId="20577"/>
        <pc:sldMkLst>
          <pc:docMk/>
          <pc:sldMk cId="1604491517" sldId="298"/>
        </pc:sldMkLst>
        <pc:spChg chg="mod">
          <ac:chgData name="Gusti Pangestu" userId="S::gusti.pangestu@binus.ac.id::7768735c-5c0d-4d9b-b550-ead0b3c82a30" providerId="AD" clId="Web-{4A07B62D-5FC8-B8E7-56D8-8F436EB36271}" dt="2022-10-27T04:19:35.583" v="193" actId="20577"/>
          <ac:spMkLst>
            <pc:docMk/>
            <pc:sldMk cId="1604491517" sldId="298"/>
            <ac:spMk id="2" creationId="{60A60F9B-7090-48B0-C099-79A4FCD87C9C}"/>
          </ac:spMkLst>
        </pc:spChg>
        <pc:spChg chg="mod">
          <ac:chgData name="Gusti Pangestu" userId="S::gusti.pangestu@binus.ac.id::7768735c-5c0d-4d9b-b550-ead0b3c82a30" providerId="AD" clId="Web-{4A07B62D-5FC8-B8E7-56D8-8F436EB36271}" dt="2022-10-27T04:19:33.145" v="192" actId="20577"/>
          <ac:spMkLst>
            <pc:docMk/>
            <pc:sldMk cId="1604491517" sldId="298"/>
            <ac:spMk id="3" creationId="{9565EA00-A502-2E60-9160-59751FEB0489}"/>
          </ac:spMkLst>
        </pc:spChg>
      </pc:sldChg>
    </pc:docChg>
  </pc:docChgLst>
  <pc:docChgLst>
    <pc:chgData name="Gusti Pangestu" userId="S::gusti.pangestu@binus.ac.id::7768735c-5c0d-4d9b-b550-ead0b3c82a30" providerId="AD" clId="Web-{545CF8EE-C950-CF5E-EA51-348C50644DAE}"/>
    <pc:docChg chg="delSld modSection">
      <pc:chgData name="Gusti Pangestu" userId="S::gusti.pangestu@binus.ac.id::7768735c-5c0d-4d9b-b550-ead0b3c82a30" providerId="AD" clId="Web-{545CF8EE-C950-CF5E-EA51-348C50644DAE}" dt="2022-11-02T09:50:50.443" v="7"/>
      <pc:docMkLst>
        <pc:docMk/>
      </pc:docMkLst>
      <pc:sldChg chg="del">
        <pc:chgData name="Gusti Pangestu" userId="S::gusti.pangestu@binus.ac.id::7768735c-5c0d-4d9b-b550-ead0b3c82a30" providerId="AD" clId="Web-{545CF8EE-C950-CF5E-EA51-348C50644DAE}" dt="2022-11-02T09:50:50.443" v="7"/>
        <pc:sldMkLst>
          <pc:docMk/>
          <pc:sldMk cId="2466898216" sldId="291"/>
        </pc:sldMkLst>
      </pc:sldChg>
      <pc:sldChg chg="del">
        <pc:chgData name="Gusti Pangestu" userId="S::gusti.pangestu@binus.ac.id::7768735c-5c0d-4d9b-b550-ead0b3c82a30" providerId="AD" clId="Web-{545CF8EE-C950-CF5E-EA51-348C50644DAE}" dt="2022-11-02T09:50:50.443" v="6"/>
        <pc:sldMkLst>
          <pc:docMk/>
          <pc:sldMk cId="3525839078" sldId="292"/>
        </pc:sldMkLst>
      </pc:sldChg>
      <pc:sldChg chg="del">
        <pc:chgData name="Gusti Pangestu" userId="S::gusti.pangestu@binus.ac.id::7768735c-5c0d-4d9b-b550-ead0b3c82a30" providerId="AD" clId="Web-{545CF8EE-C950-CF5E-EA51-348C50644DAE}" dt="2022-11-02T09:50:50.443" v="5"/>
        <pc:sldMkLst>
          <pc:docMk/>
          <pc:sldMk cId="4076145057" sldId="293"/>
        </pc:sldMkLst>
      </pc:sldChg>
      <pc:sldChg chg="del">
        <pc:chgData name="Gusti Pangestu" userId="S::gusti.pangestu@binus.ac.id::7768735c-5c0d-4d9b-b550-ead0b3c82a30" providerId="AD" clId="Web-{545CF8EE-C950-CF5E-EA51-348C50644DAE}" dt="2022-11-02T09:50:50.443" v="4"/>
        <pc:sldMkLst>
          <pc:docMk/>
          <pc:sldMk cId="1654806926" sldId="294"/>
        </pc:sldMkLst>
      </pc:sldChg>
      <pc:sldChg chg="del">
        <pc:chgData name="Gusti Pangestu" userId="S::gusti.pangestu@binus.ac.id::7768735c-5c0d-4d9b-b550-ead0b3c82a30" providerId="AD" clId="Web-{545CF8EE-C950-CF5E-EA51-348C50644DAE}" dt="2022-11-02T09:50:50.443" v="3"/>
        <pc:sldMkLst>
          <pc:docMk/>
          <pc:sldMk cId="1695190657" sldId="295"/>
        </pc:sldMkLst>
      </pc:sldChg>
      <pc:sldChg chg="del">
        <pc:chgData name="Gusti Pangestu" userId="S::gusti.pangestu@binus.ac.id::7768735c-5c0d-4d9b-b550-ead0b3c82a30" providerId="AD" clId="Web-{545CF8EE-C950-CF5E-EA51-348C50644DAE}" dt="2022-11-02T09:50:50.443" v="2"/>
        <pc:sldMkLst>
          <pc:docMk/>
          <pc:sldMk cId="1038788887" sldId="296"/>
        </pc:sldMkLst>
      </pc:sldChg>
      <pc:sldChg chg="del">
        <pc:chgData name="Gusti Pangestu" userId="S::gusti.pangestu@binus.ac.id::7768735c-5c0d-4d9b-b550-ead0b3c82a30" providerId="AD" clId="Web-{545CF8EE-C950-CF5E-EA51-348C50644DAE}" dt="2022-11-02T09:50:50.443" v="1"/>
        <pc:sldMkLst>
          <pc:docMk/>
          <pc:sldMk cId="1449165949" sldId="297"/>
        </pc:sldMkLst>
      </pc:sldChg>
      <pc:sldChg chg="del">
        <pc:chgData name="Gusti Pangestu" userId="S::gusti.pangestu@binus.ac.id::7768735c-5c0d-4d9b-b550-ead0b3c82a30" providerId="AD" clId="Web-{545CF8EE-C950-CF5E-EA51-348C50644DAE}" dt="2022-11-02T09:50:50.443" v="0"/>
        <pc:sldMkLst>
          <pc:docMk/>
          <pc:sldMk cId="1604491517" sldId="298"/>
        </pc:sldMkLst>
      </pc:sldChg>
    </pc:docChg>
  </pc:docChgLst>
  <pc:docChgLst>
    <pc:chgData name="Gusti Pangestu" userId="S::gusti.pangestu@binus.ac.id::7768735c-5c0d-4d9b-b550-ead0b3c82a30" providerId="AD" clId="Web-{720B1208-9882-69E9-F657-19234A5FB7AD}"/>
    <pc:docChg chg="addSld modSld modSection">
      <pc:chgData name="Gusti Pangestu" userId="S::gusti.pangestu@binus.ac.id::7768735c-5c0d-4d9b-b550-ead0b3c82a30" providerId="AD" clId="Web-{720B1208-9882-69E9-F657-19234A5FB7AD}" dt="2022-11-07T04:15:16.453" v="212" actId="1076"/>
      <pc:docMkLst>
        <pc:docMk/>
      </pc:docMkLst>
      <pc:sldChg chg="addSp modSp new">
        <pc:chgData name="Gusti Pangestu" userId="S::gusti.pangestu@binus.ac.id::7768735c-5c0d-4d9b-b550-ead0b3c82a30" providerId="AD" clId="Web-{720B1208-9882-69E9-F657-19234A5FB7AD}" dt="2022-11-07T02:51:41.133" v="46" actId="20577"/>
        <pc:sldMkLst>
          <pc:docMk/>
          <pc:sldMk cId="376018570" sldId="297"/>
        </pc:sldMkLst>
        <pc:spChg chg="mod">
          <ac:chgData name="Gusti Pangestu" userId="S::gusti.pangestu@binus.ac.id::7768735c-5c0d-4d9b-b550-ead0b3c82a30" providerId="AD" clId="Web-{720B1208-9882-69E9-F657-19234A5FB7AD}" dt="2022-11-07T02:36:32.044" v="7" actId="20577"/>
          <ac:spMkLst>
            <pc:docMk/>
            <pc:sldMk cId="376018570" sldId="297"/>
            <ac:spMk id="2" creationId="{3FB8F51D-0AF1-4954-6E17-C858D190F1F5}"/>
          </ac:spMkLst>
        </pc:spChg>
        <pc:spChg chg="mod">
          <ac:chgData name="Gusti Pangestu" userId="S::gusti.pangestu@binus.ac.id::7768735c-5c0d-4d9b-b550-ead0b3c82a30" providerId="AD" clId="Web-{720B1208-9882-69E9-F657-19234A5FB7AD}" dt="2022-11-07T02:51:41.133" v="46" actId="20577"/>
          <ac:spMkLst>
            <pc:docMk/>
            <pc:sldMk cId="376018570" sldId="297"/>
            <ac:spMk id="3" creationId="{DF3EF508-2D34-EC90-3ED2-7723798A827E}"/>
          </ac:spMkLst>
        </pc:spChg>
        <pc:picChg chg="add mod">
          <ac:chgData name="Gusti Pangestu" userId="S::gusti.pangestu@binus.ac.id::7768735c-5c0d-4d9b-b550-ead0b3c82a30" providerId="AD" clId="Web-{720B1208-9882-69E9-F657-19234A5FB7AD}" dt="2022-11-07T02:43:24.541" v="44" actId="1076"/>
          <ac:picMkLst>
            <pc:docMk/>
            <pc:sldMk cId="376018570" sldId="297"/>
            <ac:picMk id="4" creationId="{4AC7B8D5-2CD9-6A18-69FD-3C24769F69B9}"/>
          </ac:picMkLst>
        </pc:picChg>
      </pc:sldChg>
      <pc:sldChg chg="addSp modSp new">
        <pc:chgData name="Gusti Pangestu" userId="S::gusti.pangestu@binus.ac.id::7768735c-5c0d-4d9b-b550-ead0b3c82a30" providerId="AD" clId="Web-{720B1208-9882-69E9-F657-19234A5FB7AD}" dt="2022-11-07T03:18:34.417" v="69" actId="1076"/>
        <pc:sldMkLst>
          <pc:docMk/>
          <pc:sldMk cId="3645830168" sldId="298"/>
        </pc:sldMkLst>
        <pc:spChg chg="mod">
          <ac:chgData name="Gusti Pangestu" userId="S::gusti.pangestu@binus.ac.id::7768735c-5c0d-4d9b-b550-ead0b3c82a30" providerId="AD" clId="Web-{720B1208-9882-69E9-F657-19234A5FB7AD}" dt="2022-11-07T02:51:52.274" v="57" actId="20577"/>
          <ac:spMkLst>
            <pc:docMk/>
            <pc:sldMk cId="3645830168" sldId="298"/>
            <ac:spMk id="2" creationId="{F27A6D18-1819-B75D-CC84-BADB51EFAB51}"/>
          </ac:spMkLst>
        </pc:spChg>
        <pc:spChg chg="mod">
          <ac:chgData name="Gusti Pangestu" userId="S::gusti.pangestu@binus.ac.id::7768735c-5c0d-4d9b-b550-ead0b3c82a30" providerId="AD" clId="Web-{720B1208-9882-69E9-F657-19234A5FB7AD}" dt="2022-11-07T02:54:01.059" v="61" actId="20577"/>
          <ac:spMkLst>
            <pc:docMk/>
            <pc:sldMk cId="3645830168" sldId="298"/>
            <ac:spMk id="3" creationId="{B290B12B-36E5-5346-5482-B0C0014CEF1D}"/>
          </ac:spMkLst>
        </pc:spChg>
        <pc:picChg chg="add mod">
          <ac:chgData name="Gusti Pangestu" userId="S::gusti.pangestu@binus.ac.id::7768735c-5c0d-4d9b-b550-ead0b3c82a30" providerId="AD" clId="Web-{720B1208-9882-69E9-F657-19234A5FB7AD}" dt="2022-11-07T03:18:34.417" v="69" actId="1076"/>
          <ac:picMkLst>
            <pc:docMk/>
            <pc:sldMk cId="3645830168" sldId="298"/>
            <ac:picMk id="4" creationId="{CCBE6061-24B1-2596-577F-1BA17ED9EC7A}"/>
          </ac:picMkLst>
        </pc:picChg>
        <pc:picChg chg="add mod">
          <ac:chgData name="Gusti Pangestu" userId="S::gusti.pangestu@binus.ac.id::7768735c-5c0d-4d9b-b550-ead0b3c82a30" providerId="AD" clId="Web-{720B1208-9882-69E9-F657-19234A5FB7AD}" dt="2022-11-07T03:18:28.823" v="68" actId="1076"/>
          <ac:picMkLst>
            <pc:docMk/>
            <pc:sldMk cId="3645830168" sldId="298"/>
            <ac:picMk id="5" creationId="{F76CAC52-4AD4-2E03-2C20-F3867EC9F9BA}"/>
          </ac:picMkLst>
        </pc:picChg>
      </pc:sldChg>
      <pc:sldChg chg="addSp modSp new mod modClrScheme chgLayout">
        <pc:chgData name="Gusti Pangestu" userId="S::gusti.pangestu@binus.ac.id::7768735c-5c0d-4d9b-b550-ead0b3c82a30" providerId="AD" clId="Web-{720B1208-9882-69E9-F657-19234A5FB7AD}" dt="2022-11-07T03:24:18.756" v="93" actId="20577"/>
        <pc:sldMkLst>
          <pc:docMk/>
          <pc:sldMk cId="3162136664" sldId="299"/>
        </pc:sldMkLst>
        <pc:spChg chg="mod">
          <ac:chgData name="Gusti Pangestu" userId="S::gusti.pangestu@binus.ac.id::7768735c-5c0d-4d9b-b550-ead0b3c82a30" providerId="AD" clId="Web-{720B1208-9882-69E9-F657-19234A5FB7AD}" dt="2022-11-07T03:24:14.084" v="91"/>
          <ac:spMkLst>
            <pc:docMk/>
            <pc:sldMk cId="3162136664" sldId="299"/>
            <ac:spMk id="2" creationId="{60358CC2-0C23-5B54-284A-E599829AE9E3}"/>
          </ac:spMkLst>
        </pc:spChg>
        <pc:spChg chg="mod">
          <ac:chgData name="Gusti Pangestu" userId="S::gusti.pangestu@binus.ac.id::7768735c-5c0d-4d9b-b550-ead0b3c82a30" providerId="AD" clId="Web-{720B1208-9882-69E9-F657-19234A5FB7AD}" dt="2022-11-07T03:24:18.756" v="93" actId="20577"/>
          <ac:spMkLst>
            <pc:docMk/>
            <pc:sldMk cId="3162136664" sldId="299"/>
            <ac:spMk id="3" creationId="{348C4AD4-243B-5569-386D-DD1B60BAF281}"/>
          </ac:spMkLst>
        </pc:spChg>
        <pc:picChg chg="add mod">
          <ac:chgData name="Gusti Pangestu" userId="S::gusti.pangestu@binus.ac.id::7768735c-5c0d-4d9b-b550-ead0b3c82a30" providerId="AD" clId="Web-{720B1208-9882-69E9-F657-19234A5FB7AD}" dt="2022-11-07T03:24:14.084" v="91"/>
          <ac:picMkLst>
            <pc:docMk/>
            <pc:sldMk cId="3162136664" sldId="299"/>
            <ac:picMk id="4" creationId="{04B45CD0-8535-F48F-D421-937FB605DEE8}"/>
          </ac:picMkLst>
        </pc:picChg>
      </pc:sldChg>
      <pc:sldChg chg="addSp delSp modSp new mod modClrScheme chgLayout">
        <pc:chgData name="Gusti Pangestu" userId="S::gusti.pangestu@binus.ac.id::7768735c-5c0d-4d9b-b550-ead0b3c82a30" providerId="AD" clId="Web-{720B1208-9882-69E9-F657-19234A5FB7AD}" dt="2022-11-07T03:43:28.846" v="104" actId="14100"/>
        <pc:sldMkLst>
          <pc:docMk/>
          <pc:sldMk cId="2160808367" sldId="300"/>
        </pc:sldMkLst>
        <pc:spChg chg="del mod ord">
          <ac:chgData name="Gusti Pangestu" userId="S::gusti.pangestu@binus.ac.id::7768735c-5c0d-4d9b-b550-ead0b3c82a30" providerId="AD" clId="Web-{720B1208-9882-69E9-F657-19234A5FB7AD}" dt="2022-11-07T03:42:57.892" v="96"/>
          <ac:spMkLst>
            <pc:docMk/>
            <pc:sldMk cId="2160808367" sldId="300"/>
            <ac:spMk id="2" creationId="{485665A6-D376-0BBD-1379-41EA8A60FC49}"/>
          </ac:spMkLst>
        </pc:spChg>
        <pc:spChg chg="del mod ord">
          <ac:chgData name="Gusti Pangestu" userId="S::gusti.pangestu@binus.ac.id::7768735c-5c0d-4d9b-b550-ead0b3c82a30" providerId="AD" clId="Web-{720B1208-9882-69E9-F657-19234A5FB7AD}" dt="2022-11-07T03:43:02.377" v="98"/>
          <ac:spMkLst>
            <pc:docMk/>
            <pc:sldMk cId="2160808367" sldId="300"/>
            <ac:spMk id="3" creationId="{E604064E-C374-99CE-8018-B54ED49D7AFE}"/>
          </ac:spMkLst>
        </pc:spChg>
        <pc:spChg chg="del mod ord">
          <ac:chgData name="Gusti Pangestu" userId="S::gusti.pangestu@binus.ac.id::7768735c-5c0d-4d9b-b550-ead0b3c82a30" providerId="AD" clId="Web-{720B1208-9882-69E9-F657-19234A5FB7AD}" dt="2022-11-07T03:43:00.095" v="97"/>
          <ac:spMkLst>
            <pc:docMk/>
            <pc:sldMk cId="2160808367" sldId="300"/>
            <ac:spMk id="4" creationId="{431C6A07-88AC-6F08-9B1A-E7F5A578C17F}"/>
          </ac:spMkLst>
        </pc:spChg>
        <pc:picChg chg="add mod">
          <ac:chgData name="Gusti Pangestu" userId="S::gusti.pangestu@binus.ac.id::7768735c-5c0d-4d9b-b550-ead0b3c82a30" providerId="AD" clId="Web-{720B1208-9882-69E9-F657-19234A5FB7AD}" dt="2022-11-07T03:43:09.627" v="101" actId="14100"/>
          <ac:picMkLst>
            <pc:docMk/>
            <pc:sldMk cId="2160808367" sldId="300"/>
            <ac:picMk id="5" creationId="{8BEBC59A-2CEE-8AD6-9EAB-767B0B786D53}"/>
          </ac:picMkLst>
        </pc:picChg>
        <pc:picChg chg="add mod">
          <ac:chgData name="Gusti Pangestu" userId="S::gusti.pangestu@binus.ac.id::7768735c-5c0d-4d9b-b550-ead0b3c82a30" providerId="AD" clId="Web-{720B1208-9882-69E9-F657-19234A5FB7AD}" dt="2022-11-07T03:43:28.846" v="104" actId="14100"/>
          <ac:picMkLst>
            <pc:docMk/>
            <pc:sldMk cId="2160808367" sldId="300"/>
            <ac:picMk id="6" creationId="{D07FC423-437B-56A9-1A92-B80B987AB6F1}"/>
          </ac:picMkLst>
        </pc:picChg>
      </pc:sldChg>
      <pc:sldChg chg="addSp delSp modSp new mod modClrScheme chgLayout">
        <pc:chgData name="Gusti Pangestu" userId="S::gusti.pangestu@binus.ac.id::7768735c-5c0d-4d9b-b550-ead0b3c82a30" providerId="AD" clId="Web-{720B1208-9882-69E9-F657-19234A5FB7AD}" dt="2022-11-07T03:45:44.380" v="123" actId="1076"/>
        <pc:sldMkLst>
          <pc:docMk/>
          <pc:sldMk cId="2329439584" sldId="301"/>
        </pc:sldMkLst>
        <pc:spChg chg="mod ord">
          <ac:chgData name="Gusti Pangestu" userId="S::gusti.pangestu@binus.ac.id::7768735c-5c0d-4d9b-b550-ead0b3c82a30" providerId="AD" clId="Web-{720B1208-9882-69E9-F657-19234A5FB7AD}" dt="2022-11-07T03:45:30.067" v="121"/>
          <ac:spMkLst>
            <pc:docMk/>
            <pc:sldMk cId="2329439584" sldId="301"/>
            <ac:spMk id="2" creationId="{1184D16E-E8B0-316B-4806-0E51BE1D90AA}"/>
          </ac:spMkLst>
        </pc:spChg>
        <pc:spChg chg="mod ord">
          <ac:chgData name="Gusti Pangestu" userId="S::gusti.pangestu@binus.ac.id::7768735c-5c0d-4d9b-b550-ead0b3c82a30" providerId="AD" clId="Web-{720B1208-9882-69E9-F657-19234A5FB7AD}" dt="2022-11-07T03:45:30.067" v="121"/>
          <ac:spMkLst>
            <pc:docMk/>
            <pc:sldMk cId="2329439584" sldId="301"/>
            <ac:spMk id="3" creationId="{E9F14B17-9D15-E8C7-2578-5D3D47B36C23}"/>
          </ac:spMkLst>
        </pc:spChg>
        <pc:spChg chg="del">
          <ac:chgData name="Gusti Pangestu" userId="S::gusti.pangestu@binus.ac.id::7768735c-5c0d-4d9b-b550-ead0b3c82a30" providerId="AD" clId="Web-{720B1208-9882-69E9-F657-19234A5FB7AD}" dt="2022-11-07T03:43:38.846" v="106"/>
          <ac:spMkLst>
            <pc:docMk/>
            <pc:sldMk cId="2329439584" sldId="301"/>
            <ac:spMk id="4" creationId="{4309DA00-CCF1-E31C-85D6-71197B1EA479}"/>
          </ac:spMkLst>
        </pc:spChg>
        <pc:picChg chg="add mod">
          <ac:chgData name="Gusti Pangestu" userId="S::gusti.pangestu@binus.ac.id::7768735c-5c0d-4d9b-b550-ead0b3c82a30" providerId="AD" clId="Web-{720B1208-9882-69E9-F657-19234A5FB7AD}" dt="2022-11-07T03:45:44.380" v="123" actId="1076"/>
          <ac:picMkLst>
            <pc:docMk/>
            <pc:sldMk cId="2329439584" sldId="301"/>
            <ac:picMk id="5" creationId="{88F2C4A4-D825-F29C-29BE-69B3A02A8E0A}"/>
          </ac:picMkLst>
        </pc:picChg>
      </pc:sldChg>
      <pc:sldChg chg="addSp delSp modSp new">
        <pc:chgData name="Gusti Pangestu" userId="S::gusti.pangestu@binus.ac.id::7768735c-5c0d-4d9b-b550-ead0b3c82a30" providerId="AD" clId="Web-{720B1208-9882-69E9-F657-19234A5FB7AD}" dt="2022-11-07T04:02:44.232" v="142" actId="14100"/>
        <pc:sldMkLst>
          <pc:docMk/>
          <pc:sldMk cId="4132436519" sldId="302"/>
        </pc:sldMkLst>
        <pc:spChg chg="mod">
          <ac:chgData name="Gusti Pangestu" userId="S::gusti.pangestu@binus.ac.id::7768735c-5c0d-4d9b-b550-ead0b3c82a30" providerId="AD" clId="Web-{720B1208-9882-69E9-F657-19234A5FB7AD}" dt="2022-11-07T04:02:17.091" v="138" actId="1076"/>
          <ac:spMkLst>
            <pc:docMk/>
            <pc:sldMk cId="4132436519" sldId="302"/>
            <ac:spMk id="2" creationId="{E4223A33-B402-D4B3-7F0B-4D83B155F8FB}"/>
          </ac:spMkLst>
        </pc:spChg>
        <pc:spChg chg="mod">
          <ac:chgData name="Gusti Pangestu" userId="S::gusti.pangestu@binus.ac.id::7768735c-5c0d-4d9b-b550-ead0b3c82a30" providerId="AD" clId="Web-{720B1208-9882-69E9-F657-19234A5FB7AD}" dt="2022-11-07T04:01:54.668" v="136" actId="20577"/>
          <ac:spMkLst>
            <pc:docMk/>
            <pc:sldMk cId="4132436519" sldId="302"/>
            <ac:spMk id="3" creationId="{B3F8583D-BD57-8AAE-90C6-2141751B5207}"/>
          </ac:spMkLst>
        </pc:spChg>
        <pc:spChg chg="del mod">
          <ac:chgData name="Gusti Pangestu" userId="S::gusti.pangestu@binus.ac.id::7768735c-5c0d-4d9b-b550-ead0b3c82a30" providerId="AD" clId="Web-{720B1208-9882-69E9-F657-19234A5FB7AD}" dt="2022-11-07T04:02:12.278" v="137"/>
          <ac:spMkLst>
            <pc:docMk/>
            <pc:sldMk cId="4132436519" sldId="302"/>
            <ac:spMk id="4" creationId="{001CCB93-0BEC-A072-124D-9CB1E8E8BAB4}"/>
          </ac:spMkLst>
        </pc:spChg>
        <pc:picChg chg="add mod ord">
          <ac:chgData name="Gusti Pangestu" userId="S::gusti.pangestu@binus.ac.id::7768735c-5c0d-4d9b-b550-ead0b3c82a30" providerId="AD" clId="Web-{720B1208-9882-69E9-F657-19234A5FB7AD}" dt="2022-11-07T04:02:21.341" v="139" actId="1076"/>
          <ac:picMkLst>
            <pc:docMk/>
            <pc:sldMk cId="4132436519" sldId="302"/>
            <ac:picMk id="5" creationId="{6803A791-4174-5AF6-16A0-4FA8CF482533}"/>
          </ac:picMkLst>
        </pc:picChg>
        <pc:picChg chg="add mod">
          <ac:chgData name="Gusti Pangestu" userId="S::gusti.pangestu@binus.ac.id::7768735c-5c0d-4d9b-b550-ead0b3c82a30" providerId="AD" clId="Web-{720B1208-9882-69E9-F657-19234A5FB7AD}" dt="2022-11-07T04:02:44.232" v="142" actId="14100"/>
          <ac:picMkLst>
            <pc:docMk/>
            <pc:sldMk cId="4132436519" sldId="302"/>
            <ac:picMk id="6" creationId="{754B0C7E-2993-1CB6-01F6-46BE489DC6AA}"/>
          </ac:picMkLst>
        </pc:picChg>
      </pc:sldChg>
      <pc:sldChg chg="delSp modSp new mod modClrScheme chgLayout">
        <pc:chgData name="Gusti Pangestu" userId="S::gusti.pangestu@binus.ac.id::7768735c-5c0d-4d9b-b550-ead0b3c82a30" providerId="AD" clId="Web-{720B1208-9882-69E9-F657-19234A5FB7AD}" dt="2022-11-07T04:05:46.096" v="163" actId="20577"/>
        <pc:sldMkLst>
          <pc:docMk/>
          <pc:sldMk cId="4173901416" sldId="303"/>
        </pc:sldMkLst>
        <pc:spChg chg="mod ord">
          <ac:chgData name="Gusti Pangestu" userId="S::gusti.pangestu@binus.ac.id::7768735c-5c0d-4d9b-b550-ead0b3c82a30" providerId="AD" clId="Web-{720B1208-9882-69E9-F657-19234A5FB7AD}" dt="2022-11-07T04:03:05.107" v="151"/>
          <ac:spMkLst>
            <pc:docMk/>
            <pc:sldMk cId="4173901416" sldId="303"/>
            <ac:spMk id="2" creationId="{7FB49A5B-ECAF-EBBC-3873-FB348245361C}"/>
          </ac:spMkLst>
        </pc:spChg>
        <pc:spChg chg="mod ord">
          <ac:chgData name="Gusti Pangestu" userId="S::gusti.pangestu@binus.ac.id::7768735c-5c0d-4d9b-b550-ead0b3c82a30" providerId="AD" clId="Web-{720B1208-9882-69E9-F657-19234A5FB7AD}" dt="2022-11-07T04:05:46.096" v="163" actId="20577"/>
          <ac:spMkLst>
            <pc:docMk/>
            <pc:sldMk cId="4173901416" sldId="303"/>
            <ac:spMk id="3" creationId="{2A63F7BD-5F34-FF40-B3E7-06BA317A5E89}"/>
          </ac:spMkLst>
        </pc:spChg>
        <pc:spChg chg="del">
          <ac:chgData name="Gusti Pangestu" userId="S::gusti.pangestu@binus.ac.id::7768735c-5c0d-4d9b-b550-ead0b3c82a30" providerId="AD" clId="Web-{720B1208-9882-69E9-F657-19234A5FB7AD}" dt="2022-11-07T04:03:05.107" v="151"/>
          <ac:spMkLst>
            <pc:docMk/>
            <pc:sldMk cId="4173901416" sldId="303"/>
            <ac:spMk id="4" creationId="{4AE121A9-4D45-4B4A-803F-484E11F8DE77}"/>
          </ac:spMkLst>
        </pc:spChg>
      </pc:sldChg>
      <pc:sldChg chg="addSp delSp modSp new mod modClrScheme chgLayout">
        <pc:chgData name="Gusti Pangestu" userId="S::gusti.pangestu@binus.ac.id::7768735c-5c0d-4d9b-b550-ead0b3c82a30" providerId="AD" clId="Web-{720B1208-9882-69E9-F657-19234A5FB7AD}" dt="2022-11-07T04:13:23.512" v="188"/>
        <pc:sldMkLst>
          <pc:docMk/>
          <pc:sldMk cId="2940983348" sldId="304"/>
        </pc:sldMkLst>
        <pc:spChg chg="mod">
          <ac:chgData name="Gusti Pangestu" userId="S::gusti.pangestu@binus.ac.id::7768735c-5c0d-4d9b-b550-ead0b3c82a30" providerId="AD" clId="Web-{720B1208-9882-69E9-F657-19234A5FB7AD}" dt="2022-11-07T04:10:41.556" v="183"/>
          <ac:spMkLst>
            <pc:docMk/>
            <pc:sldMk cId="2940983348" sldId="304"/>
            <ac:spMk id="2" creationId="{C4788C68-CDFF-DA28-8C83-678B0CE52CE8}"/>
          </ac:spMkLst>
        </pc:spChg>
        <pc:spChg chg="mod">
          <ac:chgData name="Gusti Pangestu" userId="S::gusti.pangestu@binus.ac.id::7768735c-5c0d-4d9b-b550-ead0b3c82a30" providerId="AD" clId="Web-{720B1208-9882-69E9-F657-19234A5FB7AD}" dt="2022-11-07T04:10:41.556" v="183"/>
          <ac:spMkLst>
            <pc:docMk/>
            <pc:sldMk cId="2940983348" sldId="304"/>
            <ac:spMk id="3" creationId="{C903FC3C-F322-D478-CB29-DB8CC921E64B}"/>
          </ac:spMkLst>
        </pc:spChg>
        <pc:spChg chg="add del mod">
          <ac:chgData name="Gusti Pangestu" userId="S::gusti.pangestu@binus.ac.id::7768735c-5c0d-4d9b-b550-ead0b3c82a30" providerId="AD" clId="Web-{720B1208-9882-69E9-F657-19234A5FB7AD}" dt="2022-11-07T04:13:23.512" v="188"/>
          <ac:spMkLst>
            <pc:docMk/>
            <pc:sldMk cId="2940983348" sldId="304"/>
            <ac:spMk id="5" creationId="{18185BE2-DC0A-FFB7-C401-9168162AC7BF}"/>
          </ac:spMkLst>
        </pc:spChg>
        <pc:picChg chg="add mod">
          <ac:chgData name="Gusti Pangestu" userId="S::gusti.pangestu@binus.ac.id::7768735c-5c0d-4d9b-b550-ead0b3c82a30" providerId="AD" clId="Web-{720B1208-9882-69E9-F657-19234A5FB7AD}" dt="2022-11-07T04:10:41.556" v="183"/>
          <ac:picMkLst>
            <pc:docMk/>
            <pc:sldMk cId="2940983348" sldId="304"/>
            <ac:picMk id="4" creationId="{567927FE-17B5-C96D-0D82-DB6D5753586F}"/>
          </ac:picMkLst>
        </pc:picChg>
      </pc:sldChg>
      <pc:sldChg chg="new">
        <pc:chgData name="Gusti Pangestu" userId="S::gusti.pangestu@binus.ac.id::7768735c-5c0d-4d9b-b550-ead0b3c82a30" providerId="AD" clId="Web-{720B1208-9882-69E9-F657-19234A5FB7AD}" dt="2022-11-07T04:10:44.821" v="184"/>
        <pc:sldMkLst>
          <pc:docMk/>
          <pc:sldMk cId="654897096" sldId="305"/>
        </pc:sldMkLst>
      </pc:sldChg>
      <pc:sldChg chg="addSp delSp modSp new">
        <pc:chgData name="Gusti Pangestu" userId="S::gusti.pangestu@binus.ac.id::7768735c-5c0d-4d9b-b550-ead0b3c82a30" providerId="AD" clId="Web-{720B1208-9882-69E9-F657-19234A5FB7AD}" dt="2022-11-07T04:14:14.951" v="199"/>
        <pc:sldMkLst>
          <pc:docMk/>
          <pc:sldMk cId="4236229230" sldId="306"/>
        </pc:sldMkLst>
        <pc:spChg chg="mod">
          <ac:chgData name="Gusti Pangestu" userId="S::gusti.pangestu@binus.ac.id::7768735c-5c0d-4d9b-b550-ead0b3c82a30" providerId="AD" clId="Web-{720B1208-9882-69E9-F657-19234A5FB7AD}" dt="2022-11-07T04:13:41.919" v="190" actId="20577"/>
          <ac:spMkLst>
            <pc:docMk/>
            <pc:sldMk cId="4236229230" sldId="306"/>
            <ac:spMk id="2" creationId="{7A3642D9-5425-D77F-4AA1-75B9612D826D}"/>
          </ac:spMkLst>
        </pc:spChg>
        <pc:spChg chg="mod">
          <ac:chgData name="Gusti Pangestu" userId="S::gusti.pangestu@binus.ac.id::7768735c-5c0d-4d9b-b550-ead0b3c82a30" providerId="AD" clId="Web-{720B1208-9882-69E9-F657-19234A5FB7AD}" dt="2022-11-07T04:14:14.654" v="198" actId="20577"/>
          <ac:spMkLst>
            <pc:docMk/>
            <pc:sldMk cId="4236229230" sldId="306"/>
            <ac:spMk id="3" creationId="{7B356FCF-8845-F360-87D4-0F71479CE54C}"/>
          </ac:spMkLst>
        </pc:spChg>
        <pc:spChg chg="del mod">
          <ac:chgData name="Gusti Pangestu" userId="S::gusti.pangestu@binus.ac.id::7768735c-5c0d-4d9b-b550-ead0b3c82a30" providerId="AD" clId="Web-{720B1208-9882-69E9-F657-19234A5FB7AD}" dt="2022-11-07T04:14:14.951" v="199"/>
          <ac:spMkLst>
            <pc:docMk/>
            <pc:sldMk cId="4236229230" sldId="306"/>
            <ac:spMk id="4" creationId="{55E8D57B-6EE5-3B5B-F87A-C42C13E9B08D}"/>
          </ac:spMkLst>
        </pc:spChg>
        <pc:picChg chg="add mod ord">
          <ac:chgData name="Gusti Pangestu" userId="S::gusti.pangestu@binus.ac.id::7768735c-5c0d-4d9b-b550-ead0b3c82a30" providerId="AD" clId="Web-{720B1208-9882-69E9-F657-19234A5FB7AD}" dt="2022-11-07T04:14:14.951" v="199"/>
          <ac:picMkLst>
            <pc:docMk/>
            <pc:sldMk cId="4236229230" sldId="306"/>
            <ac:picMk id="5" creationId="{4829A912-79FA-DC2E-C81E-AC753C602E4E}"/>
          </ac:picMkLst>
        </pc:picChg>
      </pc:sldChg>
      <pc:sldChg chg="addSp delSp modSp new">
        <pc:chgData name="Gusti Pangestu" userId="S::gusti.pangestu@binus.ac.id::7768735c-5c0d-4d9b-b550-ead0b3c82a30" providerId="AD" clId="Web-{720B1208-9882-69E9-F657-19234A5FB7AD}" dt="2022-11-07T04:15:16.453" v="212" actId="1076"/>
        <pc:sldMkLst>
          <pc:docMk/>
          <pc:sldMk cId="868108864" sldId="307"/>
        </pc:sldMkLst>
        <pc:spChg chg="mod">
          <ac:chgData name="Gusti Pangestu" userId="S::gusti.pangestu@binus.ac.id::7768735c-5c0d-4d9b-b550-ead0b3c82a30" providerId="AD" clId="Web-{720B1208-9882-69E9-F657-19234A5FB7AD}" dt="2022-11-07T04:14:22.404" v="203" actId="20577"/>
          <ac:spMkLst>
            <pc:docMk/>
            <pc:sldMk cId="868108864" sldId="307"/>
            <ac:spMk id="2" creationId="{0E38D3F5-BD2C-FC62-AF24-18FFE2D734FF}"/>
          </ac:spMkLst>
        </pc:spChg>
        <pc:spChg chg="mod">
          <ac:chgData name="Gusti Pangestu" userId="S::gusti.pangestu@binus.ac.id::7768735c-5c0d-4d9b-b550-ead0b3c82a30" providerId="AD" clId="Web-{720B1208-9882-69E9-F657-19234A5FB7AD}" dt="2022-11-07T04:14:51.046" v="206" actId="20577"/>
          <ac:spMkLst>
            <pc:docMk/>
            <pc:sldMk cId="868108864" sldId="307"/>
            <ac:spMk id="3" creationId="{557FB63A-8217-6916-BC46-32DB265A2C53}"/>
          </ac:spMkLst>
        </pc:spChg>
        <pc:spChg chg="del">
          <ac:chgData name="Gusti Pangestu" userId="S::gusti.pangestu@binus.ac.id::7768735c-5c0d-4d9b-b550-ead0b3c82a30" providerId="AD" clId="Web-{720B1208-9882-69E9-F657-19234A5FB7AD}" dt="2022-11-07T04:14:51.327" v="207"/>
          <ac:spMkLst>
            <pc:docMk/>
            <pc:sldMk cId="868108864" sldId="307"/>
            <ac:spMk id="4" creationId="{BC04992C-BAA4-B274-C21C-1D0323B8983A}"/>
          </ac:spMkLst>
        </pc:spChg>
        <pc:picChg chg="add mod ord">
          <ac:chgData name="Gusti Pangestu" userId="S::gusti.pangestu@binus.ac.id::7768735c-5c0d-4d9b-b550-ead0b3c82a30" providerId="AD" clId="Web-{720B1208-9882-69E9-F657-19234A5FB7AD}" dt="2022-11-07T04:14:55.655" v="208" actId="1076"/>
          <ac:picMkLst>
            <pc:docMk/>
            <pc:sldMk cId="868108864" sldId="307"/>
            <ac:picMk id="5" creationId="{F34513C8-457D-4A23-81AC-B500639EF016}"/>
          </ac:picMkLst>
        </pc:picChg>
        <pc:picChg chg="add mod">
          <ac:chgData name="Gusti Pangestu" userId="S::gusti.pangestu@binus.ac.id::7768735c-5c0d-4d9b-b550-ead0b3c82a30" providerId="AD" clId="Web-{720B1208-9882-69E9-F657-19234A5FB7AD}" dt="2022-11-07T04:15:16.453" v="212" actId="1076"/>
          <ac:picMkLst>
            <pc:docMk/>
            <pc:sldMk cId="868108864" sldId="307"/>
            <ac:picMk id="6" creationId="{C5EB86F0-47F2-AD2B-D956-D419E5AD164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E347AD-4C68-40F0-A7FE-7B388326E828}" type="datetimeFigureOut">
              <a:rPr lang="id-ID" smtClean="0"/>
              <a:t>02/01/2023</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A3A927-6C38-4632-942C-2C21A01C7D94}" type="slidenum">
              <a:rPr lang="id-ID" smtClean="0"/>
              <a:t>‹#›</a:t>
            </a:fld>
            <a:endParaRPr lang="id-ID"/>
          </a:p>
        </p:txBody>
      </p:sp>
    </p:spTree>
    <p:extLst>
      <p:ext uri="{BB962C8B-B14F-4D97-AF65-F5344CB8AC3E}">
        <p14:creationId xmlns:p14="http://schemas.microsoft.com/office/powerpoint/2010/main" val="3493954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a:p>
        </p:txBody>
      </p:sp>
      <p:sp>
        <p:nvSpPr>
          <p:cNvPr id="4"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pic>
        <p:nvPicPr>
          <p:cNvPr id="11" name="Picture 1" descr="Background 01-01.jpg">
            <a:extLst>
              <a:ext uri="{FF2B5EF4-FFF2-40B4-BE49-F238E27FC236}">
                <a16:creationId xmlns:a16="http://schemas.microsoft.com/office/drawing/2014/main" id="{BAB1F597-27DD-4AD5-9342-11528D4387BB}"/>
              </a:ext>
            </a:extLst>
          </p:cNvPr>
          <p:cNvPicPr>
            <a:picLocks noChangeAspect="1"/>
          </p:cNvPicPr>
          <p:nvPr userDrawn="1"/>
        </p:nvPicPr>
        <p:blipFill>
          <a:blip r:embed="rId3" cstate="screen"/>
          <a:srcRect/>
          <a:stretch>
            <a:fillRect/>
          </a:stretch>
        </p:blipFill>
        <p:spPr bwMode="auto">
          <a:xfrm>
            <a:off x="-1" y="0"/>
            <a:ext cx="9146207" cy="6858000"/>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37C18FCB-F3A8-4188-9F49-B2D77ECA9ACD}"/>
              </a:ext>
            </a:extLst>
          </p:cNvPr>
          <p:cNvPicPr>
            <a:picLocks noChangeAspect="1"/>
          </p:cNvPicPr>
          <p:nvPr userDrawn="1"/>
        </p:nvPicPr>
        <p:blipFill rotWithShape="1">
          <a:blip r:embed="rId4"/>
          <a:srcRect l="20942" t="89154" r="21091" b="4449"/>
          <a:stretch/>
        </p:blipFill>
        <p:spPr>
          <a:xfrm>
            <a:off x="5417838" y="650553"/>
            <a:ext cx="3426919" cy="534843"/>
          </a:xfrm>
          <a:prstGeom prst="rect">
            <a:avLst/>
          </a:prstGeom>
          <a:ln w="3175">
            <a:noFill/>
          </a:ln>
        </p:spPr>
      </p:pic>
    </p:spTree>
    <p:extLst>
      <p:ext uri="{BB962C8B-B14F-4D97-AF65-F5344CB8AC3E}">
        <p14:creationId xmlns:p14="http://schemas.microsoft.com/office/powerpoint/2010/main" val="2725141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a:p>
        </p:txBody>
      </p:sp>
      <p:pic>
        <p:nvPicPr>
          <p:cNvPr id="12" name="Picture 1" descr="Background 01-02.jpg">
            <a:extLst>
              <a:ext uri="{FF2B5EF4-FFF2-40B4-BE49-F238E27FC236}">
                <a16:creationId xmlns:a16="http://schemas.microsoft.com/office/drawing/2014/main" id="{85D2C002-CFDC-4500-9C4B-9C7B4FA4308D}"/>
              </a:ext>
            </a:extLst>
          </p:cNvPr>
          <p:cNvPicPr>
            <a:picLocks noChangeAspect="1"/>
          </p:cNvPicPr>
          <p:nvPr userDrawn="1"/>
        </p:nvPicPr>
        <p:blipFill>
          <a:blip r:embed="rId3" cstate="screen"/>
          <a:srcRect/>
          <a:stretch>
            <a:fillRect/>
          </a:stretch>
        </p:blipFill>
        <p:spPr bwMode="auto">
          <a:xfrm>
            <a:off x="0" y="0"/>
            <a:ext cx="9144000" cy="6858000"/>
          </a:xfrm>
          <a:prstGeom prst="rect">
            <a:avLst/>
          </a:prstGeom>
          <a:noFill/>
          <a:ln w="9525">
            <a:noFill/>
            <a:miter lim="800000"/>
            <a:headEnd/>
            <a:tailEnd/>
          </a:ln>
        </p:spPr>
      </p:pic>
      <p:pic>
        <p:nvPicPr>
          <p:cNvPr id="13" name="Picture 12" descr="A screenshot of a cell phone&#10;&#10;Description automatically generated">
            <a:extLst>
              <a:ext uri="{FF2B5EF4-FFF2-40B4-BE49-F238E27FC236}">
                <a16:creationId xmlns:a16="http://schemas.microsoft.com/office/drawing/2014/main" id="{FE1BE66E-B095-4930-9921-1D3A326974AF}"/>
              </a:ext>
            </a:extLst>
          </p:cNvPr>
          <p:cNvPicPr>
            <a:picLocks noChangeAspect="1"/>
          </p:cNvPicPr>
          <p:nvPr userDrawn="1"/>
        </p:nvPicPr>
        <p:blipFill rotWithShape="1">
          <a:blip r:embed="rId4"/>
          <a:srcRect l="20942" t="89154" r="21091" b="4449"/>
          <a:stretch/>
        </p:blipFill>
        <p:spPr>
          <a:xfrm>
            <a:off x="2971800" y="5925358"/>
            <a:ext cx="3426092" cy="534714"/>
          </a:xfrm>
          <a:prstGeom prst="rect">
            <a:avLst/>
          </a:prstGeom>
          <a:ln w="3175">
            <a:noFill/>
          </a:ln>
        </p:spPr>
      </p:pic>
    </p:spTree>
    <p:extLst>
      <p:ext uri="{BB962C8B-B14F-4D97-AF65-F5344CB8AC3E}">
        <p14:creationId xmlns:p14="http://schemas.microsoft.com/office/powerpoint/2010/main" val="76186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593648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401632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59855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43551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27369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16170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19381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63596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188760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11759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B71C-2D91-4D15-BAB7-ADA66F828B46}" type="datetimeFigureOut">
              <a:rPr lang="id-ID" smtClean="0"/>
              <a:pPr/>
              <a:t>02/01/2023</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2818913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hyperlink" Target="https://go.dev/doc/instal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cs typeface="Calibri Light"/>
              </a:rPr>
              <a:t>Popular Programming Tech</a:t>
            </a:r>
            <a:endParaRPr lang="en-US">
              <a:ea typeface="Open Sans"/>
              <a:cs typeface="Calibri Light"/>
            </a:endParaRPr>
          </a:p>
        </p:txBody>
      </p:sp>
      <p:sp>
        <p:nvSpPr>
          <p:cNvPr id="3" name="Subtitle 2"/>
          <p:cNvSpPr>
            <a:spLocks noGrp="1"/>
          </p:cNvSpPr>
          <p:nvPr>
            <p:ph type="subTitle" idx="1"/>
          </p:nvPr>
        </p:nvSpPr>
        <p:spPr/>
        <p:txBody>
          <a:bodyPr vert="horz" lIns="68580" tIns="34290" rIns="68580" bIns="34290" rtlCol="0" anchor="t">
            <a:normAutofit fontScale="70000" lnSpcReduction="20000"/>
          </a:bodyPr>
          <a:lstStyle/>
          <a:p>
            <a:r>
              <a:rPr lang="en-US" dirty="0">
                <a:cs typeface="Calibri"/>
              </a:rPr>
              <a:t>Part 3</a:t>
            </a:r>
          </a:p>
          <a:p>
            <a:r>
              <a:rPr lang="en-US" b="1" dirty="0">
                <a:ea typeface="Open Sans"/>
                <a:cs typeface="Open Sans"/>
              </a:rPr>
              <a:t>Program Structure</a:t>
            </a:r>
            <a:endParaRPr lang="en-US" dirty="0">
              <a:ea typeface="Open Sans"/>
              <a:cs typeface="Open Sans"/>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E616B-94C1-4821-AA95-497C64ADBC5C}"/>
              </a:ext>
            </a:extLst>
          </p:cNvPr>
          <p:cNvSpPr>
            <a:spLocks noGrp="1"/>
          </p:cNvSpPr>
          <p:nvPr>
            <p:ph type="title"/>
          </p:nvPr>
        </p:nvSpPr>
        <p:spPr/>
        <p:txBody>
          <a:bodyPr/>
          <a:lstStyle/>
          <a:p>
            <a:r>
              <a:rPr lang="en-GB"/>
              <a:t>Learning Objective</a:t>
            </a:r>
            <a:endParaRPr lang="id-ID"/>
          </a:p>
        </p:txBody>
      </p:sp>
      <p:sp>
        <p:nvSpPr>
          <p:cNvPr id="3" name="Content Placeholder 2">
            <a:extLst>
              <a:ext uri="{FF2B5EF4-FFF2-40B4-BE49-F238E27FC236}">
                <a16:creationId xmlns:a16="http://schemas.microsoft.com/office/drawing/2014/main" id="{4C14D8CF-1B8B-4AE4-B51C-5D619267E8B5}"/>
              </a:ext>
            </a:extLst>
          </p:cNvPr>
          <p:cNvSpPr>
            <a:spLocks noGrp="1"/>
          </p:cNvSpPr>
          <p:nvPr>
            <p:ph idx="1"/>
          </p:nvPr>
        </p:nvSpPr>
        <p:spPr/>
        <p:txBody>
          <a:bodyPr/>
          <a:lstStyle/>
          <a:p>
            <a:pPr marL="742950" marR="0" lvl="1" indent="-285750">
              <a:lnSpc>
                <a:spcPct val="107000"/>
              </a:lnSpc>
              <a:spcBef>
                <a:spcPts val="0"/>
              </a:spcBef>
              <a:spcAft>
                <a:spcPts val="800"/>
              </a:spcAft>
              <a:buFont typeface="Symbol" panose="05050102010706020507" pitchFamily="18" charset="2"/>
              <a:buChar char=""/>
            </a:pP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LO 1 : Explain fundamental concept of GO Programming Language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27291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7130-CB93-C8BE-7021-F7979E8208C3}"/>
              </a:ext>
            </a:extLst>
          </p:cNvPr>
          <p:cNvSpPr>
            <a:spLocks noGrp="1"/>
          </p:cNvSpPr>
          <p:nvPr>
            <p:ph type="title"/>
          </p:nvPr>
        </p:nvSpPr>
        <p:spPr/>
        <p:txBody>
          <a:bodyPr/>
          <a:lstStyle/>
          <a:p>
            <a:r>
              <a:rPr lang="en-US">
                <a:ea typeface="Open Sans"/>
                <a:cs typeface="Open Sans"/>
              </a:rPr>
              <a:t>Outline</a:t>
            </a:r>
            <a:endParaRPr lang="en-US"/>
          </a:p>
        </p:txBody>
      </p:sp>
      <p:sp>
        <p:nvSpPr>
          <p:cNvPr id="3" name="Content Placeholder 2">
            <a:extLst>
              <a:ext uri="{FF2B5EF4-FFF2-40B4-BE49-F238E27FC236}">
                <a16:creationId xmlns:a16="http://schemas.microsoft.com/office/drawing/2014/main" id="{CFBE6DC7-A61F-27FA-B9A7-7018AFBF0075}"/>
              </a:ext>
            </a:extLst>
          </p:cNvPr>
          <p:cNvSpPr>
            <a:spLocks noGrp="1"/>
          </p:cNvSpPr>
          <p:nvPr>
            <p:ph idx="1"/>
          </p:nvPr>
        </p:nvSpPr>
        <p:spPr/>
        <p:txBody>
          <a:bodyPr vert="horz" lIns="91440" tIns="45720" rIns="91440" bIns="45720" rtlCol="0" anchor="t">
            <a:normAutofit/>
          </a:bodyPr>
          <a:lstStyle/>
          <a:p>
            <a:r>
              <a:rPr lang="en-AU" dirty="0">
                <a:ea typeface="Open Sans"/>
                <a:cs typeface="Open Sans"/>
              </a:rPr>
              <a:t>Names</a:t>
            </a:r>
            <a:endParaRPr lang="en-US" dirty="0">
              <a:ea typeface="Open Sans"/>
              <a:cs typeface="Open Sans"/>
            </a:endParaRPr>
          </a:p>
          <a:p>
            <a:r>
              <a:rPr lang="en-AU" dirty="0">
                <a:ea typeface="Open Sans"/>
                <a:cs typeface="Open Sans"/>
              </a:rPr>
              <a:t>Declarations</a:t>
            </a:r>
            <a:endParaRPr lang="en-US" dirty="0">
              <a:ea typeface="Open Sans"/>
              <a:cs typeface="Open Sans"/>
            </a:endParaRPr>
          </a:p>
          <a:p>
            <a:r>
              <a:rPr lang="en-AU" dirty="0">
                <a:ea typeface="Open Sans"/>
                <a:cs typeface="Open Sans"/>
              </a:rPr>
              <a:t>Variable</a:t>
            </a:r>
            <a:endParaRPr lang="en-US" dirty="0">
              <a:ea typeface="Open Sans"/>
              <a:cs typeface="Open Sans"/>
            </a:endParaRPr>
          </a:p>
          <a:p>
            <a:r>
              <a:rPr lang="en-AU" dirty="0">
                <a:ea typeface="Open Sans"/>
                <a:cs typeface="Open Sans"/>
              </a:rPr>
              <a:t>Assignments</a:t>
            </a:r>
            <a:endParaRPr lang="en-US" dirty="0">
              <a:ea typeface="Open Sans"/>
              <a:cs typeface="Open Sans"/>
            </a:endParaRPr>
          </a:p>
          <a:p>
            <a:r>
              <a:rPr lang="en-AU" dirty="0">
                <a:ea typeface="Open Sans"/>
                <a:cs typeface="Open Sans"/>
              </a:rPr>
              <a:t>Type declarations</a:t>
            </a:r>
            <a:endParaRPr lang="en-US" dirty="0">
              <a:ea typeface="Open Sans"/>
              <a:cs typeface="Open Sans"/>
            </a:endParaRPr>
          </a:p>
          <a:p>
            <a:r>
              <a:rPr lang="en-AU" dirty="0">
                <a:ea typeface="Open Sans"/>
                <a:cs typeface="Open Sans"/>
              </a:rPr>
              <a:t>Packages and Files</a:t>
            </a:r>
            <a:endParaRPr lang="en-US" dirty="0">
              <a:ea typeface="Open Sans"/>
              <a:cs typeface="Open Sans"/>
            </a:endParaRPr>
          </a:p>
          <a:p>
            <a:r>
              <a:rPr lang="en-AU" dirty="0">
                <a:ea typeface="Open Sans"/>
                <a:cs typeface="Open Sans"/>
              </a:rPr>
              <a:t>Scope</a:t>
            </a:r>
            <a:endParaRPr lang="en-US" dirty="0">
              <a:ea typeface="Open Sans"/>
              <a:cs typeface="Open Sans"/>
            </a:endParaRPr>
          </a:p>
          <a:p>
            <a:endParaRPr lang="en-US" b="1" dirty="0">
              <a:ea typeface="Open Sans"/>
              <a:cs typeface="Open Sans"/>
            </a:endParaRPr>
          </a:p>
          <a:p>
            <a:endParaRPr lang="en-US" b="1">
              <a:ea typeface="Open Sans"/>
              <a:cs typeface="Open Sans"/>
            </a:endParaRPr>
          </a:p>
        </p:txBody>
      </p:sp>
    </p:spTree>
    <p:extLst>
      <p:ext uri="{BB962C8B-B14F-4D97-AF65-F5344CB8AC3E}">
        <p14:creationId xmlns:p14="http://schemas.microsoft.com/office/powerpoint/2010/main" val="1545682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A44D9-93FA-AECE-499F-7A2999266B64}"/>
              </a:ext>
            </a:extLst>
          </p:cNvPr>
          <p:cNvSpPr>
            <a:spLocks noGrp="1"/>
          </p:cNvSpPr>
          <p:nvPr>
            <p:ph type="title"/>
          </p:nvPr>
        </p:nvSpPr>
        <p:spPr/>
        <p:txBody>
          <a:bodyPr/>
          <a:lstStyle/>
          <a:p>
            <a:r>
              <a:rPr lang="en-US" dirty="0">
                <a:ea typeface="Open Sans"/>
                <a:cs typeface="Open Sans"/>
              </a:rPr>
              <a:t>Intro</a:t>
            </a:r>
            <a:endParaRPr lang="en-US" dirty="0"/>
          </a:p>
        </p:txBody>
      </p:sp>
      <p:sp>
        <p:nvSpPr>
          <p:cNvPr id="3" name="Content Placeholder 2">
            <a:extLst>
              <a:ext uri="{FF2B5EF4-FFF2-40B4-BE49-F238E27FC236}">
                <a16:creationId xmlns:a16="http://schemas.microsoft.com/office/drawing/2014/main" id="{D13F6089-0C37-FA79-19CF-BF021308AAF8}"/>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In Go, as in any other programming language, one builds large programs from a small set of basic constructs</a:t>
            </a:r>
          </a:p>
          <a:p>
            <a:r>
              <a:rPr lang="en-US" dirty="0">
                <a:ea typeface="Open Sans"/>
                <a:cs typeface="Open Sans"/>
              </a:rPr>
              <a:t>Expressions are used in statements whose execution order is determined by control-flow statements like if and for.</a:t>
            </a:r>
          </a:p>
          <a:p>
            <a:endParaRPr lang="en-US" dirty="0">
              <a:ea typeface="Open Sans"/>
              <a:cs typeface="Open Sans"/>
            </a:endParaRPr>
          </a:p>
          <a:p>
            <a:endParaRPr lang="en-US" dirty="0">
              <a:ea typeface="Open Sans"/>
              <a:cs typeface="Open Sans"/>
            </a:endParaRPr>
          </a:p>
        </p:txBody>
      </p:sp>
    </p:spTree>
    <p:extLst>
      <p:ext uri="{BB962C8B-B14F-4D97-AF65-F5344CB8AC3E}">
        <p14:creationId xmlns:p14="http://schemas.microsoft.com/office/powerpoint/2010/main" val="2068043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DA4BA-6E1B-06D5-7D8D-D75DF829090F}"/>
              </a:ext>
            </a:extLst>
          </p:cNvPr>
          <p:cNvSpPr>
            <a:spLocks noGrp="1"/>
          </p:cNvSpPr>
          <p:nvPr>
            <p:ph type="title"/>
          </p:nvPr>
        </p:nvSpPr>
        <p:spPr>
          <a:xfrm>
            <a:off x="1619672" y="1484784"/>
            <a:ext cx="7067128" cy="1143000"/>
          </a:xfrm>
        </p:spPr>
        <p:txBody>
          <a:bodyPr anchor="ctr">
            <a:normAutofit/>
          </a:bodyPr>
          <a:lstStyle/>
          <a:p>
            <a:r>
              <a:rPr lang="en-US"/>
              <a:t>Names</a:t>
            </a:r>
            <a:endParaRPr lang="en-US" dirty="0"/>
          </a:p>
        </p:txBody>
      </p:sp>
      <p:sp>
        <p:nvSpPr>
          <p:cNvPr id="3" name="Content Placeholder 2">
            <a:extLst>
              <a:ext uri="{FF2B5EF4-FFF2-40B4-BE49-F238E27FC236}">
                <a16:creationId xmlns:a16="http://schemas.microsoft.com/office/drawing/2014/main" id="{DEC6C18B-DD2A-34A7-6293-010D956D318B}"/>
              </a:ext>
            </a:extLst>
          </p:cNvPr>
          <p:cNvSpPr>
            <a:spLocks noGrp="1"/>
          </p:cNvSpPr>
          <p:nvPr>
            <p:ph sz="half" idx="1"/>
          </p:nvPr>
        </p:nvSpPr>
        <p:spPr>
          <a:xfrm>
            <a:off x="1619672" y="2636912"/>
            <a:ext cx="3456384" cy="3489251"/>
          </a:xfrm>
        </p:spPr>
        <p:txBody>
          <a:bodyPr vert="horz" lIns="91440" tIns="45720" rIns="91440" bIns="45720" rtlCol="0">
            <a:normAutofit/>
          </a:bodyPr>
          <a:lstStyle/>
          <a:p>
            <a:pPr>
              <a:lnSpc>
                <a:spcPct val="90000"/>
              </a:lnSpc>
            </a:pPr>
            <a:r>
              <a:rPr lang="en-US" sz="1600"/>
              <a:t>The names of Go functions, variables, constants, types, statement labels, and packages follow a simple rule: a name begins with a letter (that is, anything that Unicode deems a letter) or an underscore and may have any number of additional letters, digits, and underscores.</a:t>
            </a:r>
          </a:p>
          <a:p>
            <a:pPr>
              <a:lnSpc>
                <a:spcPct val="90000"/>
              </a:lnSpc>
            </a:pPr>
            <a:r>
              <a:rPr lang="en-US" sz="1600"/>
              <a:t>Go has 25 keywords like if and switch that may be used only where the syntax permits; they can’t be used as names.</a:t>
            </a:r>
          </a:p>
          <a:p>
            <a:pPr>
              <a:lnSpc>
                <a:spcPct val="90000"/>
              </a:lnSpc>
            </a:pPr>
            <a:endParaRPr lang="en-US" sz="1600"/>
          </a:p>
        </p:txBody>
      </p:sp>
      <p:pic>
        <p:nvPicPr>
          <p:cNvPr id="4" name="Picture 4" descr="A picture containing table&#10;&#10;Description automatically generated">
            <a:extLst>
              <a:ext uri="{FF2B5EF4-FFF2-40B4-BE49-F238E27FC236}">
                <a16:creationId xmlns:a16="http://schemas.microsoft.com/office/drawing/2014/main" id="{E6C21DEE-C15C-2B07-0F48-41C0A6D188A8}"/>
              </a:ext>
            </a:extLst>
          </p:cNvPr>
          <p:cNvPicPr>
            <a:picLocks noChangeAspect="1"/>
          </p:cNvPicPr>
          <p:nvPr/>
        </p:nvPicPr>
        <p:blipFill>
          <a:blip r:embed="rId2"/>
          <a:stretch>
            <a:fillRect/>
          </a:stretch>
        </p:blipFill>
        <p:spPr>
          <a:xfrm>
            <a:off x="5148064" y="4018817"/>
            <a:ext cx="3538736" cy="725440"/>
          </a:xfrm>
          <a:prstGeom prst="rect">
            <a:avLst/>
          </a:prstGeom>
          <a:noFill/>
        </p:spPr>
      </p:pic>
    </p:spTree>
    <p:extLst>
      <p:ext uri="{BB962C8B-B14F-4D97-AF65-F5344CB8AC3E}">
        <p14:creationId xmlns:p14="http://schemas.microsoft.com/office/powerpoint/2010/main" val="181067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06449-8DB6-F408-D868-A74B0655A109}"/>
              </a:ext>
            </a:extLst>
          </p:cNvPr>
          <p:cNvSpPr>
            <a:spLocks noGrp="1"/>
          </p:cNvSpPr>
          <p:nvPr>
            <p:ph type="title"/>
          </p:nvPr>
        </p:nvSpPr>
        <p:spPr>
          <a:xfrm>
            <a:off x="1619672" y="1484784"/>
            <a:ext cx="7067128" cy="1143000"/>
          </a:xfrm>
        </p:spPr>
        <p:txBody>
          <a:bodyPr anchor="ctr">
            <a:normAutofit/>
          </a:bodyPr>
          <a:lstStyle/>
          <a:p>
            <a:r>
              <a:rPr lang="en-US"/>
              <a:t>Names (cont..)</a:t>
            </a:r>
            <a:endParaRPr lang="en-US" dirty="0"/>
          </a:p>
        </p:txBody>
      </p:sp>
      <p:pic>
        <p:nvPicPr>
          <p:cNvPr id="5" name="Picture 5" descr="Text&#10;&#10;Description automatically generated">
            <a:extLst>
              <a:ext uri="{FF2B5EF4-FFF2-40B4-BE49-F238E27FC236}">
                <a16:creationId xmlns:a16="http://schemas.microsoft.com/office/drawing/2014/main" id="{37075F30-2E2F-6DF6-485E-D536AD44C383}"/>
              </a:ext>
            </a:extLst>
          </p:cNvPr>
          <p:cNvPicPr>
            <a:picLocks noGrp="1" noChangeAspect="1"/>
          </p:cNvPicPr>
          <p:nvPr>
            <p:ph idx="1"/>
          </p:nvPr>
        </p:nvPicPr>
        <p:blipFill>
          <a:blip r:embed="rId2"/>
          <a:stretch>
            <a:fillRect/>
          </a:stretch>
        </p:blipFill>
        <p:spPr>
          <a:xfrm>
            <a:off x="1619672" y="3029950"/>
            <a:ext cx="7067128" cy="2703175"/>
          </a:xfrm>
          <a:noFill/>
        </p:spPr>
      </p:pic>
    </p:spTree>
    <p:extLst>
      <p:ext uri="{BB962C8B-B14F-4D97-AF65-F5344CB8AC3E}">
        <p14:creationId xmlns:p14="http://schemas.microsoft.com/office/powerpoint/2010/main" val="2629645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BB719-A5E9-FB02-88FC-E9CB76115405}"/>
              </a:ext>
            </a:extLst>
          </p:cNvPr>
          <p:cNvSpPr>
            <a:spLocks noGrp="1"/>
          </p:cNvSpPr>
          <p:nvPr>
            <p:ph type="title"/>
          </p:nvPr>
        </p:nvSpPr>
        <p:spPr/>
        <p:txBody>
          <a:bodyPr/>
          <a:lstStyle/>
          <a:p>
            <a:r>
              <a:rPr lang="en-US" dirty="0">
                <a:ea typeface="Open Sans"/>
                <a:cs typeface="Open Sans"/>
              </a:rPr>
              <a:t>Declarations</a:t>
            </a:r>
            <a:endParaRPr lang="en-US" dirty="0"/>
          </a:p>
        </p:txBody>
      </p:sp>
      <p:sp>
        <p:nvSpPr>
          <p:cNvPr id="3" name="Content Placeholder 2">
            <a:extLst>
              <a:ext uri="{FF2B5EF4-FFF2-40B4-BE49-F238E27FC236}">
                <a16:creationId xmlns:a16="http://schemas.microsoft.com/office/drawing/2014/main" id="{628788DD-BE85-4788-CAAA-DFFE5CDD3DCD}"/>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A declaration names a program entity and specifies some or all of its properties</a:t>
            </a:r>
          </a:p>
          <a:p>
            <a:r>
              <a:rPr lang="en-US" dirty="0">
                <a:ea typeface="Open Sans"/>
                <a:cs typeface="Open Sans"/>
              </a:rPr>
              <a:t>There are four major kinds of declarations: var, const, type, and </a:t>
            </a:r>
            <a:r>
              <a:rPr lang="en-US" dirty="0" err="1">
                <a:ea typeface="Open Sans"/>
                <a:cs typeface="Open Sans"/>
              </a:rPr>
              <a:t>func</a:t>
            </a:r>
            <a:r>
              <a:rPr lang="en-US" dirty="0">
                <a:ea typeface="Open Sans"/>
                <a:cs typeface="Open Sans"/>
              </a:rPr>
              <a:t>.</a:t>
            </a:r>
          </a:p>
          <a:p>
            <a:r>
              <a:rPr lang="en-US" dirty="0">
                <a:ea typeface="Open Sans"/>
                <a:cs typeface="Open Sans"/>
              </a:rPr>
              <a:t>Go program is stored in one or more files whose names end in .go</a:t>
            </a:r>
          </a:p>
          <a:p>
            <a:r>
              <a:rPr lang="en-US" dirty="0">
                <a:ea typeface="Open Sans"/>
                <a:cs typeface="Open Sans"/>
              </a:rPr>
              <a:t>Each file begins with a package declaration that says what package the file is part of</a:t>
            </a:r>
          </a:p>
          <a:p>
            <a:endParaRPr lang="en-US" dirty="0">
              <a:ea typeface="Open Sans"/>
              <a:cs typeface="Open Sans"/>
            </a:endParaRPr>
          </a:p>
        </p:txBody>
      </p:sp>
    </p:spTree>
    <p:extLst>
      <p:ext uri="{BB962C8B-B14F-4D97-AF65-F5344CB8AC3E}">
        <p14:creationId xmlns:p14="http://schemas.microsoft.com/office/powerpoint/2010/main" val="3671522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08D6BBFC-49AE-6D24-585E-6498707FF24A}"/>
              </a:ext>
            </a:extLst>
          </p:cNvPr>
          <p:cNvPicPr>
            <a:picLocks noChangeAspect="1"/>
          </p:cNvPicPr>
          <p:nvPr/>
        </p:nvPicPr>
        <p:blipFill>
          <a:blip r:embed="rId2"/>
          <a:stretch>
            <a:fillRect/>
          </a:stretch>
        </p:blipFill>
        <p:spPr>
          <a:xfrm>
            <a:off x="1138845" y="1716762"/>
            <a:ext cx="7597460" cy="4409401"/>
          </a:xfrm>
          <a:prstGeom prst="rect">
            <a:avLst/>
          </a:prstGeom>
          <a:noFill/>
        </p:spPr>
      </p:pic>
    </p:spTree>
    <p:extLst>
      <p:ext uri="{BB962C8B-B14F-4D97-AF65-F5344CB8AC3E}">
        <p14:creationId xmlns:p14="http://schemas.microsoft.com/office/powerpoint/2010/main" val="3854135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543A02-739A-772E-8C93-9765F4B43336}"/>
              </a:ext>
            </a:extLst>
          </p:cNvPr>
          <p:cNvSpPr>
            <a:spLocks noGrp="1"/>
          </p:cNvSpPr>
          <p:nvPr>
            <p:ph idx="1"/>
          </p:nvPr>
        </p:nvSpPr>
        <p:spPr>
          <a:xfrm>
            <a:off x="1619672" y="1644875"/>
            <a:ext cx="7067128" cy="4481288"/>
          </a:xfrm>
        </p:spPr>
        <p:txBody>
          <a:bodyPr vert="horz" lIns="91440" tIns="45720" rIns="91440" bIns="45720" rtlCol="0" anchor="t">
            <a:normAutofit/>
          </a:bodyPr>
          <a:lstStyle/>
          <a:p>
            <a:r>
              <a:rPr lang="en-US" dirty="0">
                <a:ea typeface="Open Sans"/>
                <a:cs typeface="Open Sans"/>
              </a:rPr>
              <a:t>The constant </a:t>
            </a:r>
            <a:r>
              <a:rPr lang="en-US" dirty="0" err="1">
                <a:ea typeface="Open Sans"/>
                <a:cs typeface="Open Sans"/>
              </a:rPr>
              <a:t>boilingF</a:t>
            </a:r>
            <a:r>
              <a:rPr lang="en-US" dirty="0">
                <a:ea typeface="Open Sans"/>
                <a:cs typeface="Open Sans"/>
              </a:rPr>
              <a:t> is a package-level declaration (as is main), whereas the variables f and c are local to the function main</a:t>
            </a:r>
          </a:p>
          <a:p>
            <a:r>
              <a:rPr lang="en-US" dirty="0">
                <a:ea typeface="Open Sans"/>
                <a:cs typeface="Open Sans"/>
              </a:rPr>
              <a:t>The name of each package-level entity is visible not only throughout the source file that contains its declaration, but throughout all the files of the package</a:t>
            </a:r>
            <a:endParaRPr lang="en-US" dirty="0"/>
          </a:p>
          <a:p>
            <a:r>
              <a:rPr lang="en-US" dirty="0">
                <a:ea typeface="Open Sans"/>
                <a:cs typeface="Open Sans"/>
              </a:rPr>
              <a:t>A function declaration has a name, a list of parameters (the variables whose values are provided by the function’s callers), an optional list of results, and the function body, which contains the statements that define what the function does</a:t>
            </a:r>
          </a:p>
          <a:p>
            <a:endParaRPr lang="en-US" dirty="0">
              <a:ea typeface="Open Sans"/>
              <a:cs typeface="Open Sans"/>
            </a:endParaRPr>
          </a:p>
        </p:txBody>
      </p:sp>
    </p:spTree>
    <p:extLst>
      <p:ext uri="{BB962C8B-B14F-4D97-AF65-F5344CB8AC3E}">
        <p14:creationId xmlns:p14="http://schemas.microsoft.com/office/powerpoint/2010/main" val="2826040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Text, letter&#10;&#10;Description automatically generated">
            <a:extLst>
              <a:ext uri="{FF2B5EF4-FFF2-40B4-BE49-F238E27FC236}">
                <a16:creationId xmlns:a16="http://schemas.microsoft.com/office/drawing/2014/main" id="{5CB8B085-5C65-13B9-22E7-8C9472309F3C}"/>
              </a:ext>
            </a:extLst>
          </p:cNvPr>
          <p:cNvPicPr>
            <a:picLocks noGrp="1" noChangeAspect="1"/>
          </p:cNvPicPr>
          <p:nvPr>
            <p:ph idx="1"/>
          </p:nvPr>
        </p:nvPicPr>
        <p:blipFill>
          <a:blip r:embed="rId2"/>
          <a:stretch>
            <a:fillRect/>
          </a:stretch>
        </p:blipFill>
        <p:spPr>
          <a:xfrm>
            <a:off x="1619672" y="2915108"/>
            <a:ext cx="7067128" cy="2932858"/>
          </a:xfrm>
          <a:noFill/>
        </p:spPr>
      </p:pic>
    </p:spTree>
    <p:extLst>
      <p:ext uri="{BB962C8B-B14F-4D97-AF65-F5344CB8AC3E}">
        <p14:creationId xmlns:p14="http://schemas.microsoft.com/office/powerpoint/2010/main" val="1902739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D0FC3-BB3D-A9C6-003D-5D8B618E7056}"/>
              </a:ext>
            </a:extLst>
          </p:cNvPr>
          <p:cNvSpPr>
            <a:spLocks noGrp="1"/>
          </p:cNvSpPr>
          <p:nvPr>
            <p:ph type="title"/>
          </p:nvPr>
        </p:nvSpPr>
        <p:spPr/>
        <p:txBody>
          <a:bodyPr/>
          <a:lstStyle/>
          <a:p>
            <a:r>
              <a:rPr lang="en-US" dirty="0">
                <a:ea typeface="Open Sans"/>
                <a:cs typeface="Open Sans"/>
              </a:rPr>
              <a:t>Variables</a:t>
            </a:r>
            <a:endParaRPr lang="en-US" dirty="0"/>
          </a:p>
        </p:txBody>
      </p:sp>
      <p:sp>
        <p:nvSpPr>
          <p:cNvPr id="3" name="Content Placeholder 2">
            <a:extLst>
              <a:ext uri="{FF2B5EF4-FFF2-40B4-BE49-F238E27FC236}">
                <a16:creationId xmlns:a16="http://schemas.microsoft.com/office/drawing/2014/main" id="{E0718C77-5FD8-F462-1236-D9CA9618A86E}"/>
              </a:ext>
            </a:extLst>
          </p:cNvPr>
          <p:cNvSpPr>
            <a:spLocks noGrp="1"/>
          </p:cNvSpPr>
          <p:nvPr>
            <p:ph idx="1"/>
          </p:nvPr>
        </p:nvSpPr>
        <p:spPr/>
        <p:txBody>
          <a:bodyPr vert="horz" lIns="91440" tIns="45720" rIns="91440" bIns="45720" rtlCol="0" anchor="t">
            <a:normAutofit fontScale="92500" lnSpcReduction="10000"/>
          </a:bodyPr>
          <a:lstStyle/>
          <a:p>
            <a:r>
              <a:rPr lang="en-US" dirty="0">
                <a:ea typeface="Open Sans"/>
                <a:cs typeface="Open Sans"/>
              </a:rPr>
              <a:t>A var declaration creates a variable of a particular type, attaches a name to it, and sets its initial value</a:t>
            </a:r>
          </a:p>
          <a:p>
            <a:endParaRPr lang="en-US" dirty="0">
              <a:ea typeface="Open Sans"/>
              <a:cs typeface="Open Sans"/>
            </a:endParaRPr>
          </a:p>
          <a:p>
            <a:endParaRPr lang="en-US" dirty="0">
              <a:ea typeface="Open Sans"/>
              <a:cs typeface="Open Sans"/>
            </a:endParaRPr>
          </a:p>
          <a:p>
            <a:r>
              <a:rPr lang="en-US" dirty="0">
                <a:ea typeface="Open Sans"/>
                <a:cs typeface="Open Sans"/>
              </a:rPr>
              <a:t>Either the type or the = expression part may be omitted, but not both.</a:t>
            </a:r>
          </a:p>
          <a:p>
            <a:r>
              <a:rPr lang="en-US" dirty="0">
                <a:ea typeface="Open Sans"/>
                <a:cs typeface="Open Sans"/>
              </a:rPr>
              <a:t>If the type is omitted, it is determined by the initializer expression. If the expression is omitted, the initial value is the zero value for the type, which is 0 for numbers, false for </a:t>
            </a:r>
            <a:r>
              <a:rPr lang="en-US" dirty="0" err="1">
                <a:ea typeface="Open Sans"/>
                <a:cs typeface="Open Sans"/>
              </a:rPr>
              <a:t>booleans</a:t>
            </a:r>
            <a:r>
              <a:rPr lang="en-US" dirty="0">
                <a:ea typeface="Open Sans"/>
                <a:cs typeface="Open Sans"/>
              </a:rPr>
              <a:t>, "" for strings, and nil for interfaces and reference types (slice, pointer, map, channel, function)</a:t>
            </a:r>
            <a:endParaRPr lang="en-US">
              <a:ea typeface="Open Sans"/>
              <a:cs typeface="Open Sans"/>
            </a:endParaRPr>
          </a:p>
          <a:p>
            <a:endParaRPr lang="en-US" dirty="0">
              <a:ea typeface="Open Sans"/>
              <a:cs typeface="Open Sans"/>
            </a:endParaRPr>
          </a:p>
          <a:p>
            <a:endParaRPr lang="en-US" dirty="0">
              <a:ea typeface="Open Sans"/>
              <a:cs typeface="Open Sans"/>
            </a:endParaRPr>
          </a:p>
        </p:txBody>
      </p:sp>
      <p:pic>
        <p:nvPicPr>
          <p:cNvPr id="4" name="Picture 4">
            <a:extLst>
              <a:ext uri="{FF2B5EF4-FFF2-40B4-BE49-F238E27FC236}">
                <a16:creationId xmlns:a16="http://schemas.microsoft.com/office/drawing/2014/main" id="{5703ECE7-E48D-292A-B306-CB89B0D16DDB}"/>
              </a:ext>
            </a:extLst>
          </p:cNvPr>
          <p:cNvPicPr>
            <a:picLocks noChangeAspect="1"/>
          </p:cNvPicPr>
          <p:nvPr/>
        </p:nvPicPr>
        <p:blipFill>
          <a:blip r:embed="rId2"/>
          <a:stretch>
            <a:fillRect/>
          </a:stretch>
        </p:blipFill>
        <p:spPr>
          <a:xfrm>
            <a:off x="2654060" y="3339258"/>
            <a:ext cx="4885426" cy="481408"/>
          </a:xfrm>
          <a:prstGeom prst="rect">
            <a:avLst/>
          </a:prstGeom>
        </p:spPr>
      </p:pic>
    </p:spTree>
    <p:extLst>
      <p:ext uri="{BB962C8B-B14F-4D97-AF65-F5344CB8AC3E}">
        <p14:creationId xmlns:p14="http://schemas.microsoft.com/office/powerpoint/2010/main" val="502453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02F53-F601-3FFF-0D9B-FCE4069D1E80}"/>
              </a:ext>
            </a:extLst>
          </p:cNvPr>
          <p:cNvSpPr>
            <a:spLocks noGrp="1"/>
          </p:cNvSpPr>
          <p:nvPr>
            <p:ph type="title"/>
          </p:nvPr>
        </p:nvSpPr>
        <p:spPr>
          <a:xfrm>
            <a:off x="1892842" y="291463"/>
            <a:ext cx="7067128" cy="625416"/>
          </a:xfrm>
        </p:spPr>
        <p:txBody>
          <a:bodyPr/>
          <a:lstStyle/>
          <a:p>
            <a:r>
              <a:rPr lang="en-US" dirty="0">
                <a:ea typeface="Open Sans"/>
                <a:cs typeface="Open Sans"/>
              </a:rPr>
              <a:t>Variables</a:t>
            </a:r>
            <a:endParaRPr lang="en-US" dirty="0"/>
          </a:p>
        </p:txBody>
      </p:sp>
      <p:sp>
        <p:nvSpPr>
          <p:cNvPr id="3" name="Content Placeholder 2">
            <a:extLst>
              <a:ext uri="{FF2B5EF4-FFF2-40B4-BE49-F238E27FC236}">
                <a16:creationId xmlns:a16="http://schemas.microsoft.com/office/drawing/2014/main" id="{144C5460-9955-749C-49EE-EA98FDD080D0}"/>
              </a:ext>
            </a:extLst>
          </p:cNvPr>
          <p:cNvSpPr>
            <a:spLocks noGrp="1"/>
          </p:cNvSpPr>
          <p:nvPr>
            <p:ph idx="1"/>
          </p:nvPr>
        </p:nvSpPr>
        <p:spPr>
          <a:xfrm>
            <a:off x="1619672" y="1644874"/>
            <a:ext cx="7067128" cy="3489251"/>
          </a:xfrm>
        </p:spPr>
        <p:txBody>
          <a:bodyPr vert="horz" lIns="91440" tIns="45720" rIns="91440" bIns="45720" rtlCol="0" anchor="t">
            <a:normAutofit fontScale="85000" lnSpcReduction="10000"/>
          </a:bodyPr>
          <a:lstStyle/>
          <a:p>
            <a:r>
              <a:rPr lang="en-US" dirty="0">
                <a:ea typeface="Open Sans"/>
                <a:cs typeface="Open Sans"/>
              </a:rPr>
              <a:t>The zero-value mechanism ensures that a variable always holds a well-defined value of its type</a:t>
            </a:r>
          </a:p>
          <a:p>
            <a:r>
              <a:rPr lang="en-US" dirty="0">
                <a:ea typeface="Open Sans"/>
                <a:cs typeface="Open Sans"/>
              </a:rPr>
              <a:t>in Go there is no such thing as an uninitialized variable. This simplifies code and often ensures sensible behavior of boundary conditions without extra work</a:t>
            </a:r>
          </a:p>
          <a:p>
            <a:endParaRPr lang="en-US" dirty="0">
              <a:ea typeface="Open Sans"/>
              <a:cs typeface="Open Sans"/>
            </a:endParaRPr>
          </a:p>
          <a:p>
            <a:endParaRPr lang="en-US" dirty="0">
              <a:ea typeface="Open Sans"/>
              <a:cs typeface="Open Sans"/>
            </a:endParaRPr>
          </a:p>
          <a:p>
            <a:r>
              <a:rPr lang="en-US" dirty="0">
                <a:ea typeface="Open Sans"/>
                <a:cs typeface="Open Sans"/>
              </a:rPr>
              <a:t>It is possible to declare and optionally initialize a set of variables in a single declaration, with a matching list of expressions</a:t>
            </a:r>
          </a:p>
          <a:p>
            <a:endParaRPr lang="en-US" dirty="0">
              <a:ea typeface="Open Sans"/>
              <a:cs typeface="Open Sans"/>
            </a:endParaRPr>
          </a:p>
          <a:p>
            <a:endParaRPr lang="en-US" dirty="0">
              <a:ea typeface="Open Sans"/>
              <a:cs typeface="Open Sans"/>
            </a:endParaRPr>
          </a:p>
          <a:p>
            <a:r>
              <a:rPr lang="en-US" dirty="0">
                <a:ea typeface="Open Sans"/>
                <a:cs typeface="Open Sans"/>
              </a:rPr>
              <a:t>A set of variables can also be initialized by calling a function that returns multiple values:</a:t>
            </a:r>
          </a:p>
          <a:p>
            <a:endParaRPr lang="en-US" dirty="0">
              <a:ea typeface="Open Sans"/>
              <a:cs typeface="Open Sans"/>
            </a:endParaRPr>
          </a:p>
        </p:txBody>
      </p:sp>
      <p:pic>
        <p:nvPicPr>
          <p:cNvPr id="4" name="Picture 4" descr="Text&#10;&#10;Description automatically generated">
            <a:extLst>
              <a:ext uri="{FF2B5EF4-FFF2-40B4-BE49-F238E27FC236}">
                <a16:creationId xmlns:a16="http://schemas.microsoft.com/office/drawing/2014/main" id="{492B302F-DCD4-C495-845A-29E3D2D434F2}"/>
              </a:ext>
            </a:extLst>
          </p:cNvPr>
          <p:cNvPicPr>
            <a:picLocks noChangeAspect="1"/>
          </p:cNvPicPr>
          <p:nvPr/>
        </p:nvPicPr>
        <p:blipFill>
          <a:blip r:embed="rId2"/>
          <a:stretch>
            <a:fillRect/>
          </a:stretch>
        </p:blipFill>
        <p:spPr>
          <a:xfrm>
            <a:off x="3964736" y="2898655"/>
            <a:ext cx="2465357" cy="643746"/>
          </a:xfrm>
          <a:prstGeom prst="rect">
            <a:avLst/>
          </a:prstGeom>
        </p:spPr>
      </p:pic>
      <p:pic>
        <p:nvPicPr>
          <p:cNvPr id="5" name="Picture 5">
            <a:extLst>
              <a:ext uri="{FF2B5EF4-FFF2-40B4-BE49-F238E27FC236}">
                <a16:creationId xmlns:a16="http://schemas.microsoft.com/office/drawing/2014/main" id="{EBBA7A14-844E-7721-04E7-195B37D27BA8}"/>
              </a:ext>
            </a:extLst>
          </p:cNvPr>
          <p:cNvPicPr>
            <a:picLocks noChangeAspect="1"/>
          </p:cNvPicPr>
          <p:nvPr/>
        </p:nvPicPr>
        <p:blipFill>
          <a:blip r:embed="rId3"/>
          <a:stretch>
            <a:fillRect/>
          </a:stretch>
        </p:blipFill>
        <p:spPr>
          <a:xfrm>
            <a:off x="2395268" y="4160982"/>
            <a:ext cx="5532407" cy="476979"/>
          </a:xfrm>
          <a:prstGeom prst="rect">
            <a:avLst/>
          </a:prstGeom>
        </p:spPr>
      </p:pic>
      <p:pic>
        <p:nvPicPr>
          <p:cNvPr id="6" name="Picture 6">
            <a:extLst>
              <a:ext uri="{FF2B5EF4-FFF2-40B4-BE49-F238E27FC236}">
                <a16:creationId xmlns:a16="http://schemas.microsoft.com/office/drawing/2014/main" id="{DDDB2DC9-FA93-AB6A-FCD8-A4446280DDE3}"/>
              </a:ext>
            </a:extLst>
          </p:cNvPr>
          <p:cNvPicPr>
            <a:picLocks noChangeAspect="1"/>
          </p:cNvPicPr>
          <p:nvPr/>
        </p:nvPicPr>
        <p:blipFill>
          <a:blip r:embed="rId4"/>
          <a:stretch>
            <a:fillRect/>
          </a:stretch>
        </p:blipFill>
        <p:spPr>
          <a:xfrm>
            <a:off x="2136475" y="5427851"/>
            <a:ext cx="6236898" cy="373015"/>
          </a:xfrm>
          <a:prstGeom prst="rect">
            <a:avLst/>
          </a:prstGeom>
        </p:spPr>
      </p:pic>
    </p:spTree>
    <p:extLst>
      <p:ext uri="{BB962C8B-B14F-4D97-AF65-F5344CB8AC3E}">
        <p14:creationId xmlns:p14="http://schemas.microsoft.com/office/powerpoint/2010/main" val="1410539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18523-4647-9DE1-36BC-F594155AF708}"/>
              </a:ext>
            </a:extLst>
          </p:cNvPr>
          <p:cNvSpPr>
            <a:spLocks noGrp="1"/>
          </p:cNvSpPr>
          <p:nvPr>
            <p:ph type="title"/>
          </p:nvPr>
        </p:nvSpPr>
        <p:spPr/>
        <p:txBody>
          <a:bodyPr/>
          <a:lstStyle/>
          <a:p>
            <a:r>
              <a:rPr lang="en-US" dirty="0">
                <a:ea typeface="Open Sans"/>
                <a:cs typeface="Open Sans"/>
              </a:rPr>
              <a:t>Short Variable Declarations</a:t>
            </a:r>
            <a:endParaRPr lang="en-US" dirty="0"/>
          </a:p>
        </p:txBody>
      </p:sp>
      <p:sp>
        <p:nvSpPr>
          <p:cNvPr id="3" name="Content Placeholder 2">
            <a:extLst>
              <a:ext uri="{FF2B5EF4-FFF2-40B4-BE49-F238E27FC236}">
                <a16:creationId xmlns:a16="http://schemas.microsoft.com/office/drawing/2014/main" id="{F8AC97D9-A0C7-C768-7E7C-7668D65EC631}"/>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Within a function, an alternate form called a short variable declaration may be used to declare and initialize local variables</a:t>
            </a:r>
          </a:p>
          <a:p>
            <a:r>
              <a:rPr lang="en-US" dirty="0">
                <a:ea typeface="Open Sans"/>
                <a:cs typeface="Open Sans"/>
              </a:rPr>
              <a:t>It takes the form name := expression, and the type of name is determined by the type of expression.</a:t>
            </a:r>
          </a:p>
          <a:p>
            <a:endParaRPr lang="en-US" dirty="0">
              <a:ea typeface="Open Sans"/>
              <a:cs typeface="Open Sans"/>
            </a:endParaRPr>
          </a:p>
        </p:txBody>
      </p:sp>
      <p:pic>
        <p:nvPicPr>
          <p:cNvPr id="4" name="Picture 4" descr="Text&#10;&#10;Description automatically generated">
            <a:extLst>
              <a:ext uri="{FF2B5EF4-FFF2-40B4-BE49-F238E27FC236}">
                <a16:creationId xmlns:a16="http://schemas.microsoft.com/office/drawing/2014/main" id="{8F71BC29-4333-16F5-6FBF-118FEFF418A2}"/>
              </a:ext>
            </a:extLst>
          </p:cNvPr>
          <p:cNvPicPr>
            <a:picLocks noChangeAspect="1"/>
          </p:cNvPicPr>
          <p:nvPr/>
        </p:nvPicPr>
        <p:blipFill>
          <a:blip r:embed="rId2"/>
          <a:stretch>
            <a:fillRect/>
          </a:stretch>
        </p:blipFill>
        <p:spPr>
          <a:xfrm>
            <a:off x="2898476" y="4331433"/>
            <a:ext cx="4267200" cy="955585"/>
          </a:xfrm>
          <a:prstGeom prst="rect">
            <a:avLst/>
          </a:prstGeom>
        </p:spPr>
      </p:pic>
    </p:spTree>
    <p:extLst>
      <p:ext uri="{BB962C8B-B14F-4D97-AF65-F5344CB8AC3E}">
        <p14:creationId xmlns:p14="http://schemas.microsoft.com/office/powerpoint/2010/main" val="1225882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07990C-F4E2-9999-D4E2-5B1463B32A32}"/>
              </a:ext>
            </a:extLst>
          </p:cNvPr>
          <p:cNvSpPr>
            <a:spLocks noGrp="1"/>
          </p:cNvSpPr>
          <p:nvPr>
            <p:ph idx="1"/>
          </p:nvPr>
        </p:nvSpPr>
        <p:spPr>
          <a:xfrm>
            <a:off x="1619672" y="1572988"/>
            <a:ext cx="7067128" cy="4553175"/>
          </a:xfrm>
        </p:spPr>
        <p:txBody>
          <a:bodyPr vert="horz" lIns="91440" tIns="45720" rIns="91440" bIns="45720" rtlCol="0" anchor="t">
            <a:normAutofit/>
          </a:bodyPr>
          <a:lstStyle/>
          <a:p>
            <a:r>
              <a:rPr lang="en-US" dirty="0">
                <a:ea typeface="Open Sans"/>
                <a:cs typeface="Open Sans"/>
              </a:rPr>
              <a:t>Keep in mind that := is a declaration, whereas = is an assignment</a:t>
            </a:r>
          </a:p>
          <a:p>
            <a:r>
              <a:rPr lang="en-US" dirty="0">
                <a:ea typeface="Open Sans"/>
                <a:cs typeface="Open Sans"/>
              </a:rPr>
              <a:t>A multi-variable declaration should not be confused with a tuple assignment (§2.4.1), in which each variable </a:t>
            </a:r>
            <a:r>
              <a:rPr lang="en-US">
                <a:ea typeface="Open Sans"/>
                <a:cs typeface="Open Sans"/>
              </a:rPr>
              <a:t>on the left-hand side is assigned the corresponding </a:t>
            </a:r>
            <a:r>
              <a:rPr lang="en-US" dirty="0">
                <a:ea typeface="Open Sans"/>
                <a:cs typeface="Open Sans"/>
              </a:rPr>
              <a:t>value from the right-hand side</a:t>
            </a:r>
          </a:p>
        </p:txBody>
      </p:sp>
    </p:spTree>
    <p:extLst>
      <p:ext uri="{BB962C8B-B14F-4D97-AF65-F5344CB8AC3E}">
        <p14:creationId xmlns:p14="http://schemas.microsoft.com/office/powerpoint/2010/main" val="2716777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452D9-AF9A-0F98-0C01-7B25A0D2D05D}"/>
              </a:ext>
            </a:extLst>
          </p:cNvPr>
          <p:cNvSpPr>
            <a:spLocks noGrp="1"/>
          </p:cNvSpPr>
          <p:nvPr>
            <p:ph type="title"/>
          </p:nvPr>
        </p:nvSpPr>
        <p:spPr/>
        <p:txBody>
          <a:bodyPr/>
          <a:lstStyle/>
          <a:p>
            <a:r>
              <a:rPr lang="en-US" dirty="0">
                <a:ea typeface="Open Sans"/>
                <a:cs typeface="Open Sans"/>
              </a:rPr>
              <a:t>Pointers</a:t>
            </a:r>
            <a:endParaRPr lang="en-US" dirty="0"/>
          </a:p>
        </p:txBody>
      </p:sp>
      <p:sp>
        <p:nvSpPr>
          <p:cNvPr id="3" name="Content Placeholder 2">
            <a:extLst>
              <a:ext uri="{FF2B5EF4-FFF2-40B4-BE49-F238E27FC236}">
                <a16:creationId xmlns:a16="http://schemas.microsoft.com/office/drawing/2014/main" id="{910F573B-007A-F561-0511-D3CDB1F16358}"/>
              </a:ext>
            </a:extLst>
          </p:cNvPr>
          <p:cNvSpPr>
            <a:spLocks noGrp="1"/>
          </p:cNvSpPr>
          <p:nvPr>
            <p:ph idx="1"/>
          </p:nvPr>
        </p:nvSpPr>
        <p:spPr/>
        <p:txBody>
          <a:bodyPr vert="horz" lIns="91440" tIns="45720" rIns="91440" bIns="45720" rtlCol="0" anchor="t">
            <a:normAutofit lnSpcReduction="10000"/>
          </a:bodyPr>
          <a:lstStyle/>
          <a:p>
            <a:r>
              <a:rPr lang="en-US" dirty="0">
                <a:ea typeface="Open Sans"/>
                <a:cs typeface="Open Sans"/>
              </a:rPr>
              <a:t>A variable is a piece of storage containing a value. Variables created by declarations are identified by a name, such as x, but many variables are identified only by expressions like x[</a:t>
            </a:r>
            <a:r>
              <a:rPr lang="en-US" dirty="0" err="1">
                <a:ea typeface="Open Sans"/>
                <a:cs typeface="Open Sans"/>
              </a:rPr>
              <a:t>i</a:t>
            </a:r>
            <a:r>
              <a:rPr lang="en-US" dirty="0">
                <a:ea typeface="Open Sans"/>
                <a:cs typeface="Open Sans"/>
              </a:rPr>
              <a:t>] or </a:t>
            </a:r>
            <a:r>
              <a:rPr lang="en-US" dirty="0" err="1">
                <a:ea typeface="Open Sans"/>
                <a:cs typeface="Open Sans"/>
              </a:rPr>
              <a:t>x.f</a:t>
            </a:r>
          </a:p>
          <a:p>
            <a:r>
              <a:rPr lang="en-US" dirty="0">
                <a:ea typeface="Open Sans"/>
                <a:cs typeface="Open Sans"/>
              </a:rPr>
              <a:t>A pointer value is the address of a variable. A pointer is thus the location at which a value is stored.</a:t>
            </a:r>
          </a:p>
          <a:p>
            <a:r>
              <a:rPr lang="en-US" dirty="0">
                <a:ea typeface="Open Sans"/>
                <a:cs typeface="Open Sans"/>
              </a:rPr>
              <a:t>Not every value has an address, but every variable does.</a:t>
            </a:r>
          </a:p>
          <a:p>
            <a:r>
              <a:rPr lang="en-US" dirty="0">
                <a:ea typeface="Open Sans"/>
                <a:cs typeface="Open Sans"/>
              </a:rPr>
              <a:t>With a pointer, we can read or update the value of a variable indirectly, without using or even knowing the name of the variable, if indeed it has a name.</a:t>
            </a:r>
          </a:p>
          <a:p>
            <a:endParaRPr lang="en-US" dirty="0">
              <a:ea typeface="Open Sans"/>
              <a:cs typeface="Open Sans"/>
            </a:endParaRPr>
          </a:p>
        </p:txBody>
      </p:sp>
    </p:spTree>
    <p:extLst>
      <p:ext uri="{BB962C8B-B14F-4D97-AF65-F5344CB8AC3E}">
        <p14:creationId xmlns:p14="http://schemas.microsoft.com/office/powerpoint/2010/main" val="2251878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834D6E6A-1C57-1990-7B46-E068286128B8}"/>
              </a:ext>
            </a:extLst>
          </p:cNvPr>
          <p:cNvPicPr>
            <a:picLocks noGrp="1" noChangeAspect="1"/>
          </p:cNvPicPr>
          <p:nvPr>
            <p:ph idx="1"/>
          </p:nvPr>
        </p:nvPicPr>
        <p:blipFill>
          <a:blip r:embed="rId2"/>
          <a:stretch>
            <a:fillRect/>
          </a:stretch>
        </p:blipFill>
        <p:spPr>
          <a:xfrm>
            <a:off x="3419686" y="3938625"/>
            <a:ext cx="3467100" cy="885825"/>
          </a:xfrm>
        </p:spPr>
      </p:pic>
    </p:spTree>
    <p:extLst>
      <p:ext uri="{BB962C8B-B14F-4D97-AF65-F5344CB8AC3E}">
        <p14:creationId xmlns:p14="http://schemas.microsoft.com/office/powerpoint/2010/main" val="1301941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02B41D-1089-F3E5-2D87-9328709EE1DC}"/>
              </a:ext>
            </a:extLst>
          </p:cNvPr>
          <p:cNvSpPr>
            <a:spLocks noGrp="1"/>
          </p:cNvSpPr>
          <p:nvPr>
            <p:ph idx="1"/>
          </p:nvPr>
        </p:nvSpPr>
        <p:spPr>
          <a:xfrm>
            <a:off x="1619672" y="1529856"/>
            <a:ext cx="7067128" cy="4596307"/>
          </a:xfrm>
        </p:spPr>
        <p:txBody>
          <a:bodyPr vert="horz" lIns="91440" tIns="45720" rIns="91440" bIns="45720" rtlCol="0" anchor="t">
            <a:normAutofit/>
          </a:bodyPr>
          <a:lstStyle/>
          <a:p>
            <a:r>
              <a:rPr lang="en-US" dirty="0">
                <a:ea typeface="Open Sans"/>
                <a:cs typeface="Open Sans"/>
              </a:rPr>
              <a:t>Variables are sometimes described as addressable values. Expressions that denote variables are the only expressions to which the address-of operator &amp; may be applied.</a:t>
            </a:r>
          </a:p>
          <a:p>
            <a:r>
              <a:rPr lang="en-US" dirty="0">
                <a:ea typeface="Open Sans"/>
                <a:cs typeface="Open Sans"/>
              </a:rPr>
              <a:t>The zero value for a pointer of any type is nil. The test p != nil is true if p points to a variable</a:t>
            </a:r>
          </a:p>
          <a:p>
            <a:r>
              <a:rPr lang="en-US" dirty="0">
                <a:ea typeface="Open Sans"/>
                <a:cs typeface="Open Sans"/>
              </a:rPr>
              <a:t>Pointers are comparable; two pointers are equal if and only if they point to the same variable or both are nil.</a:t>
            </a:r>
            <a:endParaRPr lang="en-US" dirty="0"/>
          </a:p>
          <a:p>
            <a:endParaRPr lang="en-US" dirty="0">
              <a:ea typeface="Open Sans"/>
              <a:cs typeface="Open Sans"/>
            </a:endParaRPr>
          </a:p>
          <a:p>
            <a:endParaRPr lang="en-US" dirty="0">
              <a:ea typeface="Open Sans"/>
              <a:cs typeface="Open Sans"/>
            </a:endParaRPr>
          </a:p>
        </p:txBody>
      </p:sp>
      <p:pic>
        <p:nvPicPr>
          <p:cNvPr id="4" name="Picture 4">
            <a:extLst>
              <a:ext uri="{FF2B5EF4-FFF2-40B4-BE49-F238E27FC236}">
                <a16:creationId xmlns:a16="http://schemas.microsoft.com/office/drawing/2014/main" id="{55AD6FF7-0801-2F3D-525C-61573A526548}"/>
              </a:ext>
            </a:extLst>
          </p:cNvPr>
          <p:cNvPicPr>
            <a:picLocks noChangeAspect="1"/>
          </p:cNvPicPr>
          <p:nvPr/>
        </p:nvPicPr>
        <p:blipFill>
          <a:blip r:embed="rId2"/>
          <a:stretch>
            <a:fillRect/>
          </a:stretch>
        </p:blipFill>
        <p:spPr>
          <a:xfrm>
            <a:off x="2222740" y="4373902"/>
            <a:ext cx="5661803" cy="496838"/>
          </a:xfrm>
          <a:prstGeom prst="rect">
            <a:avLst/>
          </a:prstGeom>
        </p:spPr>
      </p:pic>
    </p:spTree>
    <p:extLst>
      <p:ext uri="{BB962C8B-B14F-4D97-AF65-F5344CB8AC3E}">
        <p14:creationId xmlns:p14="http://schemas.microsoft.com/office/powerpoint/2010/main" val="2438179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2DB53-61D9-BFBA-98A6-A0104451DA80}"/>
              </a:ext>
            </a:extLst>
          </p:cNvPr>
          <p:cNvSpPr>
            <a:spLocks noGrp="1"/>
          </p:cNvSpPr>
          <p:nvPr>
            <p:ph type="title"/>
          </p:nvPr>
        </p:nvSpPr>
        <p:spPr/>
        <p:txBody>
          <a:bodyPr/>
          <a:lstStyle/>
          <a:p>
            <a:r>
              <a:rPr lang="en-US" dirty="0">
                <a:ea typeface="Open Sans"/>
                <a:cs typeface="Open Sans"/>
              </a:rPr>
              <a:t>The New Function</a:t>
            </a:r>
            <a:endParaRPr lang="en-US" dirty="0"/>
          </a:p>
        </p:txBody>
      </p:sp>
      <p:sp>
        <p:nvSpPr>
          <p:cNvPr id="3" name="Content Placeholder 2">
            <a:extLst>
              <a:ext uri="{FF2B5EF4-FFF2-40B4-BE49-F238E27FC236}">
                <a16:creationId xmlns:a16="http://schemas.microsoft.com/office/drawing/2014/main" id="{AE41F33F-83FC-F04B-65B9-8AA89D8FC214}"/>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Another way to create a variable is to use the built-in function new</a:t>
            </a:r>
          </a:p>
          <a:p>
            <a:r>
              <a:rPr lang="en-US" dirty="0">
                <a:ea typeface="Open Sans"/>
                <a:cs typeface="Open Sans"/>
              </a:rPr>
              <a:t>The expression new(T) creates an unnamed variable of type T, initializes it to the zero value of T, and returns its address, which is a value of type *T</a:t>
            </a:r>
          </a:p>
          <a:p>
            <a:endParaRPr lang="en-US" dirty="0">
              <a:ea typeface="Open Sans"/>
              <a:cs typeface="Open Sans"/>
            </a:endParaRPr>
          </a:p>
        </p:txBody>
      </p:sp>
      <p:pic>
        <p:nvPicPr>
          <p:cNvPr id="4" name="Picture 4">
            <a:extLst>
              <a:ext uri="{FF2B5EF4-FFF2-40B4-BE49-F238E27FC236}">
                <a16:creationId xmlns:a16="http://schemas.microsoft.com/office/drawing/2014/main" id="{16F92BC1-AC15-CDEE-F393-8BA6DEEC5BE0}"/>
              </a:ext>
            </a:extLst>
          </p:cNvPr>
          <p:cNvPicPr>
            <a:picLocks noChangeAspect="1"/>
          </p:cNvPicPr>
          <p:nvPr/>
        </p:nvPicPr>
        <p:blipFill>
          <a:blip r:embed="rId2"/>
          <a:stretch>
            <a:fillRect/>
          </a:stretch>
        </p:blipFill>
        <p:spPr>
          <a:xfrm>
            <a:off x="1949570" y="4343055"/>
            <a:ext cx="6668218" cy="946720"/>
          </a:xfrm>
          <a:prstGeom prst="rect">
            <a:avLst/>
          </a:prstGeom>
        </p:spPr>
      </p:pic>
    </p:spTree>
    <p:extLst>
      <p:ext uri="{BB962C8B-B14F-4D97-AF65-F5344CB8AC3E}">
        <p14:creationId xmlns:p14="http://schemas.microsoft.com/office/powerpoint/2010/main" val="108455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2BD38-E371-84F6-51E5-446A2E8725A1}"/>
              </a:ext>
            </a:extLst>
          </p:cNvPr>
          <p:cNvSpPr>
            <a:spLocks noGrp="1"/>
          </p:cNvSpPr>
          <p:nvPr>
            <p:ph type="title"/>
          </p:nvPr>
        </p:nvSpPr>
        <p:spPr/>
        <p:txBody>
          <a:bodyPr/>
          <a:lstStyle/>
          <a:p>
            <a:r>
              <a:rPr lang="en-US" dirty="0">
                <a:ea typeface="Open Sans"/>
                <a:cs typeface="Open Sans"/>
              </a:rPr>
              <a:t>Lifetimes of Variables</a:t>
            </a:r>
            <a:endParaRPr lang="en-US" dirty="0"/>
          </a:p>
        </p:txBody>
      </p:sp>
      <p:sp>
        <p:nvSpPr>
          <p:cNvPr id="3" name="Content Placeholder 2">
            <a:extLst>
              <a:ext uri="{FF2B5EF4-FFF2-40B4-BE49-F238E27FC236}">
                <a16:creationId xmlns:a16="http://schemas.microsoft.com/office/drawing/2014/main" id="{AE53D38C-717E-2153-2296-EB8138EAC838}"/>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The lifetime of a variable is the interval of time during which it exists as the program executes</a:t>
            </a:r>
          </a:p>
          <a:p>
            <a:r>
              <a:rPr lang="en-US" dirty="0">
                <a:ea typeface="Open Sans"/>
                <a:cs typeface="Open Sans"/>
              </a:rPr>
              <a:t>The lifetime of a package-level variable is the entire execution of the program</a:t>
            </a:r>
          </a:p>
          <a:p>
            <a:r>
              <a:rPr lang="en-US" dirty="0">
                <a:ea typeface="Open Sans"/>
                <a:cs typeface="Open Sans"/>
              </a:rPr>
              <a:t>By contrast, local variables have dynamic lifetimes: a new instance is created each time the declaration statement is executed, and the variable lives on until it becomes unreachable, at which point its storage may be recycled</a:t>
            </a:r>
            <a:endParaRPr lang="en-US" dirty="0"/>
          </a:p>
        </p:txBody>
      </p:sp>
      <p:pic>
        <p:nvPicPr>
          <p:cNvPr id="4" name="Picture 4" descr="Text&#10;&#10;Description automatically generated">
            <a:extLst>
              <a:ext uri="{FF2B5EF4-FFF2-40B4-BE49-F238E27FC236}">
                <a16:creationId xmlns:a16="http://schemas.microsoft.com/office/drawing/2014/main" id="{AAD421F8-28CB-82EF-DCD6-6A00546ED9F1}"/>
              </a:ext>
            </a:extLst>
          </p:cNvPr>
          <p:cNvPicPr>
            <a:picLocks noChangeAspect="1"/>
          </p:cNvPicPr>
          <p:nvPr/>
        </p:nvPicPr>
        <p:blipFill>
          <a:blip r:embed="rId2"/>
          <a:stretch>
            <a:fillRect/>
          </a:stretch>
        </p:blipFill>
        <p:spPr>
          <a:xfrm>
            <a:off x="2280249" y="5537893"/>
            <a:ext cx="5489275" cy="1173723"/>
          </a:xfrm>
          <a:prstGeom prst="rect">
            <a:avLst/>
          </a:prstGeom>
        </p:spPr>
      </p:pic>
    </p:spTree>
    <p:extLst>
      <p:ext uri="{BB962C8B-B14F-4D97-AF65-F5344CB8AC3E}">
        <p14:creationId xmlns:p14="http://schemas.microsoft.com/office/powerpoint/2010/main" val="1495215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219DF-2158-C720-BF0C-28637317CCA6}"/>
              </a:ext>
            </a:extLst>
          </p:cNvPr>
          <p:cNvSpPr>
            <a:spLocks noGrp="1"/>
          </p:cNvSpPr>
          <p:nvPr>
            <p:ph type="title"/>
          </p:nvPr>
        </p:nvSpPr>
        <p:spPr/>
        <p:txBody>
          <a:bodyPr/>
          <a:lstStyle/>
          <a:p>
            <a:r>
              <a:rPr lang="en-US" dirty="0">
                <a:ea typeface="Open Sans"/>
                <a:cs typeface="Open Sans"/>
              </a:rPr>
              <a:t>Assignments</a:t>
            </a:r>
            <a:endParaRPr lang="en-US" dirty="0"/>
          </a:p>
        </p:txBody>
      </p:sp>
      <p:sp>
        <p:nvSpPr>
          <p:cNvPr id="3" name="Content Placeholder 2">
            <a:extLst>
              <a:ext uri="{FF2B5EF4-FFF2-40B4-BE49-F238E27FC236}">
                <a16:creationId xmlns:a16="http://schemas.microsoft.com/office/drawing/2014/main" id="{6559D7BC-1734-D462-7CC2-F873A7F69513}"/>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The value held by a variable is updated by an assignment statement, which in its simplest form has a variable on the left of the = sign and an expression on the right.</a:t>
            </a:r>
          </a:p>
          <a:p>
            <a:endParaRPr lang="en-US" dirty="0">
              <a:ea typeface="Open Sans"/>
              <a:cs typeface="Open Sans"/>
            </a:endParaRPr>
          </a:p>
        </p:txBody>
      </p:sp>
      <p:pic>
        <p:nvPicPr>
          <p:cNvPr id="4" name="Picture 4" descr="Text, letter&#10;&#10;Description automatically generated">
            <a:extLst>
              <a:ext uri="{FF2B5EF4-FFF2-40B4-BE49-F238E27FC236}">
                <a16:creationId xmlns:a16="http://schemas.microsoft.com/office/drawing/2014/main" id="{3FBBDF4A-F9BD-27BE-570A-A9F52F76876B}"/>
              </a:ext>
            </a:extLst>
          </p:cNvPr>
          <p:cNvPicPr>
            <a:picLocks noChangeAspect="1"/>
          </p:cNvPicPr>
          <p:nvPr/>
        </p:nvPicPr>
        <p:blipFill>
          <a:blip r:embed="rId2"/>
          <a:stretch>
            <a:fillRect/>
          </a:stretch>
        </p:blipFill>
        <p:spPr>
          <a:xfrm>
            <a:off x="1245079" y="4257228"/>
            <a:ext cx="7689011" cy="1247771"/>
          </a:xfrm>
          <a:prstGeom prst="rect">
            <a:avLst/>
          </a:prstGeom>
        </p:spPr>
      </p:pic>
    </p:spTree>
    <p:extLst>
      <p:ext uri="{BB962C8B-B14F-4D97-AF65-F5344CB8AC3E}">
        <p14:creationId xmlns:p14="http://schemas.microsoft.com/office/powerpoint/2010/main" val="1670407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DBAA0-4964-43F7-7A0B-B19D0D06E916}"/>
              </a:ext>
            </a:extLst>
          </p:cNvPr>
          <p:cNvSpPr>
            <a:spLocks noGrp="1"/>
          </p:cNvSpPr>
          <p:nvPr>
            <p:ph type="title"/>
          </p:nvPr>
        </p:nvSpPr>
        <p:spPr>
          <a:xfrm>
            <a:off x="1619672" y="1484784"/>
            <a:ext cx="7067128" cy="1143000"/>
          </a:xfrm>
        </p:spPr>
        <p:txBody>
          <a:bodyPr anchor="ctr">
            <a:normAutofit/>
          </a:bodyPr>
          <a:lstStyle/>
          <a:p>
            <a:r>
              <a:rPr lang="en-US"/>
              <a:t>Tuple Assignment</a:t>
            </a:r>
            <a:endParaRPr lang="en-US" dirty="0"/>
          </a:p>
        </p:txBody>
      </p:sp>
      <p:sp>
        <p:nvSpPr>
          <p:cNvPr id="3" name="Content Placeholder 2">
            <a:extLst>
              <a:ext uri="{FF2B5EF4-FFF2-40B4-BE49-F238E27FC236}">
                <a16:creationId xmlns:a16="http://schemas.microsoft.com/office/drawing/2014/main" id="{A9858694-CC64-65F7-3715-13963E4A38B5}"/>
              </a:ext>
            </a:extLst>
          </p:cNvPr>
          <p:cNvSpPr>
            <a:spLocks noGrp="1"/>
          </p:cNvSpPr>
          <p:nvPr>
            <p:ph sz="half" idx="1"/>
          </p:nvPr>
        </p:nvSpPr>
        <p:spPr>
          <a:xfrm>
            <a:off x="1619672" y="2636912"/>
            <a:ext cx="3456384" cy="3489251"/>
          </a:xfrm>
        </p:spPr>
        <p:txBody>
          <a:bodyPr vert="horz" lIns="91440" tIns="45720" rIns="91440" bIns="45720" rtlCol="0">
            <a:normAutofit/>
          </a:bodyPr>
          <a:lstStyle/>
          <a:p>
            <a:pPr>
              <a:lnSpc>
                <a:spcPct val="90000"/>
              </a:lnSpc>
            </a:pPr>
            <a:r>
              <a:rPr lang="en-US" sz="1700"/>
              <a:t>Another form of assignment, known as tuple assignment, allows several variables to be assigned at once</a:t>
            </a:r>
          </a:p>
          <a:p>
            <a:pPr>
              <a:lnSpc>
                <a:spcPct val="90000"/>
              </a:lnSpc>
            </a:pPr>
            <a:r>
              <a:rPr lang="en-US" sz="1700"/>
              <a:t>All of the right-hand side expressions are evaluated before any of the variables are updated, making this form most useful when some of the variables appear on both sides of the assignment</a:t>
            </a:r>
          </a:p>
          <a:p>
            <a:pPr>
              <a:lnSpc>
                <a:spcPct val="90000"/>
              </a:lnSpc>
            </a:pPr>
            <a:endParaRPr lang="en-US" sz="1700"/>
          </a:p>
        </p:txBody>
      </p:sp>
      <p:pic>
        <p:nvPicPr>
          <p:cNvPr id="4" name="Picture 4" descr="Text, letter&#10;&#10;Description automatically generated">
            <a:extLst>
              <a:ext uri="{FF2B5EF4-FFF2-40B4-BE49-F238E27FC236}">
                <a16:creationId xmlns:a16="http://schemas.microsoft.com/office/drawing/2014/main" id="{70940EAF-D350-0449-4897-7325A1835114}"/>
              </a:ext>
            </a:extLst>
          </p:cNvPr>
          <p:cNvPicPr>
            <a:picLocks noChangeAspect="1"/>
          </p:cNvPicPr>
          <p:nvPr/>
        </p:nvPicPr>
        <p:blipFill>
          <a:blip r:embed="rId2"/>
          <a:stretch>
            <a:fillRect/>
          </a:stretch>
        </p:blipFill>
        <p:spPr>
          <a:xfrm>
            <a:off x="5148064" y="3459367"/>
            <a:ext cx="3538736" cy="1844341"/>
          </a:xfrm>
          <a:prstGeom prst="rect">
            <a:avLst/>
          </a:prstGeom>
          <a:noFill/>
        </p:spPr>
      </p:pic>
    </p:spTree>
    <p:extLst>
      <p:ext uri="{BB962C8B-B14F-4D97-AF65-F5344CB8AC3E}">
        <p14:creationId xmlns:p14="http://schemas.microsoft.com/office/powerpoint/2010/main" val="9394061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3CB3E-1E46-8F2B-15CE-D189D441CF9F}"/>
              </a:ext>
            </a:extLst>
          </p:cNvPr>
          <p:cNvSpPr>
            <a:spLocks noGrp="1"/>
          </p:cNvSpPr>
          <p:nvPr>
            <p:ph type="title"/>
          </p:nvPr>
        </p:nvSpPr>
        <p:spPr>
          <a:xfrm>
            <a:off x="1619672" y="1484784"/>
            <a:ext cx="7067128" cy="1143000"/>
          </a:xfrm>
        </p:spPr>
        <p:txBody>
          <a:bodyPr anchor="ctr">
            <a:normAutofit/>
          </a:bodyPr>
          <a:lstStyle/>
          <a:p>
            <a:r>
              <a:rPr lang="en-US"/>
              <a:t>Assignability</a:t>
            </a:r>
            <a:endParaRPr lang="en-US" dirty="0"/>
          </a:p>
        </p:txBody>
      </p:sp>
      <p:sp>
        <p:nvSpPr>
          <p:cNvPr id="3" name="Content Placeholder 2">
            <a:extLst>
              <a:ext uri="{FF2B5EF4-FFF2-40B4-BE49-F238E27FC236}">
                <a16:creationId xmlns:a16="http://schemas.microsoft.com/office/drawing/2014/main" id="{B3A41967-6CBA-A0B1-E2CC-6254DB5FEC2E}"/>
              </a:ext>
            </a:extLst>
          </p:cNvPr>
          <p:cNvSpPr>
            <a:spLocks noGrp="1"/>
          </p:cNvSpPr>
          <p:nvPr>
            <p:ph sz="half" idx="1"/>
          </p:nvPr>
        </p:nvSpPr>
        <p:spPr>
          <a:xfrm>
            <a:off x="1619672" y="2636912"/>
            <a:ext cx="3456384" cy="3489251"/>
          </a:xfrm>
        </p:spPr>
        <p:txBody>
          <a:bodyPr vert="horz" lIns="91440" tIns="45720" rIns="91440" bIns="45720" rtlCol="0">
            <a:normAutofit/>
          </a:bodyPr>
          <a:lstStyle/>
          <a:p>
            <a:pPr>
              <a:lnSpc>
                <a:spcPct val="90000"/>
              </a:lnSpc>
            </a:pPr>
            <a:r>
              <a:rPr lang="en-US" sz="1700"/>
              <a:t>Assignment statements are an explicit form of assignment, but there are many places in a program where an assignment occurs implicitly</a:t>
            </a:r>
          </a:p>
          <a:p>
            <a:pPr>
              <a:lnSpc>
                <a:spcPct val="90000"/>
              </a:lnSpc>
            </a:pPr>
            <a:r>
              <a:rPr lang="en-US" sz="1700"/>
              <a:t>a function call implicitly assigns the argument values to the corresponding parameter variables</a:t>
            </a:r>
          </a:p>
          <a:p>
            <a:pPr>
              <a:lnSpc>
                <a:spcPct val="90000"/>
              </a:lnSpc>
            </a:pPr>
            <a:r>
              <a:rPr lang="en-US" sz="1700"/>
              <a:t>a return statement implicitly assigns the return operands to the corresponding result variables</a:t>
            </a:r>
          </a:p>
        </p:txBody>
      </p:sp>
      <p:pic>
        <p:nvPicPr>
          <p:cNvPr id="5" name="Picture 5" descr="Text&#10;&#10;Description automatically generated">
            <a:extLst>
              <a:ext uri="{FF2B5EF4-FFF2-40B4-BE49-F238E27FC236}">
                <a16:creationId xmlns:a16="http://schemas.microsoft.com/office/drawing/2014/main" id="{522E6B07-B1B1-AAB5-8AB9-6BD40D5610BB}"/>
              </a:ext>
            </a:extLst>
          </p:cNvPr>
          <p:cNvPicPr>
            <a:picLocks noChangeAspect="1"/>
          </p:cNvPicPr>
          <p:nvPr/>
        </p:nvPicPr>
        <p:blipFill>
          <a:blip r:embed="rId2"/>
          <a:stretch>
            <a:fillRect/>
          </a:stretch>
        </p:blipFill>
        <p:spPr>
          <a:xfrm>
            <a:off x="5148064" y="3863997"/>
            <a:ext cx="3538736" cy="1035080"/>
          </a:xfrm>
          <a:prstGeom prst="rect">
            <a:avLst/>
          </a:prstGeom>
          <a:noFill/>
        </p:spPr>
      </p:pic>
    </p:spTree>
    <p:extLst>
      <p:ext uri="{BB962C8B-B14F-4D97-AF65-F5344CB8AC3E}">
        <p14:creationId xmlns:p14="http://schemas.microsoft.com/office/powerpoint/2010/main" val="3236511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7C83B-60B0-269E-E40F-2C09D395CA72}"/>
              </a:ext>
            </a:extLst>
          </p:cNvPr>
          <p:cNvSpPr>
            <a:spLocks noGrp="1"/>
          </p:cNvSpPr>
          <p:nvPr>
            <p:ph type="title"/>
          </p:nvPr>
        </p:nvSpPr>
        <p:spPr>
          <a:xfrm>
            <a:off x="1619672" y="1484784"/>
            <a:ext cx="7067128" cy="1143000"/>
          </a:xfrm>
        </p:spPr>
        <p:txBody>
          <a:bodyPr anchor="ctr">
            <a:normAutofit/>
          </a:bodyPr>
          <a:lstStyle/>
          <a:p>
            <a:r>
              <a:rPr lang="en-US"/>
              <a:t>Type Declarations</a:t>
            </a:r>
            <a:endParaRPr lang="en-US" dirty="0"/>
          </a:p>
        </p:txBody>
      </p:sp>
      <p:sp>
        <p:nvSpPr>
          <p:cNvPr id="3" name="Content Placeholder 2">
            <a:extLst>
              <a:ext uri="{FF2B5EF4-FFF2-40B4-BE49-F238E27FC236}">
                <a16:creationId xmlns:a16="http://schemas.microsoft.com/office/drawing/2014/main" id="{1EDC9787-F6D1-9FF2-891C-EBAF6C67611C}"/>
              </a:ext>
            </a:extLst>
          </p:cNvPr>
          <p:cNvSpPr>
            <a:spLocks noGrp="1"/>
          </p:cNvSpPr>
          <p:nvPr>
            <p:ph sz="half" idx="1"/>
          </p:nvPr>
        </p:nvSpPr>
        <p:spPr>
          <a:xfrm>
            <a:off x="1619672" y="2636912"/>
            <a:ext cx="3456384" cy="3489251"/>
          </a:xfrm>
        </p:spPr>
        <p:txBody>
          <a:bodyPr vert="horz" lIns="91440" tIns="45720" rIns="91440" bIns="45720" rtlCol="0">
            <a:normAutofit/>
          </a:bodyPr>
          <a:lstStyle/>
          <a:p>
            <a:pPr marL="0" indent="0">
              <a:lnSpc>
                <a:spcPct val="90000"/>
              </a:lnSpc>
              <a:buNone/>
            </a:pPr>
            <a:r>
              <a:rPr lang="en-US" sz="1900"/>
              <a:t>The type of a variable or expression defines the characteristics of the values it may take on, such as their size (number of bits or number of elements, perhaps), how they are represented internally, the intrinsic operations that can be performed on them, and the methods associated with them.</a:t>
            </a:r>
          </a:p>
        </p:txBody>
      </p:sp>
      <p:pic>
        <p:nvPicPr>
          <p:cNvPr id="5" name="Picture 5" descr="Text, letter&#10;&#10;Description automatically generated">
            <a:extLst>
              <a:ext uri="{FF2B5EF4-FFF2-40B4-BE49-F238E27FC236}">
                <a16:creationId xmlns:a16="http://schemas.microsoft.com/office/drawing/2014/main" id="{DAD03B7F-85C8-4FD7-AAD6-9E2145E5F45B}"/>
              </a:ext>
            </a:extLst>
          </p:cNvPr>
          <p:cNvPicPr>
            <a:picLocks noGrp="1" noChangeAspect="1"/>
          </p:cNvPicPr>
          <p:nvPr>
            <p:ph sz="half" idx="2"/>
          </p:nvPr>
        </p:nvPicPr>
        <p:blipFill>
          <a:blip r:embed="rId2"/>
          <a:stretch>
            <a:fillRect/>
          </a:stretch>
        </p:blipFill>
        <p:spPr>
          <a:xfrm>
            <a:off x="5148064" y="3676476"/>
            <a:ext cx="3538736" cy="1410123"/>
          </a:xfrm>
          <a:noFill/>
        </p:spPr>
      </p:pic>
    </p:spTree>
    <p:extLst>
      <p:ext uri="{BB962C8B-B14F-4D97-AF65-F5344CB8AC3E}">
        <p14:creationId xmlns:p14="http://schemas.microsoft.com/office/powerpoint/2010/main" val="3785266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A6281-58B7-EFE8-BB48-5CE4638024BB}"/>
              </a:ext>
            </a:extLst>
          </p:cNvPr>
          <p:cNvSpPr>
            <a:spLocks noGrp="1"/>
          </p:cNvSpPr>
          <p:nvPr>
            <p:ph type="title"/>
          </p:nvPr>
        </p:nvSpPr>
        <p:spPr/>
        <p:txBody>
          <a:bodyPr/>
          <a:lstStyle/>
          <a:p>
            <a:r>
              <a:rPr lang="en-US" dirty="0">
                <a:ea typeface="Open Sans"/>
                <a:cs typeface="Open Sans"/>
              </a:rPr>
              <a:t>Packages and Files</a:t>
            </a:r>
            <a:endParaRPr lang="en-US" dirty="0"/>
          </a:p>
        </p:txBody>
      </p:sp>
      <p:sp>
        <p:nvSpPr>
          <p:cNvPr id="3" name="Content Placeholder 2">
            <a:extLst>
              <a:ext uri="{FF2B5EF4-FFF2-40B4-BE49-F238E27FC236}">
                <a16:creationId xmlns:a16="http://schemas.microsoft.com/office/drawing/2014/main" id="{E78683C5-7D76-2BFE-11D6-D81D178D095C}"/>
              </a:ext>
            </a:extLst>
          </p:cNvPr>
          <p:cNvSpPr>
            <a:spLocks noGrp="1"/>
          </p:cNvSpPr>
          <p:nvPr>
            <p:ph sz="half" idx="1"/>
          </p:nvPr>
        </p:nvSpPr>
        <p:spPr/>
        <p:txBody>
          <a:bodyPr vert="horz" lIns="91440" tIns="45720" rIns="91440" bIns="45720" rtlCol="0" anchor="t">
            <a:normAutofit/>
          </a:bodyPr>
          <a:lstStyle/>
          <a:p>
            <a:r>
              <a:rPr lang="en-US" dirty="0">
                <a:ea typeface="Open Sans"/>
                <a:cs typeface="Open Sans"/>
              </a:rPr>
              <a:t>Packages in Go serve the same purposes as libraries or modules in other languages, supporting modularity, encapsulation, separate compilation, and reuse</a:t>
            </a:r>
            <a:endParaRPr lang="en-US" dirty="0"/>
          </a:p>
        </p:txBody>
      </p:sp>
      <p:pic>
        <p:nvPicPr>
          <p:cNvPr id="5" name="Picture 5" descr="Graphical user interface, text, application&#10;&#10;Description automatically generated">
            <a:extLst>
              <a:ext uri="{FF2B5EF4-FFF2-40B4-BE49-F238E27FC236}">
                <a16:creationId xmlns:a16="http://schemas.microsoft.com/office/drawing/2014/main" id="{DD320FB1-B8F6-38B4-3A70-C336FC534CB7}"/>
              </a:ext>
            </a:extLst>
          </p:cNvPr>
          <p:cNvPicPr>
            <a:picLocks noGrp="1" noChangeAspect="1"/>
          </p:cNvPicPr>
          <p:nvPr>
            <p:ph sz="half" idx="2"/>
          </p:nvPr>
        </p:nvPicPr>
        <p:blipFill>
          <a:blip r:embed="rId2"/>
          <a:stretch>
            <a:fillRect/>
          </a:stretch>
        </p:blipFill>
        <p:spPr>
          <a:xfrm>
            <a:off x="5148064" y="2537932"/>
            <a:ext cx="3538736" cy="1013023"/>
          </a:xfrm>
        </p:spPr>
      </p:pic>
      <p:pic>
        <p:nvPicPr>
          <p:cNvPr id="6" name="Picture 6" descr="Text&#10;&#10;Description automatically generated">
            <a:extLst>
              <a:ext uri="{FF2B5EF4-FFF2-40B4-BE49-F238E27FC236}">
                <a16:creationId xmlns:a16="http://schemas.microsoft.com/office/drawing/2014/main" id="{10E2E684-AE7C-762C-DF77-47208CAD2DE7}"/>
              </a:ext>
            </a:extLst>
          </p:cNvPr>
          <p:cNvPicPr>
            <a:picLocks noChangeAspect="1"/>
          </p:cNvPicPr>
          <p:nvPr/>
        </p:nvPicPr>
        <p:blipFill>
          <a:blip r:embed="rId3"/>
          <a:stretch>
            <a:fillRect/>
          </a:stretch>
        </p:blipFill>
        <p:spPr>
          <a:xfrm>
            <a:off x="5069457" y="3600925"/>
            <a:ext cx="3620218" cy="1827130"/>
          </a:xfrm>
          <a:prstGeom prst="rect">
            <a:avLst/>
          </a:prstGeom>
        </p:spPr>
      </p:pic>
    </p:spTree>
    <p:extLst>
      <p:ext uri="{BB962C8B-B14F-4D97-AF65-F5344CB8AC3E}">
        <p14:creationId xmlns:p14="http://schemas.microsoft.com/office/powerpoint/2010/main" val="2156523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8D8085-CEF9-4899-944F-A4EBC89804E1}"/>
              </a:ext>
            </a:extLst>
          </p:cNvPr>
          <p:cNvSpPr>
            <a:spLocks noGrp="1"/>
          </p:cNvSpPr>
          <p:nvPr>
            <p:ph type="title"/>
          </p:nvPr>
        </p:nvSpPr>
        <p:spPr/>
        <p:txBody>
          <a:bodyPr/>
          <a:lstStyle/>
          <a:p>
            <a:r>
              <a:rPr lang="en-GB"/>
              <a:t>References</a:t>
            </a:r>
            <a:endParaRPr lang="id-ID"/>
          </a:p>
        </p:txBody>
      </p:sp>
      <p:sp>
        <p:nvSpPr>
          <p:cNvPr id="5" name="Content Placeholder 4">
            <a:extLst>
              <a:ext uri="{FF2B5EF4-FFF2-40B4-BE49-F238E27FC236}">
                <a16:creationId xmlns:a16="http://schemas.microsoft.com/office/drawing/2014/main" id="{BFC9FBC7-A7B5-44F5-875A-9C78EE947DD2}"/>
              </a:ext>
            </a:extLst>
          </p:cNvPr>
          <p:cNvSpPr>
            <a:spLocks noGrp="1"/>
          </p:cNvSpPr>
          <p:nvPr>
            <p:ph idx="1"/>
          </p:nvPr>
        </p:nvSpPr>
        <p:spPr/>
        <p:txBody>
          <a:bodyPr vert="horz" lIns="91440" tIns="45720" rIns="91440" bIns="45720" rtlCol="0" anchor="t">
            <a:normAutofit/>
          </a:bodyPr>
          <a:lstStyle/>
          <a:p>
            <a:pPr>
              <a:lnSpc>
                <a:spcPct val="107000"/>
              </a:lnSpc>
              <a:spcAft>
                <a:spcPts val="800"/>
              </a:spcAft>
            </a:pPr>
            <a:r>
              <a:rPr lang="en-AU" sz="1800" dirty="0">
                <a:effectLst/>
                <a:ea typeface="Open Sans"/>
                <a:cs typeface="Open Sans"/>
                <a:hlinkClick r:id="rId2">
                  <a:extLst>
                    <a:ext uri="{A12FA001-AC4F-418D-AE19-62706E023703}">
                      <ahyp:hlinkClr xmlns:ahyp="http://schemas.microsoft.com/office/drawing/2018/hyperlinkcolor" val="tx"/>
                    </a:ext>
                  </a:extLst>
                </a:hlinkClick>
              </a:rPr>
              <a:t>https://</a:t>
            </a:r>
            <a:r>
              <a:rPr lang="en-AU" sz="1800" dirty="0">
                <a:ea typeface="Open Sans"/>
                <a:cs typeface="Open Sans"/>
                <a:hlinkClick r:id="rId2">
                  <a:extLst>
                    <a:ext uri="{A12FA001-AC4F-418D-AE19-62706E023703}">
                      <ahyp:hlinkClr xmlns:ahyp="http://schemas.microsoft.com/office/drawing/2018/hyperlinkcolor" val="tx"/>
                    </a:ext>
                  </a:extLst>
                </a:hlinkClick>
              </a:rPr>
              <a:t>go</a:t>
            </a:r>
            <a:r>
              <a:rPr lang="en-AU" sz="1800" dirty="0">
                <a:effectLst/>
                <a:ea typeface="Open Sans"/>
                <a:cs typeface="Open Sans"/>
                <a:hlinkClick r:id="rId2">
                  <a:extLst>
                    <a:ext uri="{A12FA001-AC4F-418D-AE19-62706E023703}">
                      <ahyp:hlinkClr xmlns:ahyp="http://schemas.microsoft.com/office/drawing/2018/hyperlinkcolor" val="tx"/>
                    </a:ext>
                  </a:extLst>
                </a:hlinkClick>
              </a:rPr>
              <a:t>.</a:t>
            </a:r>
            <a:r>
              <a:rPr lang="en-AU" sz="1800" dirty="0">
                <a:ea typeface="Open Sans"/>
                <a:cs typeface="Open Sans"/>
                <a:hlinkClick r:id="rId2">
                  <a:extLst>
                    <a:ext uri="{A12FA001-AC4F-418D-AE19-62706E023703}">
                      <ahyp:hlinkClr xmlns:ahyp="http://schemas.microsoft.com/office/drawing/2018/hyperlinkcolor" val="tx"/>
                    </a:ext>
                  </a:extLst>
                </a:hlinkClick>
              </a:rPr>
              <a:t>dev</a:t>
            </a:r>
            <a:r>
              <a:rPr lang="en-AU" sz="1800" dirty="0">
                <a:effectLst/>
                <a:ea typeface="Open Sans"/>
                <a:cs typeface="Open Sans"/>
                <a:hlinkClick r:id="rId2">
                  <a:extLst>
                    <a:ext uri="{A12FA001-AC4F-418D-AE19-62706E023703}">
                      <ahyp:hlinkClr xmlns:ahyp="http://schemas.microsoft.com/office/drawing/2018/hyperlinkcolor" val="tx"/>
                    </a:ext>
                  </a:extLst>
                </a:hlinkClick>
              </a:rPr>
              <a:t>/</a:t>
            </a:r>
            <a:r>
              <a:rPr lang="en-AU" sz="1800" dirty="0">
                <a:ea typeface="Open Sans"/>
                <a:cs typeface="Open Sans"/>
                <a:hlinkClick r:id="rId2">
                  <a:extLst>
                    <a:ext uri="{A12FA001-AC4F-418D-AE19-62706E023703}">
                      <ahyp:hlinkClr xmlns:ahyp="http://schemas.microsoft.com/office/drawing/2018/hyperlinkcolor" val="tx"/>
                    </a:ext>
                  </a:extLst>
                </a:hlinkClick>
              </a:rPr>
              <a:t>doc</a:t>
            </a:r>
            <a:r>
              <a:rPr lang="en-AU" sz="1800" dirty="0">
                <a:effectLst/>
                <a:ea typeface="Open Sans"/>
                <a:cs typeface="Open Sans"/>
                <a:hlinkClick r:id="rId2">
                  <a:extLst>
                    <a:ext uri="{A12FA001-AC4F-418D-AE19-62706E023703}">
                      <ahyp:hlinkClr xmlns:ahyp="http://schemas.microsoft.com/office/drawing/2018/hyperlinkcolor" val="tx"/>
                    </a:ext>
                  </a:extLst>
                </a:hlinkClick>
              </a:rPr>
              <a:t>/</a:t>
            </a:r>
            <a:r>
              <a:rPr lang="en-AU" sz="1800" dirty="0">
                <a:ea typeface="Open Sans"/>
                <a:cs typeface="Open Sans"/>
                <a:hlinkClick r:id="rId2">
                  <a:extLst>
                    <a:ext uri="{A12FA001-AC4F-418D-AE19-62706E023703}">
                      <ahyp:hlinkClr xmlns:ahyp="http://schemas.microsoft.com/office/drawing/2018/hyperlinkcolor" val="tx"/>
                    </a:ext>
                  </a:extLst>
                </a:hlinkClick>
              </a:rPr>
              <a:t>install</a:t>
            </a:r>
            <a:endParaRPr lang="en-AU" sz="1800" dirty="0">
              <a:ea typeface="Open Sans"/>
              <a:cs typeface="Open Sans"/>
            </a:endParaRPr>
          </a:p>
          <a:p>
            <a:pPr>
              <a:lnSpc>
                <a:spcPct val="107000"/>
              </a:lnSpc>
              <a:spcAft>
                <a:spcPts val="800"/>
              </a:spcAft>
            </a:pPr>
            <a:r>
              <a:rPr lang="en-AU" sz="1800" dirty="0">
                <a:latin typeface="Arial"/>
                <a:ea typeface="Open Sans"/>
                <a:cs typeface="Times New Roman" panose="02020603050405020304" pitchFamily="18" charset="0"/>
              </a:rPr>
              <a:t>https://www.golangprograms.com/go-language/variables.html</a:t>
            </a:r>
          </a:p>
          <a:p>
            <a:pPr>
              <a:lnSpc>
                <a:spcPct val="107000"/>
              </a:lnSpc>
              <a:spcAft>
                <a:spcPts val="800"/>
              </a:spcAft>
            </a:pPr>
            <a:endParaRPr lang="en-AU" sz="1800" dirty="0">
              <a:ea typeface="Open Sans"/>
              <a:cs typeface="Open Sans"/>
            </a:endParaRPr>
          </a:p>
        </p:txBody>
      </p:sp>
      <p:sp>
        <p:nvSpPr>
          <p:cNvPr id="6" name="Subtitle 5">
            <a:extLst>
              <a:ext uri="{FF2B5EF4-FFF2-40B4-BE49-F238E27FC236}">
                <a16:creationId xmlns:a16="http://schemas.microsoft.com/office/drawing/2014/main" id="{64CE016D-E953-4FF6-AB64-3D5523725FF4}"/>
              </a:ext>
            </a:extLst>
          </p:cNvPr>
          <p:cNvSpPr>
            <a:spLocks noGrp="1"/>
          </p:cNvSpPr>
          <p:nvPr>
            <p:ph type="subTitle" idx="13"/>
          </p:nvPr>
        </p:nvSpPr>
        <p:spPr/>
        <p:txBody>
          <a:bodyPr/>
          <a:lstStyle/>
          <a:p>
            <a:endParaRPr lang="id-ID"/>
          </a:p>
        </p:txBody>
      </p:sp>
    </p:spTree>
    <p:extLst>
      <p:ext uri="{BB962C8B-B14F-4D97-AF65-F5344CB8AC3E}">
        <p14:creationId xmlns:p14="http://schemas.microsoft.com/office/powerpoint/2010/main" val="1365886943"/>
      </p:ext>
    </p:extLst>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 PPT 2015</Template>
  <TotalTime>0</TotalTime>
  <Words>1147</Words>
  <Application>Microsoft Office PowerPoint</Application>
  <PresentationFormat>On-screen Show (4:3)</PresentationFormat>
  <Paragraphs>79</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Open Sans</vt:lpstr>
      <vt:lpstr>Symbol</vt:lpstr>
      <vt:lpstr>Template PPT 2015</vt:lpstr>
      <vt:lpstr>Popular Programming Tech</vt:lpstr>
      <vt:lpstr>Learning Objective</vt:lpstr>
      <vt:lpstr>Outline</vt:lpstr>
      <vt:lpstr>Intro</vt:lpstr>
      <vt:lpstr>Names</vt:lpstr>
      <vt:lpstr>Names (cont..)</vt:lpstr>
      <vt:lpstr>Declarations</vt:lpstr>
      <vt:lpstr>PowerPoint Presentation</vt:lpstr>
      <vt:lpstr>PowerPoint Presentation</vt:lpstr>
      <vt:lpstr>PowerPoint Presentation</vt:lpstr>
      <vt:lpstr>Variables</vt:lpstr>
      <vt:lpstr>Variables</vt:lpstr>
      <vt:lpstr>Short Variable Declarations</vt:lpstr>
      <vt:lpstr>PowerPoint Presentation</vt:lpstr>
      <vt:lpstr>Pointers</vt:lpstr>
      <vt:lpstr>PowerPoint Presentation</vt:lpstr>
      <vt:lpstr>PowerPoint Presentation</vt:lpstr>
      <vt:lpstr>The New Function</vt:lpstr>
      <vt:lpstr>Lifetimes of Variables</vt:lpstr>
      <vt:lpstr>Assignments</vt:lpstr>
      <vt:lpstr>Tuple Assignment</vt:lpstr>
      <vt:lpstr>Assignability</vt:lpstr>
      <vt:lpstr>Type Declarations</vt:lpstr>
      <vt:lpstr>Packages and Files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Session  #</dc:title>
  <dc:creator>Yulia</dc:creator>
  <cp:lastModifiedBy>Gusti Pangestu</cp:lastModifiedBy>
  <cp:revision>181</cp:revision>
  <dcterms:created xsi:type="dcterms:W3CDTF">2015-05-04T03:33:03Z</dcterms:created>
  <dcterms:modified xsi:type="dcterms:W3CDTF">2023-01-02T04:13:51Z</dcterms:modified>
</cp:coreProperties>
</file>