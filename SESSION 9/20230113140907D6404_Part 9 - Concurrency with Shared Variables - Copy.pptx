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88" r:id="rId3"/>
    <p:sldId id="290" r:id="rId4"/>
    <p:sldId id="291" r:id="rId5"/>
    <p:sldId id="292" r:id="rId6"/>
    <p:sldId id="293" r:id="rId7"/>
    <p:sldId id="294" r:id="rId8"/>
    <p:sldId id="295" r:id="rId9"/>
    <p:sldId id="296" r:id="rId10"/>
    <p:sldId id="298" r:id="rId11"/>
    <p:sldId id="297" r:id="rId12"/>
    <p:sldId id="299" r:id="rId13"/>
    <p:sldId id="300" r:id="rId14"/>
    <p:sldId id="301" r:id="rId15"/>
    <p:sldId id="302" r:id="rId16"/>
    <p:sldId id="303" r:id="rId17"/>
    <p:sldId id="304" r:id="rId18"/>
    <p:sldId id="305" r:id="rId19"/>
    <p:sldId id="306" r:id="rId20"/>
    <p:sldId id="289" r:id="rId21"/>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8"/>
            <p14:sldId id="297"/>
            <p14:sldId id="299"/>
            <p14:sldId id="300"/>
            <p14:sldId id="301"/>
            <p14:sldId id="302"/>
            <p14:sldId id="303"/>
            <p14:sldId id="304"/>
            <p14:sldId id="305"/>
            <p14:sldId id="306"/>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7A787F-9297-4F43-A1D1-0E4E829D267B}" v="2" dt="2023-01-02T09:30:05.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CE3EDE46-5A29-B0DA-503C-90F3093E0DF2}"/>
    <pc:docChg chg="addSld delSld modSld modSection">
      <pc:chgData name="Gusti Pangestu" userId="S::gusti.pangestu@binus.ac.id::7768735c-5c0d-4d9b-b550-ead0b3c82a30" providerId="AD" clId="Web-{CE3EDE46-5A29-B0DA-503C-90F3093E0DF2}" dt="2022-11-17T04:12:11.346" v="305" actId="1076"/>
      <pc:docMkLst>
        <pc:docMk/>
      </pc:docMkLst>
      <pc:sldChg chg="addSp modSp">
        <pc:chgData name="Gusti Pangestu" userId="S::gusti.pangestu@binus.ac.id::7768735c-5c0d-4d9b-b550-ead0b3c82a30" providerId="AD" clId="Web-{CE3EDE46-5A29-B0DA-503C-90F3093E0DF2}" dt="2022-11-17T02:30:06.464" v="9" actId="1076"/>
        <pc:sldMkLst>
          <pc:docMk/>
          <pc:sldMk cId="1339754843" sldId="292"/>
        </pc:sldMkLst>
        <pc:spChg chg="mod">
          <ac:chgData name="Gusti Pangestu" userId="S::gusti.pangestu@binus.ac.id::7768735c-5c0d-4d9b-b550-ead0b3c82a30" providerId="AD" clId="Web-{CE3EDE46-5A29-B0DA-503C-90F3093E0DF2}" dt="2022-11-17T02:29:39.775" v="2" actId="20577"/>
          <ac:spMkLst>
            <pc:docMk/>
            <pc:sldMk cId="1339754843" sldId="292"/>
            <ac:spMk id="2" creationId="{2CD4D38E-151C-E926-4A5E-2418D5764E48}"/>
          </ac:spMkLst>
        </pc:spChg>
        <pc:spChg chg="mod">
          <ac:chgData name="Gusti Pangestu" userId="S::gusti.pangestu@binus.ac.id::7768735c-5c0d-4d9b-b550-ead0b3c82a30" providerId="AD" clId="Web-{CE3EDE46-5A29-B0DA-503C-90F3093E0DF2}" dt="2022-11-17T02:30:02.245" v="7" actId="20577"/>
          <ac:spMkLst>
            <pc:docMk/>
            <pc:sldMk cId="1339754843" sldId="292"/>
            <ac:spMk id="3" creationId="{C335E920-A773-D16F-8C4B-B58D0B92E14B}"/>
          </ac:spMkLst>
        </pc:spChg>
        <pc:picChg chg="add mod">
          <ac:chgData name="Gusti Pangestu" userId="S::gusti.pangestu@binus.ac.id::7768735c-5c0d-4d9b-b550-ead0b3c82a30" providerId="AD" clId="Web-{CE3EDE46-5A29-B0DA-503C-90F3093E0DF2}" dt="2022-11-17T02:30:06.464" v="9" actId="1076"/>
          <ac:picMkLst>
            <pc:docMk/>
            <pc:sldMk cId="1339754843" sldId="292"/>
            <ac:picMk id="4" creationId="{1BA222C6-0E1E-1340-EC89-57C5A3678DA5}"/>
          </ac:picMkLst>
        </pc:picChg>
      </pc:sldChg>
      <pc:sldChg chg="modSp new">
        <pc:chgData name="Gusti Pangestu" userId="S::gusti.pangestu@binus.ac.id::7768735c-5c0d-4d9b-b550-ead0b3c82a30" providerId="AD" clId="Web-{CE3EDE46-5A29-B0DA-503C-90F3093E0DF2}" dt="2022-11-17T02:39:44.199" v="37" actId="20577"/>
        <pc:sldMkLst>
          <pc:docMk/>
          <pc:sldMk cId="1054886527" sldId="293"/>
        </pc:sldMkLst>
        <pc:spChg chg="mod">
          <ac:chgData name="Gusti Pangestu" userId="S::gusti.pangestu@binus.ac.id::7768735c-5c0d-4d9b-b550-ead0b3c82a30" providerId="AD" clId="Web-{CE3EDE46-5A29-B0DA-503C-90F3093E0DF2}" dt="2022-11-17T02:37:00.737" v="11" actId="20577"/>
          <ac:spMkLst>
            <pc:docMk/>
            <pc:sldMk cId="1054886527" sldId="293"/>
            <ac:spMk id="2" creationId="{A25E6832-DE91-DAFB-DDE1-D779DC886C1C}"/>
          </ac:spMkLst>
        </pc:spChg>
        <pc:spChg chg="mod">
          <ac:chgData name="Gusti Pangestu" userId="S::gusti.pangestu@binus.ac.id::7768735c-5c0d-4d9b-b550-ead0b3c82a30" providerId="AD" clId="Web-{CE3EDE46-5A29-B0DA-503C-90F3093E0DF2}" dt="2022-11-17T02:39:44.199" v="37" actId="20577"/>
          <ac:spMkLst>
            <pc:docMk/>
            <pc:sldMk cId="1054886527" sldId="293"/>
            <ac:spMk id="3" creationId="{FD220624-B9A7-EBEF-D81E-15866C8200F6}"/>
          </ac:spMkLst>
        </pc:spChg>
      </pc:sldChg>
      <pc:sldChg chg="addSp modSp new mod modClrScheme chgLayout">
        <pc:chgData name="Gusti Pangestu" userId="S::gusti.pangestu@binus.ac.id::7768735c-5c0d-4d9b-b550-ead0b3c82a30" providerId="AD" clId="Web-{CE3EDE46-5A29-B0DA-503C-90F3093E0DF2}" dt="2022-11-17T02:40:25.358" v="51"/>
        <pc:sldMkLst>
          <pc:docMk/>
          <pc:sldMk cId="684104041" sldId="294"/>
        </pc:sldMkLst>
        <pc:spChg chg="mod">
          <ac:chgData name="Gusti Pangestu" userId="S::gusti.pangestu@binus.ac.id::7768735c-5c0d-4d9b-b550-ead0b3c82a30" providerId="AD" clId="Web-{CE3EDE46-5A29-B0DA-503C-90F3093E0DF2}" dt="2022-11-17T02:40:25.358" v="51"/>
          <ac:spMkLst>
            <pc:docMk/>
            <pc:sldMk cId="684104041" sldId="294"/>
            <ac:spMk id="2" creationId="{76446C04-98C7-48D6-ACC9-484320EC91C9}"/>
          </ac:spMkLst>
        </pc:spChg>
        <pc:spChg chg="mod ord">
          <ac:chgData name="Gusti Pangestu" userId="S::gusti.pangestu@binus.ac.id::7768735c-5c0d-4d9b-b550-ead0b3c82a30" providerId="AD" clId="Web-{CE3EDE46-5A29-B0DA-503C-90F3093E0DF2}" dt="2022-11-17T02:40:25.358" v="51"/>
          <ac:spMkLst>
            <pc:docMk/>
            <pc:sldMk cId="684104041" sldId="294"/>
            <ac:spMk id="3" creationId="{AA33375F-B4CA-4565-DB0C-9246CAF6A535}"/>
          </ac:spMkLst>
        </pc:spChg>
        <pc:picChg chg="add mod">
          <ac:chgData name="Gusti Pangestu" userId="S::gusti.pangestu@binus.ac.id::7768735c-5c0d-4d9b-b550-ead0b3c82a30" providerId="AD" clId="Web-{CE3EDE46-5A29-B0DA-503C-90F3093E0DF2}" dt="2022-11-17T02:40:25.358" v="51"/>
          <ac:picMkLst>
            <pc:docMk/>
            <pc:sldMk cId="684104041" sldId="294"/>
            <ac:picMk id="4" creationId="{A9A3C4D7-FECD-3F78-E8F0-E813A4AC1BD2}"/>
          </ac:picMkLst>
        </pc:picChg>
      </pc:sldChg>
      <pc:sldChg chg="addSp delSp modSp new mod modClrScheme chgLayout">
        <pc:chgData name="Gusti Pangestu" userId="S::gusti.pangestu@binus.ac.id::7768735c-5c0d-4d9b-b550-ead0b3c82a30" providerId="AD" clId="Web-{CE3EDE46-5A29-B0DA-503C-90F3093E0DF2}" dt="2022-11-17T02:44:05.964" v="69" actId="14100"/>
        <pc:sldMkLst>
          <pc:docMk/>
          <pc:sldMk cId="3833624046" sldId="295"/>
        </pc:sldMkLst>
        <pc:spChg chg="del mod ord">
          <ac:chgData name="Gusti Pangestu" userId="S::gusti.pangestu@binus.ac.id::7768735c-5c0d-4d9b-b550-ead0b3c82a30" providerId="AD" clId="Web-{CE3EDE46-5A29-B0DA-503C-90F3093E0DF2}" dt="2022-11-17T02:41:59.629" v="54"/>
          <ac:spMkLst>
            <pc:docMk/>
            <pc:sldMk cId="3833624046" sldId="295"/>
            <ac:spMk id="2" creationId="{32CE7728-BA47-DFDE-8044-340872129C40}"/>
          </ac:spMkLst>
        </pc:spChg>
        <pc:spChg chg="add del mod ord">
          <ac:chgData name="Gusti Pangestu" userId="S::gusti.pangestu@binus.ac.id::7768735c-5c0d-4d9b-b550-ead0b3c82a30" providerId="AD" clId="Web-{CE3EDE46-5A29-B0DA-503C-90F3093E0DF2}" dt="2022-11-17T02:42:10.551" v="57"/>
          <ac:spMkLst>
            <pc:docMk/>
            <pc:sldMk cId="3833624046" sldId="295"/>
            <ac:spMk id="3" creationId="{EDEFBE65-CBB3-48E4-18C8-528F93474F0B}"/>
          </ac:spMkLst>
        </pc:spChg>
        <pc:spChg chg="del">
          <ac:chgData name="Gusti Pangestu" userId="S::gusti.pangestu@binus.ac.id::7768735c-5c0d-4d9b-b550-ead0b3c82a30" providerId="AD" clId="Web-{CE3EDE46-5A29-B0DA-503C-90F3093E0DF2}" dt="2022-11-17T02:41:38.737" v="53"/>
          <ac:spMkLst>
            <pc:docMk/>
            <pc:sldMk cId="3833624046" sldId="295"/>
            <ac:spMk id="4" creationId="{7187D58D-4EF1-2160-99A8-AB9844A0EEE7}"/>
          </ac:spMkLst>
        </pc:spChg>
        <pc:spChg chg="add mod">
          <ac:chgData name="Gusti Pangestu" userId="S::gusti.pangestu@binus.ac.id::7768735c-5c0d-4d9b-b550-ead0b3c82a30" providerId="AD" clId="Web-{CE3EDE46-5A29-B0DA-503C-90F3093E0DF2}" dt="2022-11-17T02:44:00.620" v="66" actId="20577"/>
          <ac:spMkLst>
            <pc:docMk/>
            <pc:sldMk cId="3833624046" sldId="295"/>
            <ac:spMk id="7" creationId="{E569D11F-FDB9-70B7-FD76-B0C4C2FC4EFE}"/>
          </ac:spMkLst>
        </pc:spChg>
        <pc:picChg chg="add del mod ord">
          <ac:chgData name="Gusti Pangestu" userId="S::gusti.pangestu@binus.ac.id::7768735c-5c0d-4d9b-b550-ead0b3c82a30" providerId="AD" clId="Web-{CE3EDE46-5A29-B0DA-503C-90F3093E0DF2}" dt="2022-11-17T02:42:04.473" v="56"/>
          <ac:picMkLst>
            <pc:docMk/>
            <pc:sldMk cId="3833624046" sldId="295"/>
            <ac:picMk id="5" creationId="{663F456C-BCDF-1D52-ACC7-3BF3289B86E2}"/>
          </ac:picMkLst>
        </pc:picChg>
        <pc:picChg chg="add mod ord">
          <ac:chgData name="Gusti Pangestu" userId="S::gusti.pangestu@binus.ac.id::7768735c-5c0d-4d9b-b550-ead0b3c82a30" providerId="AD" clId="Web-{CE3EDE46-5A29-B0DA-503C-90F3093E0DF2}" dt="2022-11-17T02:42:13.989" v="58" actId="1076"/>
          <ac:picMkLst>
            <pc:docMk/>
            <pc:sldMk cId="3833624046" sldId="295"/>
            <ac:picMk id="6" creationId="{DE0AFD10-B38B-4736-E5FD-BC6338DF9C66}"/>
          </ac:picMkLst>
        </pc:picChg>
        <pc:picChg chg="add mod">
          <ac:chgData name="Gusti Pangestu" userId="S::gusti.pangestu@binus.ac.id::7768735c-5c0d-4d9b-b550-ead0b3c82a30" providerId="AD" clId="Web-{CE3EDE46-5A29-B0DA-503C-90F3093E0DF2}" dt="2022-11-17T02:44:05.964" v="69" actId="14100"/>
          <ac:picMkLst>
            <pc:docMk/>
            <pc:sldMk cId="3833624046" sldId="295"/>
            <ac:picMk id="8" creationId="{10C6FBC8-0B03-9A9F-4D6B-13D822939E96}"/>
          </ac:picMkLst>
        </pc:picChg>
      </pc:sldChg>
      <pc:sldChg chg="addSp modSp new mod modClrScheme chgLayout">
        <pc:chgData name="Gusti Pangestu" userId="S::gusti.pangestu@binus.ac.id::7768735c-5c0d-4d9b-b550-ead0b3c82a30" providerId="AD" clId="Web-{CE3EDE46-5A29-B0DA-503C-90F3093E0DF2}" dt="2022-11-17T02:46:04.361" v="84"/>
        <pc:sldMkLst>
          <pc:docMk/>
          <pc:sldMk cId="2301636605" sldId="296"/>
        </pc:sldMkLst>
        <pc:spChg chg="mod">
          <ac:chgData name="Gusti Pangestu" userId="S::gusti.pangestu@binus.ac.id::7768735c-5c0d-4d9b-b550-ead0b3c82a30" providerId="AD" clId="Web-{CE3EDE46-5A29-B0DA-503C-90F3093E0DF2}" dt="2022-11-17T02:46:04.361" v="84"/>
          <ac:spMkLst>
            <pc:docMk/>
            <pc:sldMk cId="2301636605" sldId="296"/>
            <ac:spMk id="2" creationId="{B48C2AE9-E331-7958-15CD-63DA57763CE7}"/>
          </ac:spMkLst>
        </pc:spChg>
        <pc:spChg chg="mod ord">
          <ac:chgData name="Gusti Pangestu" userId="S::gusti.pangestu@binus.ac.id::7768735c-5c0d-4d9b-b550-ead0b3c82a30" providerId="AD" clId="Web-{CE3EDE46-5A29-B0DA-503C-90F3093E0DF2}" dt="2022-11-17T02:46:04.361" v="84"/>
          <ac:spMkLst>
            <pc:docMk/>
            <pc:sldMk cId="2301636605" sldId="296"/>
            <ac:spMk id="3" creationId="{E3E777C0-8FB7-C65C-56C4-F6BA3B60593F}"/>
          </ac:spMkLst>
        </pc:spChg>
        <pc:picChg chg="add mod">
          <ac:chgData name="Gusti Pangestu" userId="S::gusti.pangestu@binus.ac.id::7768735c-5c0d-4d9b-b550-ead0b3c82a30" providerId="AD" clId="Web-{CE3EDE46-5A29-B0DA-503C-90F3093E0DF2}" dt="2022-11-17T02:46:04.361" v="84"/>
          <ac:picMkLst>
            <pc:docMk/>
            <pc:sldMk cId="2301636605" sldId="296"/>
            <ac:picMk id="4" creationId="{479F3450-FDC9-16B6-63F3-28C32AE60EA7}"/>
          </ac:picMkLst>
        </pc:picChg>
      </pc:sldChg>
      <pc:sldChg chg="addSp delSp modSp new mod modClrScheme chgLayout">
        <pc:chgData name="Gusti Pangestu" userId="S::gusti.pangestu@binus.ac.id::7768735c-5c0d-4d9b-b550-ead0b3c82a30" providerId="AD" clId="Web-{CE3EDE46-5A29-B0DA-503C-90F3093E0DF2}" dt="2022-11-17T02:58:34.138" v="119"/>
        <pc:sldMkLst>
          <pc:docMk/>
          <pc:sldMk cId="2568124687" sldId="297"/>
        </pc:sldMkLst>
        <pc:spChg chg="mod ord">
          <ac:chgData name="Gusti Pangestu" userId="S::gusti.pangestu@binus.ac.id::7768735c-5c0d-4d9b-b550-ead0b3c82a30" providerId="AD" clId="Web-{CE3EDE46-5A29-B0DA-503C-90F3093E0DF2}" dt="2022-11-17T02:58:31.106" v="118"/>
          <ac:spMkLst>
            <pc:docMk/>
            <pc:sldMk cId="2568124687" sldId="297"/>
            <ac:spMk id="2" creationId="{CB715408-0DF7-2FEE-EC89-772E8AACCD76}"/>
          </ac:spMkLst>
        </pc:spChg>
        <pc:spChg chg="del mod ord">
          <ac:chgData name="Gusti Pangestu" userId="S::gusti.pangestu@binus.ac.id::7768735c-5c0d-4d9b-b550-ead0b3c82a30" providerId="AD" clId="Web-{CE3EDE46-5A29-B0DA-503C-90F3093E0DF2}" dt="2022-11-17T02:58:34.138" v="119"/>
          <ac:spMkLst>
            <pc:docMk/>
            <pc:sldMk cId="2568124687" sldId="297"/>
            <ac:spMk id="3" creationId="{F0582F19-7330-1AAC-5479-F83EA9FC21E7}"/>
          </ac:spMkLst>
        </pc:spChg>
        <pc:spChg chg="del">
          <ac:chgData name="Gusti Pangestu" userId="S::gusti.pangestu@binus.ac.id::7768735c-5c0d-4d9b-b550-ead0b3c82a30" providerId="AD" clId="Web-{CE3EDE46-5A29-B0DA-503C-90F3093E0DF2}" dt="2022-11-17T02:58:31.106" v="118"/>
          <ac:spMkLst>
            <pc:docMk/>
            <pc:sldMk cId="2568124687" sldId="297"/>
            <ac:spMk id="4" creationId="{D7548E84-2546-3A42-5B73-E298665ADD37}"/>
          </ac:spMkLst>
        </pc:spChg>
        <pc:picChg chg="add mod ord">
          <ac:chgData name="Gusti Pangestu" userId="S::gusti.pangestu@binus.ac.id::7768735c-5c0d-4d9b-b550-ead0b3c82a30" providerId="AD" clId="Web-{CE3EDE46-5A29-B0DA-503C-90F3093E0DF2}" dt="2022-11-17T02:58:34.138" v="119"/>
          <ac:picMkLst>
            <pc:docMk/>
            <pc:sldMk cId="2568124687" sldId="297"/>
            <ac:picMk id="5" creationId="{BAB171C5-00AE-6911-18FF-1C0281F79BDE}"/>
          </ac:picMkLst>
        </pc:picChg>
      </pc:sldChg>
      <pc:sldChg chg="modSp new del">
        <pc:chgData name="Gusti Pangestu" userId="S::gusti.pangestu@binus.ac.id::7768735c-5c0d-4d9b-b550-ead0b3c82a30" providerId="AD" clId="Web-{CE3EDE46-5A29-B0DA-503C-90F3093E0DF2}" dt="2022-11-17T02:55:07.845" v="97"/>
        <pc:sldMkLst>
          <pc:docMk/>
          <pc:sldMk cId="3739284830" sldId="297"/>
        </pc:sldMkLst>
        <pc:spChg chg="mod">
          <ac:chgData name="Gusti Pangestu" userId="S::gusti.pangestu@binus.ac.id::7768735c-5c0d-4d9b-b550-ead0b3c82a30" providerId="AD" clId="Web-{CE3EDE46-5A29-B0DA-503C-90F3093E0DF2}" dt="2022-11-17T02:55:07.157" v="96" actId="20577"/>
          <ac:spMkLst>
            <pc:docMk/>
            <pc:sldMk cId="3739284830" sldId="297"/>
            <ac:spMk id="2" creationId="{7F64B7DE-455C-0D22-DD1C-CB06EAEC75C4}"/>
          </ac:spMkLst>
        </pc:spChg>
      </pc:sldChg>
      <pc:sldChg chg="addSp delSp modSp new">
        <pc:chgData name="Gusti Pangestu" userId="S::gusti.pangestu@binus.ac.id::7768735c-5c0d-4d9b-b550-ead0b3c82a30" providerId="AD" clId="Web-{CE3EDE46-5A29-B0DA-503C-90F3093E0DF2}" dt="2022-11-17T03:31:36.515" v="124" actId="14100"/>
        <pc:sldMkLst>
          <pc:docMk/>
          <pc:sldMk cId="1685238828" sldId="298"/>
        </pc:sldMkLst>
        <pc:spChg chg="del">
          <ac:chgData name="Gusti Pangestu" userId="S::gusti.pangestu@binus.ac.id::7768735c-5c0d-4d9b-b550-ead0b3c82a30" providerId="AD" clId="Web-{CE3EDE46-5A29-B0DA-503C-90F3093E0DF2}" dt="2022-11-17T03:31:25.249" v="122"/>
          <ac:spMkLst>
            <pc:docMk/>
            <pc:sldMk cId="1685238828" sldId="298"/>
            <ac:spMk id="2" creationId="{86222EB7-46A5-B329-4713-55BED742F115}"/>
          </ac:spMkLst>
        </pc:spChg>
        <pc:spChg chg="del">
          <ac:chgData name="Gusti Pangestu" userId="S::gusti.pangestu@binus.ac.id::7768735c-5c0d-4d9b-b550-ead0b3c82a30" providerId="AD" clId="Web-{CE3EDE46-5A29-B0DA-503C-90F3093E0DF2}" dt="2022-11-17T03:31:23.093" v="121"/>
          <ac:spMkLst>
            <pc:docMk/>
            <pc:sldMk cId="1685238828" sldId="298"/>
            <ac:spMk id="3" creationId="{2743A34F-EFF0-F950-6647-02A0622EAECE}"/>
          </ac:spMkLst>
        </pc:spChg>
        <pc:picChg chg="add mod ord">
          <ac:chgData name="Gusti Pangestu" userId="S::gusti.pangestu@binus.ac.id::7768735c-5c0d-4d9b-b550-ead0b3c82a30" providerId="AD" clId="Web-{CE3EDE46-5A29-B0DA-503C-90F3093E0DF2}" dt="2022-11-17T03:31:36.515" v="124" actId="14100"/>
          <ac:picMkLst>
            <pc:docMk/>
            <pc:sldMk cId="1685238828" sldId="298"/>
            <ac:picMk id="4" creationId="{7930E9D0-B875-6F14-A628-223A28A139C2}"/>
          </ac:picMkLst>
        </pc:picChg>
      </pc:sldChg>
      <pc:sldChg chg="modSp new">
        <pc:chgData name="Gusti Pangestu" userId="S::gusti.pangestu@binus.ac.id::7768735c-5c0d-4d9b-b550-ead0b3c82a30" providerId="AD" clId="Web-{CE3EDE46-5A29-B0DA-503C-90F3093E0DF2}" dt="2022-11-17T03:43:03.632" v="136" actId="20577"/>
        <pc:sldMkLst>
          <pc:docMk/>
          <pc:sldMk cId="2835585452" sldId="299"/>
        </pc:sldMkLst>
        <pc:spChg chg="mod">
          <ac:chgData name="Gusti Pangestu" userId="S::gusti.pangestu@binus.ac.id::7768735c-5c0d-4d9b-b550-ead0b3c82a30" providerId="AD" clId="Web-{CE3EDE46-5A29-B0DA-503C-90F3093E0DF2}" dt="2022-11-17T03:40:30.798" v="127" actId="20577"/>
          <ac:spMkLst>
            <pc:docMk/>
            <pc:sldMk cId="2835585452" sldId="299"/>
            <ac:spMk id="2" creationId="{AD388A89-AE3B-2FF2-D754-C6EF6E90C86E}"/>
          </ac:spMkLst>
        </pc:spChg>
        <pc:spChg chg="mod">
          <ac:chgData name="Gusti Pangestu" userId="S::gusti.pangestu@binus.ac.id::7768735c-5c0d-4d9b-b550-ead0b3c82a30" providerId="AD" clId="Web-{CE3EDE46-5A29-B0DA-503C-90F3093E0DF2}" dt="2022-11-17T03:43:03.632" v="136" actId="20577"/>
          <ac:spMkLst>
            <pc:docMk/>
            <pc:sldMk cId="2835585452" sldId="299"/>
            <ac:spMk id="3" creationId="{0713FFE9-84CC-230D-AAD8-CBD136347397}"/>
          </ac:spMkLst>
        </pc:spChg>
      </pc:sldChg>
      <pc:sldChg chg="addSp delSp modSp new">
        <pc:chgData name="Gusti Pangestu" userId="S::gusti.pangestu@binus.ac.id::7768735c-5c0d-4d9b-b550-ead0b3c82a30" providerId="AD" clId="Web-{CE3EDE46-5A29-B0DA-503C-90F3093E0DF2}" dt="2022-11-17T03:43:15.929" v="141" actId="14100"/>
        <pc:sldMkLst>
          <pc:docMk/>
          <pc:sldMk cId="317275369" sldId="300"/>
        </pc:sldMkLst>
        <pc:spChg chg="del">
          <ac:chgData name="Gusti Pangestu" userId="S::gusti.pangestu@binus.ac.id::7768735c-5c0d-4d9b-b550-ead0b3c82a30" providerId="AD" clId="Web-{CE3EDE46-5A29-B0DA-503C-90F3093E0DF2}" dt="2022-11-17T03:43:09.444" v="139"/>
          <ac:spMkLst>
            <pc:docMk/>
            <pc:sldMk cId="317275369" sldId="300"/>
            <ac:spMk id="2" creationId="{C77E3A43-B892-5120-BF83-E6AC5B0E987D}"/>
          </ac:spMkLst>
        </pc:spChg>
        <pc:spChg chg="del">
          <ac:chgData name="Gusti Pangestu" userId="S::gusti.pangestu@binus.ac.id::7768735c-5c0d-4d9b-b550-ead0b3c82a30" providerId="AD" clId="Web-{CE3EDE46-5A29-B0DA-503C-90F3093E0DF2}" dt="2022-11-17T03:43:08.194" v="138"/>
          <ac:spMkLst>
            <pc:docMk/>
            <pc:sldMk cId="317275369" sldId="300"/>
            <ac:spMk id="3" creationId="{FDE3CB3A-592D-86DB-09DB-341C51D07C60}"/>
          </ac:spMkLst>
        </pc:spChg>
        <pc:picChg chg="add mod ord">
          <ac:chgData name="Gusti Pangestu" userId="S::gusti.pangestu@binus.ac.id::7768735c-5c0d-4d9b-b550-ead0b3c82a30" providerId="AD" clId="Web-{CE3EDE46-5A29-B0DA-503C-90F3093E0DF2}" dt="2022-11-17T03:43:15.929" v="141" actId="14100"/>
          <ac:picMkLst>
            <pc:docMk/>
            <pc:sldMk cId="317275369" sldId="300"/>
            <ac:picMk id="4" creationId="{875DDD9D-E608-EB60-E37D-8AD219F59A95}"/>
          </ac:picMkLst>
        </pc:picChg>
      </pc:sldChg>
      <pc:sldChg chg="addSp delSp modSp new">
        <pc:chgData name="Gusti Pangestu" userId="S::gusti.pangestu@binus.ac.id::7768735c-5c0d-4d9b-b550-ead0b3c82a30" providerId="AD" clId="Web-{CE3EDE46-5A29-B0DA-503C-90F3093E0DF2}" dt="2022-11-17T03:44:27.931" v="151" actId="1076"/>
        <pc:sldMkLst>
          <pc:docMk/>
          <pc:sldMk cId="340465697" sldId="301"/>
        </pc:sldMkLst>
        <pc:spChg chg="del">
          <ac:chgData name="Gusti Pangestu" userId="S::gusti.pangestu@binus.ac.id::7768735c-5c0d-4d9b-b550-ead0b3c82a30" providerId="AD" clId="Web-{CE3EDE46-5A29-B0DA-503C-90F3093E0DF2}" dt="2022-11-17T03:43:43.492" v="145"/>
          <ac:spMkLst>
            <pc:docMk/>
            <pc:sldMk cId="340465697" sldId="301"/>
            <ac:spMk id="2" creationId="{EC62EFC4-CD99-1AA2-7814-4DCB03127051}"/>
          </ac:spMkLst>
        </pc:spChg>
        <pc:spChg chg="mod">
          <ac:chgData name="Gusti Pangestu" userId="S::gusti.pangestu@binus.ac.id::7768735c-5c0d-4d9b-b550-ead0b3c82a30" providerId="AD" clId="Web-{CE3EDE46-5A29-B0DA-503C-90F3093E0DF2}" dt="2022-11-17T03:43:50.961" v="148" actId="20577"/>
          <ac:spMkLst>
            <pc:docMk/>
            <pc:sldMk cId="340465697" sldId="301"/>
            <ac:spMk id="3" creationId="{04CA0DB7-C969-8F34-EBC5-0A1CA6B6A299}"/>
          </ac:spMkLst>
        </pc:spChg>
        <pc:picChg chg="add mod">
          <ac:chgData name="Gusti Pangestu" userId="S::gusti.pangestu@binus.ac.id::7768735c-5c0d-4d9b-b550-ead0b3c82a30" providerId="AD" clId="Web-{CE3EDE46-5A29-B0DA-503C-90F3093E0DF2}" dt="2022-11-17T03:44:27.931" v="151" actId="1076"/>
          <ac:picMkLst>
            <pc:docMk/>
            <pc:sldMk cId="340465697" sldId="301"/>
            <ac:picMk id="4" creationId="{C5C3CC95-7D0D-0668-5A4F-A71CBBDA1C2A}"/>
          </ac:picMkLst>
        </pc:picChg>
      </pc:sldChg>
      <pc:sldChg chg="addSp modSp new mod modClrScheme chgLayout">
        <pc:chgData name="Gusti Pangestu" userId="S::gusti.pangestu@binus.ac.id::7768735c-5c0d-4d9b-b550-ead0b3c82a30" providerId="AD" clId="Web-{CE3EDE46-5A29-B0DA-503C-90F3093E0DF2}" dt="2022-11-17T03:45:39.809" v="165"/>
        <pc:sldMkLst>
          <pc:docMk/>
          <pc:sldMk cId="270357174" sldId="302"/>
        </pc:sldMkLst>
        <pc:spChg chg="mod">
          <ac:chgData name="Gusti Pangestu" userId="S::gusti.pangestu@binus.ac.id::7768735c-5c0d-4d9b-b550-ead0b3c82a30" providerId="AD" clId="Web-{CE3EDE46-5A29-B0DA-503C-90F3093E0DF2}" dt="2022-11-17T03:45:39.809" v="165"/>
          <ac:spMkLst>
            <pc:docMk/>
            <pc:sldMk cId="270357174" sldId="302"/>
            <ac:spMk id="2" creationId="{D0AE0A2E-773E-4A59-C6AC-DBEAAA9FB938}"/>
          </ac:spMkLst>
        </pc:spChg>
        <pc:spChg chg="mod">
          <ac:chgData name="Gusti Pangestu" userId="S::gusti.pangestu@binus.ac.id::7768735c-5c0d-4d9b-b550-ead0b3c82a30" providerId="AD" clId="Web-{CE3EDE46-5A29-B0DA-503C-90F3093E0DF2}" dt="2022-11-17T03:45:39.809" v="165"/>
          <ac:spMkLst>
            <pc:docMk/>
            <pc:sldMk cId="270357174" sldId="302"/>
            <ac:spMk id="3" creationId="{8135665F-00E6-3AD5-A713-3784CE126332}"/>
          </ac:spMkLst>
        </pc:spChg>
        <pc:picChg chg="add mod">
          <ac:chgData name="Gusti Pangestu" userId="S::gusti.pangestu@binus.ac.id::7768735c-5c0d-4d9b-b550-ead0b3c82a30" providerId="AD" clId="Web-{CE3EDE46-5A29-B0DA-503C-90F3093E0DF2}" dt="2022-11-17T03:45:39.809" v="165"/>
          <ac:picMkLst>
            <pc:docMk/>
            <pc:sldMk cId="270357174" sldId="302"/>
            <ac:picMk id="4" creationId="{1FF8FC84-FA2E-8322-8789-64B9E656F80A}"/>
          </ac:picMkLst>
        </pc:picChg>
      </pc:sldChg>
      <pc:sldChg chg="addSp delSp modSp new mod modClrScheme chgLayout">
        <pc:chgData name="Gusti Pangestu" userId="S::gusti.pangestu@binus.ac.id::7768735c-5c0d-4d9b-b550-ead0b3c82a30" providerId="AD" clId="Web-{CE3EDE46-5A29-B0DA-503C-90F3093E0DF2}" dt="2022-11-17T03:48:44.862" v="179" actId="1076"/>
        <pc:sldMkLst>
          <pc:docMk/>
          <pc:sldMk cId="3376913443" sldId="303"/>
        </pc:sldMkLst>
        <pc:spChg chg="del mod ord">
          <ac:chgData name="Gusti Pangestu" userId="S::gusti.pangestu@binus.ac.id::7768735c-5c0d-4d9b-b550-ead0b3c82a30" providerId="AD" clId="Web-{CE3EDE46-5A29-B0DA-503C-90F3093E0DF2}" dt="2022-11-17T03:48:14.767" v="172"/>
          <ac:spMkLst>
            <pc:docMk/>
            <pc:sldMk cId="3376913443" sldId="303"/>
            <ac:spMk id="2" creationId="{A225D54F-594D-F360-C88D-DC513B42E063}"/>
          </ac:spMkLst>
        </pc:spChg>
        <pc:spChg chg="mod ord">
          <ac:chgData name="Gusti Pangestu" userId="S::gusti.pangestu@binus.ac.id::7768735c-5c0d-4d9b-b550-ead0b3c82a30" providerId="AD" clId="Web-{CE3EDE46-5A29-B0DA-503C-90F3093E0DF2}" dt="2022-11-17T03:48:35.814" v="176" actId="20577"/>
          <ac:spMkLst>
            <pc:docMk/>
            <pc:sldMk cId="3376913443" sldId="303"/>
            <ac:spMk id="3" creationId="{E2E65916-B84B-49D0-F866-A4E8397EA4BE}"/>
          </ac:spMkLst>
        </pc:spChg>
        <pc:spChg chg="del">
          <ac:chgData name="Gusti Pangestu" userId="S::gusti.pangestu@binus.ac.id::7768735c-5c0d-4d9b-b550-ead0b3c82a30" providerId="AD" clId="Web-{CE3EDE46-5A29-B0DA-503C-90F3093E0DF2}" dt="2022-11-17T03:47:58.532" v="167"/>
          <ac:spMkLst>
            <pc:docMk/>
            <pc:sldMk cId="3376913443" sldId="303"/>
            <ac:spMk id="4" creationId="{497094A1-11E6-2355-8655-9F54400A1661}"/>
          </ac:spMkLst>
        </pc:spChg>
        <pc:picChg chg="add mod">
          <ac:chgData name="Gusti Pangestu" userId="S::gusti.pangestu@binus.ac.id::7768735c-5c0d-4d9b-b550-ead0b3c82a30" providerId="AD" clId="Web-{CE3EDE46-5A29-B0DA-503C-90F3093E0DF2}" dt="2022-11-17T03:48:44.862" v="179" actId="1076"/>
          <ac:picMkLst>
            <pc:docMk/>
            <pc:sldMk cId="3376913443" sldId="303"/>
            <ac:picMk id="5" creationId="{CE84D2DF-7C68-DCDC-AE3E-28BA09A72302}"/>
          </ac:picMkLst>
        </pc:picChg>
      </pc:sldChg>
      <pc:sldChg chg="addSp modSp new mod modClrScheme chgLayout">
        <pc:chgData name="Gusti Pangestu" userId="S::gusti.pangestu@binus.ac.id::7768735c-5c0d-4d9b-b550-ead0b3c82a30" providerId="AD" clId="Web-{CE3EDE46-5A29-B0DA-503C-90F3093E0DF2}" dt="2022-11-17T03:53:15.542" v="189"/>
        <pc:sldMkLst>
          <pc:docMk/>
          <pc:sldMk cId="1025671823" sldId="304"/>
        </pc:sldMkLst>
        <pc:spChg chg="mod">
          <ac:chgData name="Gusti Pangestu" userId="S::gusti.pangestu@binus.ac.id::7768735c-5c0d-4d9b-b550-ead0b3c82a30" providerId="AD" clId="Web-{CE3EDE46-5A29-B0DA-503C-90F3093E0DF2}" dt="2022-11-17T03:53:15.542" v="189"/>
          <ac:spMkLst>
            <pc:docMk/>
            <pc:sldMk cId="1025671823" sldId="304"/>
            <ac:spMk id="2" creationId="{7303DF75-5F72-79EC-D07F-882E863917E8}"/>
          </ac:spMkLst>
        </pc:spChg>
        <pc:spChg chg="mod">
          <ac:chgData name="Gusti Pangestu" userId="S::gusti.pangestu@binus.ac.id::7768735c-5c0d-4d9b-b550-ead0b3c82a30" providerId="AD" clId="Web-{CE3EDE46-5A29-B0DA-503C-90F3093E0DF2}" dt="2022-11-17T03:53:15.542" v="189"/>
          <ac:spMkLst>
            <pc:docMk/>
            <pc:sldMk cId="1025671823" sldId="304"/>
            <ac:spMk id="3" creationId="{4D087624-CEB3-DD3B-4D5B-A9F5B54901CB}"/>
          </ac:spMkLst>
        </pc:spChg>
        <pc:picChg chg="add mod">
          <ac:chgData name="Gusti Pangestu" userId="S::gusti.pangestu@binus.ac.id::7768735c-5c0d-4d9b-b550-ead0b3c82a30" providerId="AD" clId="Web-{CE3EDE46-5A29-B0DA-503C-90F3093E0DF2}" dt="2022-11-17T03:53:15.542" v="189"/>
          <ac:picMkLst>
            <pc:docMk/>
            <pc:sldMk cId="1025671823" sldId="304"/>
            <ac:picMk id="4" creationId="{2A8E65D2-7CB6-2913-1F58-563B0C2AAA7D}"/>
          </ac:picMkLst>
        </pc:picChg>
      </pc:sldChg>
      <pc:sldChg chg="delSp modSp new mod modClrScheme chgLayout">
        <pc:chgData name="Gusti Pangestu" userId="S::gusti.pangestu@binus.ac.id::7768735c-5c0d-4d9b-b550-ead0b3c82a30" providerId="AD" clId="Web-{CE3EDE46-5A29-B0DA-503C-90F3093E0DF2}" dt="2022-11-17T04:00:22.432" v="211" actId="20577"/>
        <pc:sldMkLst>
          <pc:docMk/>
          <pc:sldMk cId="3455937725" sldId="305"/>
        </pc:sldMkLst>
        <pc:spChg chg="mod ord">
          <ac:chgData name="Gusti Pangestu" userId="S::gusti.pangestu@binus.ac.id::7768735c-5c0d-4d9b-b550-ead0b3c82a30" providerId="AD" clId="Web-{CE3EDE46-5A29-B0DA-503C-90F3093E0DF2}" dt="2022-11-17T03:59:28.695" v="196" actId="20577"/>
          <ac:spMkLst>
            <pc:docMk/>
            <pc:sldMk cId="3455937725" sldId="305"/>
            <ac:spMk id="2" creationId="{731BCE32-38BD-C5E7-14B9-93348319C488}"/>
          </ac:spMkLst>
        </pc:spChg>
        <pc:spChg chg="mod ord">
          <ac:chgData name="Gusti Pangestu" userId="S::gusti.pangestu@binus.ac.id::7768735c-5c0d-4d9b-b550-ead0b3c82a30" providerId="AD" clId="Web-{CE3EDE46-5A29-B0DA-503C-90F3093E0DF2}" dt="2022-11-17T04:00:22.432" v="211" actId="20577"/>
          <ac:spMkLst>
            <pc:docMk/>
            <pc:sldMk cId="3455937725" sldId="305"/>
            <ac:spMk id="3" creationId="{6067493C-F4FA-DA22-FD2D-A2D7092580E3}"/>
          </ac:spMkLst>
        </pc:spChg>
        <pc:spChg chg="del">
          <ac:chgData name="Gusti Pangestu" userId="S::gusti.pangestu@binus.ac.id::7768735c-5c0d-4d9b-b550-ead0b3c82a30" providerId="AD" clId="Web-{CE3EDE46-5A29-B0DA-503C-90F3093E0DF2}" dt="2022-11-17T03:53:37.215" v="193"/>
          <ac:spMkLst>
            <pc:docMk/>
            <pc:sldMk cId="3455937725" sldId="305"/>
            <ac:spMk id="4" creationId="{3F99530A-A5EF-DC96-2CD8-6A877C8C44CE}"/>
          </ac:spMkLst>
        </pc:spChg>
      </pc:sldChg>
      <pc:sldChg chg="addSp delSp modSp new mod modClrScheme chgLayout">
        <pc:chgData name="Gusti Pangestu" userId="S::gusti.pangestu@binus.ac.id::7768735c-5c0d-4d9b-b550-ead0b3c82a30" providerId="AD" clId="Web-{CE3EDE46-5A29-B0DA-503C-90F3093E0DF2}" dt="2022-11-17T04:02:53.499" v="224"/>
        <pc:sldMkLst>
          <pc:docMk/>
          <pc:sldMk cId="3782674666" sldId="306"/>
        </pc:sldMkLst>
        <pc:spChg chg="del">
          <ac:chgData name="Gusti Pangestu" userId="S::gusti.pangestu@binus.ac.id::7768735c-5c0d-4d9b-b550-ead0b3c82a30" providerId="AD" clId="Web-{CE3EDE46-5A29-B0DA-503C-90F3093E0DF2}" dt="2022-11-17T04:02:53.499" v="224"/>
          <ac:spMkLst>
            <pc:docMk/>
            <pc:sldMk cId="3782674666" sldId="306"/>
            <ac:spMk id="2" creationId="{EB237232-848C-FEAA-CF9D-94BEA2242F99}"/>
          </ac:spMkLst>
        </pc:spChg>
        <pc:spChg chg="mod">
          <ac:chgData name="Gusti Pangestu" userId="S::gusti.pangestu@binus.ac.id::7768735c-5c0d-4d9b-b550-ead0b3c82a30" providerId="AD" clId="Web-{CE3EDE46-5A29-B0DA-503C-90F3093E0DF2}" dt="2022-11-17T04:02:53.499" v="224"/>
          <ac:spMkLst>
            <pc:docMk/>
            <pc:sldMk cId="3782674666" sldId="306"/>
            <ac:spMk id="3" creationId="{10E3F144-202C-73FF-828C-BCF70A5C8CED}"/>
          </ac:spMkLst>
        </pc:spChg>
        <pc:spChg chg="add mod">
          <ac:chgData name="Gusti Pangestu" userId="S::gusti.pangestu@binus.ac.id::7768735c-5c0d-4d9b-b550-ead0b3c82a30" providerId="AD" clId="Web-{CE3EDE46-5A29-B0DA-503C-90F3093E0DF2}" dt="2022-11-17T04:02:53.499" v="224"/>
          <ac:spMkLst>
            <pc:docMk/>
            <pc:sldMk cId="3782674666" sldId="306"/>
            <ac:spMk id="9" creationId="{BB5E12FA-F918-7E2A-C0FC-7044C4F0C160}"/>
          </ac:spMkLst>
        </pc:spChg>
        <pc:picChg chg="add mod">
          <ac:chgData name="Gusti Pangestu" userId="S::gusti.pangestu@binus.ac.id::7768735c-5c0d-4d9b-b550-ead0b3c82a30" providerId="AD" clId="Web-{CE3EDE46-5A29-B0DA-503C-90F3093E0DF2}" dt="2022-11-17T04:02:53.499" v="224"/>
          <ac:picMkLst>
            <pc:docMk/>
            <pc:sldMk cId="3782674666" sldId="306"/>
            <ac:picMk id="4" creationId="{AA950DF1-2023-C330-1AF7-08BA705D97C3}"/>
          </ac:picMkLst>
        </pc:picChg>
      </pc:sldChg>
      <pc:sldChg chg="addSp delSp modSp new mod modClrScheme chgLayout">
        <pc:chgData name="Gusti Pangestu" userId="S::gusti.pangestu@binus.ac.id::7768735c-5c0d-4d9b-b550-ead0b3c82a30" providerId="AD" clId="Web-{CE3EDE46-5A29-B0DA-503C-90F3093E0DF2}" dt="2022-11-17T04:03:19.984" v="227"/>
        <pc:sldMkLst>
          <pc:docMk/>
          <pc:sldMk cId="88950683" sldId="307"/>
        </pc:sldMkLst>
        <pc:spChg chg="mod ord">
          <ac:chgData name="Gusti Pangestu" userId="S::gusti.pangestu@binus.ac.id::7768735c-5c0d-4d9b-b550-ead0b3c82a30" providerId="AD" clId="Web-{CE3EDE46-5A29-B0DA-503C-90F3093E0DF2}" dt="2022-11-17T04:03:16.812" v="226"/>
          <ac:spMkLst>
            <pc:docMk/>
            <pc:sldMk cId="88950683" sldId="307"/>
            <ac:spMk id="2" creationId="{8B4A2945-A288-1880-BA85-8BAE8B026AB6}"/>
          </ac:spMkLst>
        </pc:spChg>
        <pc:spChg chg="del mod ord">
          <ac:chgData name="Gusti Pangestu" userId="S::gusti.pangestu@binus.ac.id::7768735c-5c0d-4d9b-b550-ead0b3c82a30" providerId="AD" clId="Web-{CE3EDE46-5A29-B0DA-503C-90F3093E0DF2}" dt="2022-11-17T04:03:19.984" v="227"/>
          <ac:spMkLst>
            <pc:docMk/>
            <pc:sldMk cId="88950683" sldId="307"/>
            <ac:spMk id="3" creationId="{8879BB75-1EBD-C105-BF0A-161F4021DEAD}"/>
          </ac:spMkLst>
        </pc:spChg>
        <pc:spChg chg="del">
          <ac:chgData name="Gusti Pangestu" userId="S::gusti.pangestu@binus.ac.id::7768735c-5c0d-4d9b-b550-ead0b3c82a30" providerId="AD" clId="Web-{CE3EDE46-5A29-B0DA-503C-90F3093E0DF2}" dt="2022-11-17T04:03:16.812" v="226"/>
          <ac:spMkLst>
            <pc:docMk/>
            <pc:sldMk cId="88950683" sldId="307"/>
            <ac:spMk id="4" creationId="{3CF5BF90-DCE9-4F69-6321-6F778D8B4083}"/>
          </ac:spMkLst>
        </pc:spChg>
        <pc:picChg chg="add mod ord">
          <ac:chgData name="Gusti Pangestu" userId="S::gusti.pangestu@binus.ac.id::7768735c-5c0d-4d9b-b550-ead0b3c82a30" providerId="AD" clId="Web-{CE3EDE46-5A29-B0DA-503C-90F3093E0DF2}" dt="2022-11-17T04:03:19.984" v="227"/>
          <ac:picMkLst>
            <pc:docMk/>
            <pc:sldMk cId="88950683" sldId="307"/>
            <ac:picMk id="5" creationId="{04F99E08-3B17-8ED7-2C2B-4BE64E743139}"/>
          </ac:picMkLst>
        </pc:picChg>
      </pc:sldChg>
      <pc:sldChg chg="addSp modSp new">
        <pc:chgData name="Gusti Pangestu" userId="S::gusti.pangestu@binus.ac.id::7768735c-5c0d-4d9b-b550-ead0b3c82a30" providerId="AD" clId="Web-{CE3EDE46-5A29-B0DA-503C-90F3093E0DF2}" dt="2022-11-17T04:04:46.518" v="239" actId="14100"/>
        <pc:sldMkLst>
          <pc:docMk/>
          <pc:sldMk cId="1661426597" sldId="308"/>
        </pc:sldMkLst>
        <pc:spChg chg="mod">
          <ac:chgData name="Gusti Pangestu" userId="S::gusti.pangestu@binus.ac.id::7768735c-5c0d-4d9b-b550-ead0b3c82a30" providerId="AD" clId="Web-{CE3EDE46-5A29-B0DA-503C-90F3093E0DF2}" dt="2022-11-17T04:04:40.753" v="236" actId="20577"/>
          <ac:spMkLst>
            <pc:docMk/>
            <pc:sldMk cId="1661426597" sldId="308"/>
            <ac:spMk id="3" creationId="{22413E9F-F9B1-E779-4398-D4E97B8A262B}"/>
          </ac:spMkLst>
        </pc:spChg>
        <pc:picChg chg="add mod">
          <ac:chgData name="Gusti Pangestu" userId="S::gusti.pangestu@binus.ac.id::7768735c-5c0d-4d9b-b550-ead0b3c82a30" providerId="AD" clId="Web-{CE3EDE46-5A29-B0DA-503C-90F3093E0DF2}" dt="2022-11-17T04:04:46.518" v="239" actId="14100"/>
          <ac:picMkLst>
            <pc:docMk/>
            <pc:sldMk cId="1661426597" sldId="308"/>
            <ac:picMk id="4" creationId="{09C5250E-C0D3-26A6-3785-D069E8BCB9C5}"/>
          </ac:picMkLst>
        </pc:picChg>
      </pc:sldChg>
      <pc:sldChg chg="addSp modSp new">
        <pc:chgData name="Gusti Pangestu" userId="S::gusti.pangestu@binus.ac.id::7768735c-5c0d-4d9b-b550-ead0b3c82a30" providerId="AD" clId="Web-{CE3EDE46-5A29-B0DA-503C-90F3093E0DF2}" dt="2022-11-17T04:05:23.442" v="253" actId="14100"/>
        <pc:sldMkLst>
          <pc:docMk/>
          <pc:sldMk cId="2364365303" sldId="309"/>
        </pc:sldMkLst>
        <pc:spChg chg="mod">
          <ac:chgData name="Gusti Pangestu" userId="S::gusti.pangestu@binus.ac.id::7768735c-5c0d-4d9b-b550-ead0b3c82a30" providerId="AD" clId="Web-{CE3EDE46-5A29-B0DA-503C-90F3093E0DF2}" dt="2022-11-17T04:05:02.238" v="244" actId="20577"/>
          <ac:spMkLst>
            <pc:docMk/>
            <pc:sldMk cId="2364365303" sldId="309"/>
            <ac:spMk id="2" creationId="{9EBABF4B-E4EC-3E81-1FD8-5CCE24BA3651}"/>
          </ac:spMkLst>
        </pc:spChg>
        <pc:spChg chg="mod">
          <ac:chgData name="Gusti Pangestu" userId="S::gusti.pangestu@binus.ac.id::7768735c-5c0d-4d9b-b550-ead0b3c82a30" providerId="AD" clId="Web-{CE3EDE46-5A29-B0DA-503C-90F3093E0DF2}" dt="2022-11-17T04:05:17.660" v="250" actId="20577"/>
          <ac:spMkLst>
            <pc:docMk/>
            <pc:sldMk cId="2364365303" sldId="309"/>
            <ac:spMk id="3" creationId="{FD3CA73C-081E-3856-D82F-297280400BD0}"/>
          </ac:spMkLst>
        </pc:spChg>
        <pc:picChg chg="add mod">
          <ac:chgData name="Gusti Pangestu" userId="S::gusti.pangestu@binus.ac.id::7768735c-5c0d-4d9b-b550-ead0b3c82a30" providerId="AD" clId="Web-{CE3EDE46-5A29-B0DA-503C-90F3093E0DF2}" dt="2022-11-17T04:05:23.442" v="253" actId="14100"/>
          <ac:picMkLst>
            <pc:docMk/>
            <pc:sldMk cId="2364365303" sldId="309"/>
            <ac:picMk id="4" creationId="{CD455C02-7B7C-134E-BB13-120E3B58B0DC}"/>
          </ac:picMkLst>
        </pc:picChg>
      </pc:sldChg>
      <pc:sldChg chg="addSp modSp new mod modClrScheme chgLayout">
        <pc:chgData name="Gusti Pangestu" userId="S::gusti.pangestu@binus.ac.id::7768735c-5c0d-4d9b-b550-ead0b3c82a30" providerId="AD" clId="Web-{CE3EDE46-5A29-B0DA-503C-90F3093E0DF2}" dt="2022-11-17T04:07:14.789" v="271"/>
        <pc:sldMkLst>
          <pc:docMk/>
          <pc:sldMk cId="636280278" sldId="310"/>
        </pc:sldMkLst>
        <pc:spChg chg="mod">
          <ac:chgData name="Gusti Pangestu" userId="S::gusti.pangestu@binus.ac.id::7768735c-5c0d-4d9b-b550-ead0b3c82a30" providerId="AD" clId="Web-{CE3EDE46-5A29-B0DA-503C-90F3093E0DF2}" dt="2022-11-17T04:07:14.789" v="271"/>
          <ac:spMkLst>
            <pc:docMk/>
            <pc:sldMk cId="636280278" sldId="310"/>
            <ac:spMk id="2" creationId="{EC6B442E-BD01-2BC2-3BC5-7661BBEFF2F3}"/>
          </ac:spMkLst>
        </pc:spChg>
        <pc:spChg chg="mod">
          <ac:chgData name="Gusti Pangestu" userId="S::gusti.pangestu@binus.ac.id::7768735c-5c0d-4d9b-b550-ead0b3c82a30" providerId="AD" clId="Web-{CE3EDE46-5A29-B0DA-503C-90F3093E0DF2}" dt="2022-11-17T04:07:14.789" v="271"/>
          <ac:spMkLst>
            <pc:docMk/>
            <pc:sldMk cId="636280278" sldId="310"/>
            <ac:spMk id="3" creationId="{AF34AF92-6FE0-C084-FFFB-27502E7725AC}"/>
          </ac:spMkLst>
        </pc:spChg>
        <pc:picChg chg="add mod">
          <ac:chgData name="Gusti Pangestu" userId="S::gusti.pangestu@binus.ac.id::7768735c-5c0d-4d9b-b550-ead0b3c82a30" providerId="AD" clId="Web-{CE3EDE46-5A29-B0DA-503C-90F3093E0DF2}" dt="2022-11-17T04:07:14.789" v="271"/>
          <ac:picMkLst>
            <pc:docMk/>
            <pc:sldMk cId="636280278" sldId="310"/>
            <ac:picMk id="4" creationId="{6DC4E7F5-6E06-1172-E070-272ADABA3FA6}"/>
          </ac:picMkLst>
        </pc:picChg>
      </pc:sldChg>
      <pc:sldChg chg="addSp delSp modSp new mod modClrScheme chgLayout">
        <pc:chgData name="Gusti Pangestu" userId="S::gusti.pangestu@binus.ac.id::7768735c-5c0d-4d9b-b550-ead0b3c82a30" providerId="AD" clId="Web-{CE3EDE46-5A29-B0DA-503C-90F3093E0DF2}" dt="2022-11-17T04:07:51.775" v="277" actId="1076"/>
        <pc:sldMkLst>
          <pc:docMk/>
          <pc:sldMk cId="781249497" sldId="311"/>
        </pc:sldMkLst>
        <pc:spChg chg="del mod ord">
          <ac:chgData name="Gusti Pangestu" userId="S::gusti.pangestu@binus.ac.id::7768735c-5c0d-4d9b-b550-ead0b3c82a30" providerId="AD" clId="Web-{CE3EDE46-5A29-B0DA-503C-90F3093E0DF2}" dt="2022-11-17T04:07:45.415" v="275"/>
          <ac:spMkLst>
            <pc:docMk/>
            <pc:sldMk cId="781249497" sldId="311"/>
            <ac:spMk id="2" creationId="{C3E481FA-EB35-17FF-670E-0E8681C1CA31}"/>
          </ac:spMkLst>
        </pc:spChg>
        <pc:spChg chg="del mod ord">
          <ac:chgData name="Gusti Pangestu" userId="S::gusti.pangestu@binus.ac.id::7768735c-5c0d-4d9b-b550-ead0b3c82a30" providerId="AD" clId="Web-{CE3EDE46-5A29-B0DA-503C-90F3093E0DF2}" dt="2022-11-17T04:07:42.759" v="274"/>
          <ac:spMkLst>
            <pc:docMk/>
            <pc:sldMk cId="781249497" sldId="311"/>
            <ac:spMk id="3" creationId="{3189DD37-B7EE-F348-2796-465527FDB539}"/>
          </ac:spMkLst>
        </pc:spChg>
        <pc:spChg chg="del">
          <ac:chgData name="Gusti Pangestu" userId="S::gusti.pangestu@binus.ac.id::7768735c-5c0d-4d9b-b550-ead0b3c82a30" providerId="AD" clId="Web-{CE3EDE46-5A29-B0DA-503C-90F3093E0DF2}" dt="2022-11-17T04:07:40.290" v="273"/>
          <ac:spMkLst>
            <pc:docMk/>
            <pc:sldMk cId="781249497" sldId="311"/>
            <ac:spMk id="4" creationId="{6EBD2339-CA94-008A-384C-19B40E63296A}"/>
          </ac:spMkLst>
        </pc:spChg>
        <pc:picChg chg="add mod ord">
          <ac:chgData name="Gusti Pangestu" userId="S::gusti.pangestu@binus.ac.id::7768735c-5c0d-4d9b-b550-ead0b3c82a30" providerId="AD" clId="Web-{CE3EDE46-5A29-B0DA-503C-90F3093E0DF2}" dt="2022-11-17T04:07:51.775" v="277" actId="1076"/>
          <ac:picMkLst>
            <pc:docMk/>
            <pc:sldMk cId="781249497" sldId="311"/>
            <ac:picMk id="5" creationId="{1F8B7E8C-B761-DF6C-F637-9F129B7404BE}"/>
          </ac:picMkLst>
        </pc:picChg>
      </pc:sldChg>
      <pc:sldChg chg="addSp delSp modSp new">
        <pc:chgData name="Gusti Pangestu" userId="S::gusti.pangestu@binus.ac.id::7768735c-5c0d-4d9b-b550-ead0b3c82a30" providerId="AD" clId="Web-{CE3EDE46-5A29-B0DA-503C-90F3093E0DF2}" dt="2022-11-17T04:09:58.091" v="286"/>
        <pc:sldMkLst>
          <pc:docMk/>
          <pc:sldMk cId="1569435913" sldId="312"/>
        </pc:sldMkLst>
        <pc:spChg chg="mod">
          <ac:chgData name="Gusti Pangestu" userId="S::gusti.pangestu@binus.ac.id::7768735c-5c0d-4d9b-b550-ead0b3c82a30" providerId="AD" clId="Web-{CE3EDE46-5A29-B0DA-503C-90F3093E0DF2}" dt="2022-11-17T04:09:55.826" v="285" actId="20577"/>
          <ac:spMkLst>
            <pc:docMk/>
            <pc:sldMk cId="1569435913" sldId="312"/>
            <ac:spMk id="2" creationId="{EEA26AC2-052D-61E9-614C-464B5C18AD35}"/>
          </ac:spMkLst>
        </pc:spChg>
        <pc:spChg chg="del">
          <ac:chgData name="Gusti Pangestu" userId="S::gusti.pangestu@binus.ac.id::7768735c-5c0d-4d9b-b550-ead0b3c82a30" providerId="AD" clId="Web-{CE3EDE46-5A29-B0DA-503C-90F3093E0DF2}" dt="2022-11-17T04:09:58.091" v="286"/>
          <ac:spMkLst>
            <pc:docMk/>
            <pc:sldMk cId="1569435913" sldId="312"/>
            <ac:spMk id="3" creationId="{15A3F560-7B9D-2124-82DD-F8B4CAD3D15F}"/>
          </ac:spMkLst>
        </pc:spChg>
        <pc:picChg chg="add mod ord">
          <ac:chgData name="Gusti Pangestu" userId="S::gusti.pangestu@binus.ac.id::7768735c-5c0d-4d9b-b550-ead0b3c82a30" providerId="AD" clId="Web-{CE3EDE46-5A29-B0DA-503C-90F3093E0DF2}" dt="2022-11-17T04:09:58.091" v="286"/>
          <ac:picMkLst>
            <pc:docMk/>
            <pc:sldMk cId="1569435913" sldId="312"/>
            <ac:picMk id="4" creationId="{61C644C3-817B-F58D-A7D7-FEFE83D0B8AC}"/>
          </ac:picMkLst>
        </pc:picChg>
      </pc:sldChg>
      <pc:sldChg chg="addSp delSp modSp new">
        <pc:chgData name="Gusti Pangestu" userId="S::gusti.pangestu@binus.ac.id::7768735c-5c0d-4d9b-b550-ead0b3c82a30" providerId="AD" clId="Web-{CE3EDE46-5A29-B0DA-503C-90F3093E0DF2}" dt="2022-11-17T04:10:50.609" v="294" actId="1076"/>
        <pc:sldMkLst>
          <pc:docMk/>
          <pc:sldMk cId="604071880" sldId="313"/>
        </pc:sldMkLst>
        <pc:spChg chg="del">
          <ac:chgData name="Gusti Pangestu" userId="S::gusti.pangestu@binus.ac.id::7768735c-5c0d-4d9b-b550-ead0b3c82a30" providerId="AD" clId="Web-{CE3EDE46-5A29-B0DA-503C-90F3093E0DF2}" dt="2022-11-17T04:10:24.670" v="290"/>
          <ac:spMkLst>
            <pc:docMk/>
            <pc:sldMk cId="604071880" sldId="313"/>
            <ac:spMk id="2" creationId="{6BB407FF-E39F-8369-B8DA-20133C67E009}"/>
          </ac:spMkLst>
        </pc:spChg>
        <pc:spChg chg="del">
          <ac:chgData name="Gusti Pangestu" userId="S::gusti.pangestu@binus.ac.id::7768735c-5c0d-4d9b-b550-ead0b3c82a30" providerId="AD" clId="Web-{CE3EDE46-5A29-B0DA-503C-90F3093E0DF2}" dt="2022-11-17T04:10:20.639" v="288"/>
          <ac:spMkLst>
            <pc:docMk/>
            <pc:sldMk cId="604071880" sldId="313"/>
            <ac:spMk id="3" creationId="{3CC882E8-F35D-0F0B-DE1A-84F69CC9B0C4}"/>
          </ac:spMkLst>
        </pc:spChg>
        <pc:picChg chg="add mod ord">
          <ac:chgData name="Gusti Pangestu" userId="S::gusti.pangestu@binus.ac.id::7768735c-5c0d-4d9b-b550-ead0b3c82a30" providerId="AD" clId="Web-{CE3EDE46-5A29-B0DA-503C-90F3093E0DF2}" dt="2022-11-17T04:10:27.577" v="291" actId="1076"/>
          <ac:picMkLst>
            <pc:docMk/>
            <pc:sldMk cId="604071880" sldId="313"/>
            <ac:picMk id="4" creationId="{51649065-1BCE-7218-44ED-93F61A85A938}"/>
          </ac:picMkLst>
        </pc:picChg>
        <pc:picChg chg="add mod">
          <ac:chgData name="Gusti Pangestu" userId="S::gusti.pangestu@binus.ac.id::7768735c-5c0d-4d9b-b550-ead0b3c82a30" providerId="AD" clId="Web-{CE3EDE46-5A29-B0DA-503C-90F3093E0DF2}" dt="2022-11-17T04:10:50.609" v="294" actId="1076"/>
          <ac:picMkLst>
            <pc:docMk/>
            <pc:sldMk cId="604071880" sldId="313"/>
            <ac:picMk id="5" creationId="{5F173CBC-5026-04AB-E189-4D99B8FCF4A7}"/>
          </ac:picMkLst>
        </pc:picChg>
      </pc:sldChg>
      <pc:sldChg chg="addSp delSp modSp new">
        <pc:chgData name="Gusti Pangestu" userId="S::gusti.pangestu@binus.ac.id::7768735c-5c0d-4d9b-b550-ead0b3c82a30" providerId="AD" clId="Web-{CE3EDE46-5A29-B0DA-503C-90F3093E0DF2}" dt="2022-11-17T04:11:32.829" v="300" actId="1076"/>
        <pc:sldMkLst>
          <pc:docMk/>
          <pc:sldMk cId="3205491912" sldId="314"/>
        </pc:sldMkLst>
        <pc:spChg chg="del">
          <ac:chgData name="Gusti Pangestu" userId="S::gusti.pangestu@binus.ac.id::7768735c-5c0d-4d9b-b550-ead0b3c82a30" providerId="AD" clId="Web-{CE3EDE46-5A29-B0DA-503C-90F3093E0DF2}" dt="2022-11-17T04:11:24.328" v="297"/>
          <ac:spMkLst>
            <pc:docMk/>
            <pc:sldMk cId="3205491912" sldId="314"/>
            <ac:spMk id="2" creationId="{78452CDD-F2EE-5106-09A7-71CE604937BE}"/>
          </ac:spMkLst>
        </pc:spChg>
        <pc:spChg chg="del">
          <ac:chgData name="Gusti Pangestu" userId="S::gusti.pangestu@binus.ac.id::7768735c-5c0d-4d9b-b550-ead0b3c82a30" providerId="AD" clId="Web-{CE3EDE46-5A29-B0DA-503C-90F3093E0DF2}" dt="2022-11-17T04:11:18.594" v="296"/>
          <ac:spMkLst>
            <pc:docMk/>
            <pc:sldMk cId="3205491912" sldId="314"/>
            <ac:spMk id="3" creationId="{37DD0374-51DB-7869-AD64-30EC2EE30A78}"/>
          </ac:spMkLst>
        </pc:spChg>
        <pc:picChg chg="add mod ord">
          <ac:chgData name="Gusti Pangestu" userId="S::gusti.pangestu@binus.ac.id::7768735c-5c0d-4d9b-b550-ead0b3c82a30" providerId="AD" clId="Web-{CE3EDE46-5A29-B0DA-503C-90F3093E0DF2}" dt="2022-11-17T04:11:32.829" v="300" actId="1076"/>
          <ac:picMkLst>
            <pc:docMk/>
            <pc:sldMk cId="3205491912" sldId="314"/>
            <ac:picMk id="4" creationId="{C5861838-B016-AE50-A35A-DD2A24E3EB34}"/>
          </ac:picMkLst>
        </pc:picChg>
      </pc:sldChg>
      <pc:sldChg chg="addSp delSp modSp new">
        <pc:chgData name="Gusti Pangestu" userId="S::gusti.pangestu@binus.ac.id::7768735c-5c0d-4d9b-b550-ead0b3c82a30" providerId="AD" clId="Web-{CE3EDE46-5A29-B0DA-503C-90F3093E0DF2}" dt="2022-11-17T04:12:11.346" v="305" actId="1076"/>
        <pc:sldMkLst>
          <pc:docMk/>
          <pc:sldMk cId="1587019659" sldId="315"/>
        </pc:sldMkLst>
        <pc:spChg chg="del">
          <ac:chgData name="Gusti Pangestu" userId="S::gusti.pangestu@binus.ac.id::7768735c-5c0d-4d9b-b550-ead0b3c82a30" providerId="AD" clId="Web-{CE3EDE46-5A29-B0DA-503C-90F3093E0DF2}" dt="2022-11-17T04:12:03.470" v="303"/>
          <ac:spMkLst>
            <pc:docMk/>
            <pc:sldMk cId="1587019659" sldId="315"/>
            <ac:spMk id="2" creationId="{30E65B33-072B-8AD0-F4B1-27524923D5FD}"/>
          </ac:spMkLst>
        </pc:spChg>
        <pc:spChg chg="del">
          <ac:chgData name="Gusti Pangestu" userId="S::gusti.pangestu@binus.ac.id::7768735c-5c0d-4d9b-b550-ead0b3c82a30" providerId="AD" clId="Web-{CE3EDE46-5A29-B0DA-503C-90F3093E0DF2}" dt="2022-11-17T04:12:01.345" v="302"/>
          <ac:spMkLst>
            <pc:docMk/>
            <pc:sldMk cId="1587019659" sldId="315"/>
            <ac:spMk id="3" creationId="{1B941369-7B4E-C6BA-A1EE-E17E6666F324}"/>
          </ac:spMkLst>
        </pc:spChg>
        <pc:picChg chg="add mod ord">
          <ac:chgData name="Gusti Pangestu" userId="S::gusti.pangestu@binus.ac.id::7768735c-5c0d-4d9b-b550-ead0b3c82a30" providerId="AD" clId="Web-{CE3EDE46-5A29-B0DA-503C-90F3093E0DF2}" dt="2022-11-17T04:12:11.346" v="305" actId="1076"/>
          <ac:picMkLst>
            <pc:docMk/>
            <pc:sldMk cId="1587019659" sldId="315"/>
            <ac:picMk id="4" creationId="{FE065EB0-F959-E414-2C9C-23BAB9D995DF}"/>
          </ac:picMkLst>
        </pc:picChg>
      </pc:sldChg>
    </pc:docChg>
  </pc:docChgLst>
  <pc:docChgLst>
    <pc:chgData name="Gusti Pangestu" userId="7768735c-5c0d-4d9b-b550-ead0b3c82a30" providerId="ADAL" clId="{F89C377E-197E-465E-A4E6-441D20C309D9}"/>
    <pc:docChg chg="undo custSel addSld delSld modSld modSection">
      <pc:chgData name="Gusti Pangestu" userId="7768735c-5c0d-4d9b-b550-ead0b3c82a30" providerId="ADAL" clId="{F89C377E-197E-465E-A4E6-441D20C309D9}" dt="2022-12-12T06:09:13.183" v="297" actId="20577"/>
      <pc:docMkLst>
        <pc:docMk/>
      </pc:docMkLst>
      <pc:sldChg chg="modSp mod">
        <pc:chgData name="Gusti Pangestu" userId="7768735c-5c0d-4d9b-b550-ead0b3c82a30" providerId="ADAL" clId="{F89C377E-197E-465E-A4E6-441D20C309D9}" dt="2022-12-12T03:56:34.904" v="34" actId="6549"/>
        <pc:sldMkLst>
          <pc:docMk/>
          <pc:sldMk cId="1545682022" sldId="290"/>
        </pc:sldMkLst>
        <pc:spChg chg="mod">
          <ac:chgData name="Gusti Pangestu" userId="7768735c-5c0d-4d9b-b550-ead0b3c82a30" providerId="ADAL" clId="{F89C377E-197E-465E-A4E6-441D20C309D9}" dt="2022-12-12T03:56:34.904" v="34" actId="6549"/>
          <ac:spMkLst>
            <pc:docMk/>
            <pc:sldMk cId="1545682022" sldId="290"/>
            <ac:spMk id="3" creationId="{CFBE6DC7-A61F-27FA-B9A7-7018AFBF0075}"/>
          </ac:spMkLst>
        </pc:spChg>
      </pc:sldChg>
      <pc:sldChg chg="del">
        <pc:chgData name="Gusti Pangestu" userId="7768735c-5c0d-4d9b-b550-ead0b3c82a30" providerId="ADAL" clId="{F89C377E-197E-465E-A4E6-441D20C309D9}" dt="2022-12-12T03:55:58.531" v="0" actId="47"/>
        <pc:sldMkLst>
          <pc:docMk/>
          <pc:sldMk cId="862529639" sldId="291"/>
        </pc:sldMkLst>
      </pc:sldChg>
      <pc:sldChg chg="modSp new mod">
        <pc:chgData name="Gusti Pangestu" userId="7768735c-5c0d-4d9b-b550-ead0b3c82a30" providerId="ADAL" clId="{F89C377E-197E-465E-A4E6-441D20C309D9}" dt="2022-12-12T03:58:43.709" v="63" actId="20577"/>
        <pc:sldMkLst>
          <pc:docMk/>
          <pc:sldMk cId="1840497081" sldId="291"/>
        </pc:sldMkLst>
        <pc:spChg chg="mod">
          <ac:chgData name="Gusti Pangestu" userId="7768735c-5c0d-4d9b-b550-ead0b3c82a30" providerId="ADAL" clId="{F89C377E-197E-465E-A4E6-441D20C309D9}" dt="2022-12-12T03:57:42.363" v="44" actId="20577"/>
          <ac:spMkLst>
            <pc:docMk/>
            <pc:sldMk cId="1840497081" sldId="291"/>
            <ac:spMk id="2" creationId="{DB261134-4842-B07E-1E8B-367EF47B2C87}"/>
          </ac:spMkLst>
        </pc:spChg>
        <pc:spChg chg="mod">
          <ac:chgData name="Gusti Pangestu" userId="7768735c-5c0d-4d9b-b550-ead0b3c82a30" providerId="ADAL" clId="{F89C377E-197E-465E-A4E6-441D20C309D9}" dt="2022-12-12T03:58:43.709" v="63" actId="20577"/>
          <ac:spMkLst>
            <pc:docMk/>
            <pc:sldMk cId="1840497081" sldId="291"/>
            <ac:spMk id="3" creationId="{E6FCC895-85A2-85E3-7713-583D48A43E80}"/>
          </ac:spMkLst>
        </pc:spChg>
      </pc:sldChg>
      <pc:sldChg chg="del">
        <pc:chgData name="Gusti Pangestu" userId="7768735c-5c0d-4d9b-b550-ead0b3c82a30" providerId="ADAL" clId="{F89C377E-197E-465E-A4E6-441D20C309D9}" dt="2022-12-12T03:55:58.531" v="0" actId="47"/>
        <pc:sldMkLst>
          <pc:docMk/>
          <pc:sldMk cId="389853168" sldId="292"/>
        </pc:sldMkLst>
      </pc:sldChg>
      <pc:sldChg chg="modSp new mod">
        <pc:chgData name="Gusti Pangestu" userId="7768735c-5c0d-4d9b-b550-ead0b3c82a30" providerId="ADAL" clId="{F89C377E-197E-465E-A4E6-441D20C309D9}" dt="2022-12-12T03:59:58.322" v="79" actId="20577"/>
        <pc:sldMkLst>
          <pc:docMk/>
          <pc:sldMk cId="862834757" sldId="292"/>
        </pc:sldMkLst>
        <pc:spChg chg="mod">
          <ac:chgData name="Gusti Pangestu" userId="7768735c-5c0d-4d9b-b550-ead0b3c82a30" providerId="ADAL" clId="{F89C377E-197E-465E-A4E6-441D20C309D9}" dt="2022-12-12T03:58:53.169" v="65"/>
          <ac:spMkLst>
            <pc:docMk/>
            <pc:sldMk cId="862834757" sldId="292"/>
            <ac:spMk id="2" creationId="{DA2D16E1-8A59-7700-1F94-7F1CEDA7079A}"/>
          </ac:spMkLst>
        </pc:spChg>
        <pc:spChg chg="mod">
          <ac:chgData name="Gusti Pangestu" userId="7768735c-5c0d-4d9b-b550-ead0b3c82a30" providerId="ADAL" clId="{F89C377E-197E-465E-A4E6-441D20C309D9}" dt="2022-12-12T03:59:58.322" v="79" actId="20577"/>
          <ac:spMkLst>
            <pc:docMk/>
            <pc:sldMk cId="862834757" sldId="292"/>
            <ac:spMk id="3" creationId="{56DCD6EC-A630-A2A3-6E94-BDF81D472A56}"/>
          </ac:spMkLst>
        </pc:spChg>
      </pc:sldChg>
      <pc:sldChg chg="addSp delSp modSp new mod">
        <pc:chgData name="Gusti Pangestu" userId="7768735c-5c0d-4d9b-b550-ead0b3c82a30" providerId="ADAL" clId="{F89C377E-197E-465E-A4E6-441D20C309D9}" dt="2022-12-12T04:01:42.350" v="84" actId="1076"/>
        <pc:sldMkLst>
          <pc:docMk/>
          <pc:sldMk cId="95377788" sldId="293"/>
        </pc:sldMkLst>
        <pc:spChg chg="del">
          <ac:chgData name="Gusti Pangestu" userId="7768735c-5c0d-4d9b-b550-ead0b3c82a30" providerId="ADAL" clId="{F89C377E-197E-465E-A4E6-441D20C309D9}" dt="2022-12-12T04:01:34.951" v="82" actId="478"/>
          <ac:spMkLst>
            <pc:docMk/>
            <pc:sldMk cId="95377788" sldId="293"/>
            <ac:spMk id="2" creationId="{15911C53-A714-FD8B-6495-7E8278697A88}"/>
          </ac:spMkLst>
        </pc:spChg>
        <pc:spChg chg="del">
          <ac:chgData name="Gusti Pangestu" userId="7768735c-5c0d-4d9b-b550-ead0b3c82a30" providerId="ADAL" clId="{F89C377E-197E-465E-A4E6-441D20C309D9}" dt="2022-12-12T04:01:32.968" v="81" actId="22"/>
          <ac:spMkLst>
            <pc:docMk/>
            <pc:sldMk cId="95377788" sldId="293"/>
            <ac:spMk id="3" creationId="{C6844173-1028-006A-2B62-61E761B931D8}"/>
          </ac:spMkLst>
        </pc:spChg>
        <pc:picChg chg="add mod ord">
          <ac:chgData name="Gusti Pangestu" userId="7768735c-5c0d-4d9b-b550-ead0b3c82a30" providerId="ADAL" clId="{F89C377E-197E-465E-A4E6-441D20C309D9}" dt="2022-12-12T04:01:42.350" v="84" actId="1076"/>
          <ac:picMkLst>
            <pc:docMk/>
            <pc:sldMk cId="95377788" sldId="293"/>
            <ac:picMk id="5" creationId="{D6886ED8-0FDF-A7FF-216E-9A7CB5196E70}"/>
          </ac:picMkLst>
        </pc:picChg>
      </pc:sldChg>
      <pc:sldChg chg="del">
        <pc:chgData name="Gusti Pangestu" userId="7768735c-5c0d-4d9b-b550-ead0b3c82a30" providerId="ADAL" clId="{F89C377E-197E-465E-A4E6-441D20C309D9}" dt="2022-12-12T03:55:58.531" v="0" actId="47"/>
        <pc:sldMkLst>
          <pc:docMk/>
          <pc:sldMk cId="3520273111" sldId="293"/>
        </pc:sldMkLst>
      </pc:sldChg>
      <pc:sldChg chg="addSp modSp new mod modClrScheme chgLayout">
        <pc:chgData name="Gusti Pangestu" userId="7768735c-5c0d-4d9b-b550-ead0b3c82a30" providerId="ADAL" clId="{F89C377E-197E-465E-A4E6-441D20C309D9}" dt="2022-12-12T04:06:56.223" v="101" actId="26606"/>
        <pc:sldMkLst>
          <pc:docMk/>
          <pc:sldMk cId="2893177997" sldId="294"/>
        </pc:sldMkLst>
        <pc:spChg chg="mod">
          <ac:chgData name="Gusti Pangestu" userId="7768735c-5c0d-4d9b-b550-ead0b3c82a30" providerId="ADAL" clId="{F89C377E-197E-465E-A4E6-441D20C309D9}" dt="2022-12-12T04:06:56.223" v="101" actId="26606"/>
          <ac:spMkLst>
            <pc:docMk/>
            <pc:sldMk cId="2893177997" sldId="294"/>
            <ac:spMk id="2" creationId="{35DFA146-81F6-4AFF-8151-9DB6ED9E8D4B}"/>
          </ac:spMkLst>
        </pc:spChg>
        <pc:spChg chg="mod">
          <ac:chgData name="Gusti Pangestu" userId="7768735c-5c0d-4d9b-b550-ead0b3c82a30" providerId="ADAL" clId="{F89C377E-197E-465E-A4E6-441D20C309D9}" dt="2022-12-12T04:06:56.223" v="101" actId="26606"/>
          <ac:spMkLst>
            <pc:docMk/>
            <pc:sldMk cId="2893177997" sldId="294"/>
            <ac:spMk id="3" creationId="{C5FA1901-6C12-624A-5710-6FE1132EBD02}"/>
          </ac:spMkLst>
        </pc:spChg>
        <pc:picChg chg="add mod">
          <ac:chgData name="Gusti Pangestu" userId="7768735c-5c0d-4d9b-b550-ead0b3c82a30" providerId="ADAL" clId="{F89C377E-197E-465E-A4E6-441D20C309D9}" dt="2022-12-12T04:06:56.223" v="101" actId="26606"/>
          <ac:picMkLst>
            <pc:docMk/>
            <pc:sldMk cId="2893177997" sldId="294"/>
            <ac:picMk id="5" creationId="{739E8D4F-2254-0515-76C1-03E8E08E8BB6}"/>
          </ac:picMkLst>
        </pc:picChg>
      </pc:sldChg>
      <pc:sldChg chg="del">
        <pc:chgData name="Gusti Pangestu" userId="7768735c-5c0d-4d9b-b550-ead0b3c82a30" providerId="ADAL" clId="{F89C377E-197E-465E-A4E6-441D20C309D9}" dt="2022-12-12T03:55:58.531" v="0" actId="47"/>
        <pc:sldMkLst>
          <pc:docMk/>
          <pc:sldMk cId="3050537162" sldId="294"/>
        </pc:sldMkLst>
      </pc:sldChg>
      <pc:sldChg chg="del">
        <pc:chgData name="Gusti Pangestu" userId="7768735c-5c0d-4d9b-b550-ead0b3c82a30" providerId="ADAL" clId="{F89C377E-197E-465E-A4E6-441D20C309D9}" dt="2022-12-12T03:55:58.531" v="0" actId="47"/>
        <pc:sldMkLst>
          <pc:docMk/>
          <pc:sldMk cId="212346741" sldId="295"/>
        </pc:sldMkLst>
      </pc:sldChg>
      <pc:sldChg chg="addSp delSp modSp new mod modClrScheme chgLayout">
        <pc:chgData name="Gusti Pangestu" userId="7768735c-5c0d-4d9b-b550-ead0b3c82a30" providerId="ADAL" clId="{F89C377E-197E-465E-A4E6-441D20C309D9}" dt="2022-12-12T04:09:35.553" v="113" actId="1076"/>
        <pc:sldMkLst>
          <pc:docMk/>
          <pc:sldMk cId="3348046177" sldId="295"/>
        </pc:sldMkLst>
        <pc:spChg chg="mod ord">
          <ac:chgData name="Gusti Pangestu" userId="7768735c-5c0d-4d9b-b550-ead0b3c82a30" providerId="ADAL" clId="{F89C377E-197E-465E-A4E6-441D20C309D9}" dt="2022-12-12T04:09:28.009" v="111" actId="26606"/>
          <ac:spMkLst>
            <pc:docMk/>
            <pc:sldMk cId="3348046177" sldId="295"/>
            <ac:spMk id="2" creationId="{1B3B131C-8929-07B1-8144-4ACBC06F7E9F}"/>
          </ac:spMkLst>
        </pc:spChg>
        <pc:spChg chg="del mod ord">
          <ac:chgData name="Gusti Pangestu" userId="7768735c-5c0d-4d9b-b550-ead0b3c82a30" providerId="ADAL" clId="{F89C377E-197E-465E-A4E6-441D20C309D9}" dt="2022-12-12T04:08:21.056" v="104" actId="700"/>
          <ac:spMkLst>
            <pc:docMk/>
            <pc:sldMk cId="3348046177" sldId="295"/>
            <ac:spMk id="3" creationId="{96B89D2D-2465-B169-C2FA-C3DCC67394E4}"/>
          </ac:spMkLst>
        </pc:spChg>
        <pc:spChg chg="del">
          <ac:chgData name="Gusti Pangestu" userId="7768735c-5c0d-4d9b-b550-ead0b3c82a30" providerId="ADAL" clId="{F89C377E-197E-465E-A4E6-441D20C309D9}" dt="2022-12-12T04:08:21.056" v="104" actId="700"/>
          <ac:spMkLst>
            <pc:docMk/>
            <pc:sldMk cId="3348046177" sldId="295"/>
            <ac:spMk id="4" creationId="{089CE6B3-AD87-8655-60F1-9C9AD6475A3F}"/>
          </ac:spMkLst>
        </pc:spChg>
        <pc:spChg chg="add mod ord">
          <ac:chgData name="Gusti Pangestu" userId="7768735c-5c0d-4d9b-b550-ead0b3c82a30" providerId="ADAL" clId="{F89C377E-197E-465E-A4E6-441D20C309D9}" dt="2022-12-12T04:09:28.009" v="111" actId="26606"/>
          <ac:spMkLst>
            <pc:docMk/>
            <pc:sldMk cId="3348046177" sldId="295"/>
            <ac:spMk id="5" creationId="{96956050-134C-4B4D-95EF-94CC337F7E10}"/>
          </ac:spMkLst>
        </pc:spChg>
        <pc:picChg chg="add mod">
          <ac:chgData name="Gusti Pangestu" userId="7768735c-5c0d-4d9b-b550-ead0b3c82a30" providerId="ADAL" clId="{F89C377E-197E-465E-A4E6-441D20C309D9}" dt="2022-12-12T04:09:35.553" v="113" actId="1076"/>
          <ac:picMkLst>
            <pc:docMk/>
            <pc:sldMk cId="3348046177" sldId="295"/>
            <ac:picMk id="7" creationId="{8ED4C68A-3D39-5696-BE24-3CB67180B1EC}"/>
          </ac:picMkLst>
        </pc:picChg>
      </pc:sldChg>
      <pc:sldChg chg="del">
        <pc:chgData name="Gusti Pangestu" userId="7768735c-5c0d-4d9b-b550-ead0b3c82a30" providerId="ADAL" clId="{F89C377E-197E-465E-A4E6-441D20C309D9}" dt="2022-12-12T03:55:58.531" v="0" actId="47"/>
        <pc:sldMkLst>
          <pc:docMk/>
          <pc:sldMk cId="2711160603" sldId="296"/>
        </pc:sldMkLst>
      </pc:sldChg>
      <pc:sldChg chg="addSp delSp modSp new mod modClrScheme chgLayout">
        <pc:chgData name="Gusti Pangestu" userId="7768735c-5c0d-4d9b-b550-ead0b3c82a30" providerId="ADAL" clId="{F89C377E-197E-465E-A4E6-441D20C309D9}" dt="2022-12-12T04:12:08.127" v="126" actId="1076"/>
        <pc:sldMkLst>
          <pc:docMk/>
          <pc:sldMk cId="3063669724" sldId="296"/>
        </pc:sldMkLst>
        <pc:spChg chg="del mod ord">
          <ac:chgData name="Gusti Pangestu" userId="7768735c-5c0d-4d9b-b550-ead0b3c82a30" providerId="ADAL" clId="{F89C377E-197E-465E-A4E6-441D20C309D9}" dt="2022-12-12T04:10:20.532" v="118" actId="700"/>
          <ac:spMkLst>
            <pc:docMk/>
            <pc:sldMk cId="3063669724" sldId="296"/>
            <ac:spMk id="2" creationId="{3ECAD0B6-D1BD-F3B6-A9B8-51EEFA43F74D}"/>
          </ac:spMkLst>
        </pc:spChg>
        <pc:spChg chg="del mod ord">
          <ac:chgData name="Gusti Pangestu" userId="7768735c-5c0d-4d9b-b550-ead0b3c82a30" providerId="ADAL" clId="{F89C377E-197E-465E-A4E6-441D20C309D9}" dt="2022-12-12T04:10:20.532" v="118" actId="700"/>
          <ac:spMkLst>
            <pc:docMk/>
            <pc:sldMk cId="3063669724" sldId="296"/>
            <ac:spMk id="3" creationId="{732B1A39-267C-45AF-37D9-FFA7FA97222D}"/>
          </ac:spMkLst>
        </pc:spChg>
        <pc:spChg chg="del">
          <ac:chgData name="Gusti Pangestu" userId="7768735c-5c0d-4d9b-b550-ead0b3c82a30" providerId="ADAL" clId="{F89C377E-197E-465E-A4E6-441D20C309D9}" dt="2022-12-12T04:10:20.532" v="118" actId="700"/>
          <ac:spMkLst>
            <pc:docMk/>
            <pc:sldMk cId="3063669724" sldId="296"/>
            <ac:spMk id="4" creationId="{5CF68DBE-841C-3DA8-244C-024F91F51017}"/>
          </ac:spMkLst>
        </pc:spChg>
        <pc:spChg chg="add mod ord">
          <ac:chgData name="Gusti Pangestu" userId="7768735c-5c0d-4d9b-b550-ead0b3c82a30" providerId="ADAL" clId="{F89C377E-197E-465E-A4E6-441D20C309D9}" dt="2022-12-12T04:11:31.838" v="122"/>
          <ac:spMkLst>
            <pc:docMk/>
            <pc:sldMk cId="3063669724" sldId="296"/>
            <ac:spMk id="5" creationId="{6254C7BE-A9EF-CB6A-02FE-6EF5A0DF5346}"/>
          </ac:spMkLst>
        </pc:spChg>
        <pc:spChg chg="add del mod ord">
          <ac:chgData name="Gusti Pangestu" userId="7768735c-5c0d-4d9b-b550-ead0b3c82a30" providerId="ADAL" clId="{F89C377E-197E-465E-A4E6-441D20C309D9}" dt="2022-12-12T04:11:49.235" v="123" actId="22"/>
          <ac:spMkLst>
            <pc:docMk/>
            <pc:sldMk cId="3063669724" sldId="296"/>
            <ac:spMk id="6" creationId="{F50BD830-4708-A2E8-18B6-847F4B916E70}"/>
          </ac:spMkLst>
        </pc:spChg>
        <pc:picChg chg="add mod ord">
          <ac:chgData name="Gusti Pangestu" userId="7768735c-5c0d-4d9b-b550-ead0b3c82a30" providerId="ADAL" clId="{F89C377E-197E-465E-A4E6-441D20C309D9}" dt="2022-12-12T04:11:52.210" v="124" actId="1076"/>
          <ac:picMkLst>
            <pc:docMk/>
            <pc:sldMk cId="3063669724" sldId="296"/>
            <ac:picMk id="8" creationId="{3538FB60-C180-B265-2EC3-DAC30425BAA7}"/>
          </ac:picMkLst>
        </pc:picChg>
        <pc:picChg chg="add mod">
          <ac:chgData name="Gusti Pangestu" userId="7768735c-5c0d-4d9b-b550-ead0b3c82a30" providerId="ADAL" clId="{F89C377E-197E-465E-A4E6-441D20C309D9}" dt="2022-12-12T04:12:08.127" v="126" actId="1076"/>
          <ac:picMkLst>
            <pc:docMk/>
            <pc:sldMk cId="3063669724" sldId="296"/>
            <ac:picMk id="10" creationId="{C5392B72-EEE8-FDC7-A133-825C93736497}"/>
          </ac:picMkLst>
        </pc:picChg>
      </pc:sldChg>
      <pc:sldChg chg="addSp modSp new mod">
        <pc:chgData name="Gusti Pangestu" userId="7768735c-5c0d-4d9b-b550-ead0b3c82a30" providerId="ADAL" clId="{F89C377E-197E-465E-A4E6-441D20C309D9}" dt="2022-12-12T04:22:00.240" v="153" actId="1076"/>
        <pc:sldMkLst>
          <pc:docMk/>
          <pc:sldMk cId="621401421" sldId="297"/>
        </pc:sldMkLst>
        <pc:spChg chg="mod">
          <ac:chgData name="Gusti Pangestu" userId="7768735c-5c0d-4d9b-b550-ead0b3c82a30" providerId="ADAL" clId="{F89C377E-197E-465E-A4E6-441D20C309D9}" dt="2022-12-12T04:18:04.061" v="143" actId="20577"/>
          <ac:spMkLst>
            <pc:docMk/>
            <pc:sldMk cId="621401421" sldId="297"/>
            <ac:spMk id="2" creationId="{452D5FDC-DA03-E658-F7E9-68D143A9F96A}"/>
          </ac:spMkLst>
        </pc:spChg>
        <pc:spChg chg="mod">
          <ac:chgData name="Gusti Pangestu" userId="7768735c-5c0d-4d9b-b550-ead0b3c82a30" providerId="ADAL" clId="{F89C377E-197E-465E-A4E6-441D20C309D9}" dt="2022-12-12T04:21:45.727" v="149"/>
          <ac:spMkLst>
            <pc:docMk/>
            <pc:sldMk cId="621401421" sldId="297"/>
            <ac:spMk id="3" creationId="{F70348FD-010B-6A2E-87EB-B9DA5F3AA1C9}"/>
          </ac:spMkLst>
        </pc:spChg>
        <pc:picChg chg="add mod">
          <ac:chgData name="Gusti Pangestu" userId="7768735c-5c0d-4d9b-b550-ead0b3c82a30" providerId="ADAL" clId="{F89C377E-197E-465E-A4E6-441D20C309D9}" dt="2022-12-12T04:22:00.240" v="153" actId="1076"/>
          <ac:picMkLst>
            <pc:docMk/>
            <pc:sldMk cId="621401421" sldId="297"/>
            <ac:picMk id="5" creationId="{F5FE04FC-EA88-C3EB-3A93-760D109BDA33}"/>
          </ac:picMkLst>
        </pc:picChg>
      </pc:sldChg>
      <pc:sldChg chg="del">
        <pc:chgData name="Gusti Pangestu" userId="7768735c-5c0d-4d9b-b550-ead0b3c82a30" providerId="ADAL" clId="{F89C377E-197E-465E-A4E6-441D20C309D9}" dt="2022-12-12T03:55:58.531" v="0" actId="47"/>
        <pc:sldMkLst>
          <pc:docMk/>
          <pc:sldMk cId="1881632681" sldId="297"/>
        </pc:sldMkLst>
      </pc:sldChg>
      <pc:sldChg chg="modSp new del mod">
        <pc:chgData name="Gusti Pangestu" userId="7768735c-5c0d-4d9b-b550-ead0b3c82a30" providerId="ADAL" clId="{F89C377E-197E-465E-A4E6-441D20C309D9}" dt="2022-12-12T04:10:15.729" v="117" actId="47"/>
        <pc:sldMkLst>
          <pc:docMk/>
          <pc:sldMk cId="2276760796" sldId="297"/>
        </pc:sldMkLst>
        <pc:spChg chg="mod">
          <ac:chgData name="Gusti Pangestu" userId="7768735c-5c0d-4d9b-b550-ead0b3c82a30" providerId="ADAL" clId="{F89C377E-197E-465E-A4E6-441D20C309D9}" dt="2022-12-12T04:10:06.051" v="116"/>
          <ac:spMkLst>
            <pc:docMk/>
            <pc:sldMk cId="2276760796" sldId="297"/>
            <ac:spMk id="2" creationId="{18948BA6-6A10-6BE9-66FA-5C1C98EE3ECE}"/>
          </ac:spMkLst>
        </pc:spChg>
      </pc:sldChg>
      <pc:sldChg chg="addSp delSp modSp new mod">
        <pc:chgData name="Gusti Pangestu" userId="7768735c-5c0d-4d9b-b550-ead0b3c82a30" providerId="ADAL" clId="{F89C377E-197E-465E-A4E6-441D20C309D9}" dt="2022-12-12T04:22:22.276" v="157" actId="1076"/>
        <pc:sldMkLst>
          <pc:docMk/>
          <pc:sldMk cId="1357288573" sldId="298"/>
        </pc:sldMkLst>
        <pc:spChg chg="del">
          <ac:chgData name="Gusti Pangestu" userId="7768735c-5c0d-4d9b-b550-ead0b3c82a30" providerId="ADAL" clId="{F89C377E-197E-465E-A4E6-441D20C309D9}" dt="2022-12-12T04:22:13.897" v="156" actId="478"/>
          <ac:spMkLst>
            <pc:docMk/>
            <pc:sldMk cId="1357288573" sldId="298"/>
            <ac:spMk id="2" creationId="{83D9939C-8FE4-CDB5-3D3C-87DD53859764}"/>
          </ac:spMkLst>
        </pc:spChg>
        <pc:spChg chg="del">
          <ac:chgData name="Gusti Pangestu" userId="7768735c-5c0d-4d9b-b550-ead0b3c82a30" providerId="ADAL" clId="{F89C377E-197E-465E-A4E6-441D20C309D9}" dt="2022-12-12T04:22:11.647" v="155" actId="22"/>
          <ac:spMkLst>
            <pc:docMk/>
            <pc:sldMk cId="1357288573" sldId="298"/>
            <ac:spMk id="3" creationId="{966E835B-EADC-9C9C-B817-C3317979AA77}"/>
          </ac:spMkLst>
        </pc:spChg>
        <pc:picChg chg="add mod ord">
          <ac:chgData name="Gusti Pangestu" userId="7768735c-5c0d-4d9b-b550-ead0b3c82a30" providerId="ADAL" clId="{F89C377E-197E-465E-A4E6-441D20C309D9}" dt="2022-12-12T04:22:22.276" v="157" actId="1076"/>
          <ac:picMkLst>
            <pc:docMk/>
            <pc:sldMk cId="1357288573" sldId="298"/>
            <ac:picMk id="5" creationId="{C86D2C45-B8FC-05CC-2B05-8E40F7AE9447}"/>
          </ac:picMkLst>
        </pc:picChg>
      </pc:sldChg>
      <pc:sldChg chg="del">
        <pc:chgData name="Gusti Pangestu" userId="7768735c-5c0d-4d9b-b550-ead0b3c82a30" providerId="ADAL" clId="{F89C377E-197E-465E-A4E6-441D20C309D9}" dt="2022-12-12T03:55:58.531" v="0" actId="47"/>
        <pc:sldMkLst>
          <pc:docMk/>
          <pc:sldMk cId="2531925851" sldId="298"/>
        </pc:sldMkLst>
      </pc:sldChg>
      <pc:sldChg chg="del">
        <pc:chgData name="Gusti Pangestu" userId="7768735c-5c0d-4d9b-b550-ead0b3c82a30" providerId="ADAL" clId="{F89C377E-197E-465E-A4E6-441D20C309D9}" dt="2022-12-12T03:55:58.531" v="0" actId="47"/>
        <pc:sldMkLst>
          <pc:docMk/>
          <pc:sldMk cId="1883384608" sldId="299"/>
        </pc:sldMkLst>
      </pc:sldChg>
      <pc:sldChg chg="addSp delSp modSp new mod">
        <pc:chgData name="Gusti Pangestu" userId="7768735c-5c0d-4d9b-b550-ead0b3c82a30" providerId="ADAL" clId="{F89C377E-197E-465E-A4E6-441D20C309D9}" dt="2022-12-12T04:32:51.874" v="169" actId="14100"/>
        <pc:sldMkLst>
          <pc:docMk/>
          <pc:sldMk cId="3892804438" sldId="299"/>
        </pc:sldMkLst>
        <pc:spChg chg="mod">
          <ac:chgData name="Gusti Pangestu" userId="7768735c-5c0d-4d9b-b550-ead0b3c82a30" providerId="ADAL" clId="{F89C377E-197E-465E-A4E6-441D20C309D9}" dt="2022-12-12T04:31:44.631" v="159"/>
          <ac:spMkLst>
            <pc:docMk/>
            <pc:sldMk cId="3892804438" sldId="299"/>
            <ac:spMk id="2" creationId="{843DF6D6-59BC-C212-6A9F-3A0960DCF985}"/>
          </ac:spMkLst>
        </pc:spChg>
        <pc:spChg chg="del">
          <ac:chgData name="Gusti Pangestu" userId="7768735c-5c0d-4d9b-b550-ead0b3c82a30" providerId="ADAL" clId="{F89C377E-197E-465E-A4E6-441D20C309D9}" dt="2022-12-12T04:32:03.624" v="160" actId="22"/>
          <ac:spMkLst>
            <pc:docMk/>
            <pc:sldMk cId="3892804438" sldId="299"/>
            <ac:spMk id="3" creationId="{7540F592-E92F-5605-0AE5-D3C32CA10702}"/>
          </ac:spMkLst>
        </pc:spChg>
        <pc:spChg chg="add mod">
          <ac:chgData name="Gusti Pangestu" userId="7768735c-5c0d-4d9b-b550-ead0b3c82a30" providerId="ADAL" clId="{F89C377E-197E-465E-A4E6-441D20C309D9}" dt="2022-12-12T04:32:51.874" v="169" actId="14100"/>
          <ac:spMkLst>
            <pc:docMk/>
            <pc:sldMk cId="3892804438" sldId="299"/>
            <ac:spMk id="7" creationId="{041220A7-A060-4714-BE56-B40B93436E6E}"/>
          </ac:spMkLst>
        </pc:spChg>
        <pc:picChg chg="add mod ord">
          <ac:chgData name="Gusti Pangestu" userId="7768735c-5c0d-4d9b-b550-ead0b3c82a30" providerId="ADAL" clId="{F89C377E-197E-465E-A4E6-441D20C309D9}" dt="2022-12-12T04:32:09.929" v="161" actId="1076"/>
          <ac:picMkLst>
            <pc:docMk/>
            <pc:sldMk cId="3892804438" sldId="299"/>
            <ac:picMk id="5" creationId="{5F05C273-1EDE-7F07-7C1F-C3C0CE73FE91}"/>
          </ac:picMkLst>
        </pc:picChg>
      </pc:sldChg>
      <pc:sldChg chg="del">
        <pc:chgData name="Gusti Pangestu" userId="7768735c-5c0d-4d9b-b550-ead0b3c82a30" providerId="ADAL" clId="{F89C377E-197E-465E-A4E6-441D20C309D9}" dt="2022-12-12T03:55:58.531" v="0" actId="47"/>
        <pc:sldMkLst>
          <pc:docMk/>
          <pc:sldMk cId="23841198" sldId="300"/>
        </pc:sldMkLst>
      </pc:sldChg>
      <pc:sldChg chg="addSp delSp modSp new mod">
        <pc:chgData name="Gusti Pangestu" userId="7768735c-5c0d-4d9b-b550-ead0b3c82a30" providerId="ADAL" clId="{F89C377E-197E-465E-A4E6-441D20C309D9}" dt="2022-12-12T04:34:43.590" v="190" actId="20577"/>
        <pc:sldMkLst>
          <pc:docMk/>
          <pc:sldMk cId="3986061941" sldId="300"/>
        </pc:sldMkLst>
        <pc:spChg chg="del">
          <ac:chgData name="Gusti Pangestu" userId="7768735c-5c0d-4d9b-b550-ead0b3c82a30" providerId="ADAL" clId="{F89C377E-197E-465E-A4E6-441D20C309D9}" dt="2022-12-12T04:33:06.266" v="171" actId="478"/>
          <ac:spMkLst>
            <pc:docMk/>
            <pc:sldMk cId="3986061941" sldId="300"/>
            <ac:spMk id="2" creationId="{DD55494B-D2FD-ECB3-5CDD-0BF906ABF22D}"/>
          </ac:spMkLst>
        </pc:spChg>
        <pc:spChg chg="del">
          <ac:chgData name="Gusti Pangestu" userId="7768735c-5c0d-4d9b-b550-ead0b3c82a30" providerId="ADAL" clId="{F89C377E-197E-465E-A4E6-441D20C309D9}" dt="2022-12-12T04:33:07.881" v="172" actId="478"/>
          <ac:spMkLst>
            <pc:docMk/>
            <pc:sldMk cId="3986061941" sldId="300"/>
            <ac:spMk id="3" creationId="{E9D49306-2F54-A3A7-6A61-26B481EA2EA9}"/>
          </ac:spMkLst>
        </pc:spChg>
        <pc:spChg chg="add mod">
          <ac:chgData name="Gusti Pangestu" userId="7768735c-5c0d-4d9b-b550-ead0b3c82a30" providerId="ADAL" clId="{F89C377E-197E-465E-A4E6-441D20C309D9}" dt="2022-12-12T04:34:43.590" v="190" actId="20577"/>
          <ac:spMkLst>
            <pc:docMk/>
            <pc:sldMk cId="3986061941" sldId="300"/>
            <ac:spMk id="9" creationId="{03545CA6-31C3-AEBE-B612-ECAAEFBE32AB}"/>
          </ac:spMkLst>
        </pc:spChg>
        <pc:picChg chg="add mod">
          <ac:chgData name="Gusti Pangestu" userId="7768735c-5c0d-4d9b-b550-ead0b3c82a30" providerId="ADAL" clId="{F89C377E-197E-465E-A4E6-441D20C309D9}" dt="2022-12-12T04:34:22.591" v="179" actId="1076"/>
          <ac:picMkLst>
            <pc:docMk/>
            <pc:sldMk cId="3986061941" sldId="300"/>
            <ac:picMk id="5" creationId="{C5BE5FF8-A686-55F2-0CE0-0E3ADED8EE2E}"/>
          </ac:picMkLst>
        </pc:picChg>
        <pc:picChg chg="add mod">
          <ac:chgData name="Gusti Pangestu" userId="7768735c-5c0d-4d9b-b550-ead0b3c82a30" providerId="ADAL" clId="{F89C377E-197E-465E-A4E6-441D20C309D9}" dt="2022-12-12T04:33:33.347" v="176" actId="1076"/>
          <ac:picMkLst>
            <pc:docMk/>
            <pc:sldMk cId="3986061941" sldId="300"/>
            <ac:picMk id="7" creationId="{D5234021-11BA-51B7-6E1F-9DBA714E04B7}"/>
          </ac:picMkLst>
        </pc:picChg>
      </pc:sldChg>
      <pc:sldChg chg="del">
        <pc:chgData name="Gusti Pangestu" userId="7768735c-5c0d-4d9b-b550-ead0b3c82a30" providerId="ADAL" clId="{F89C377E-197E-465E-A4E6-441D20C309D9}" dt="2022-12-12T03:55:58.531" v="0" actId="47"/>
        <pc:sldMkLst>
          <pc:docMk/>
          <pc:sldMk cId="2336243321" sldId="301"/>
        </pc:sldMkLst>
      </pc:sldChg>
      <pc:sldChg chg="addSp delSp modSp new mod">
        <pc:chgData name="Gusti Pangestu" userId="7768735c-5c0d-4d9b-b550-ead0b3c82a30" providerId="ADAL" clId="{F89C377E-197E-465E-A4E6-441D20C309D9}" dt="2022-12-12T04:36:05.277" v="215" actId="20577"/>
        <pc:sldMkLst>
          <pc:docMk/>
          <pc:sldMk cId="2956555080" sldId="301"/>
        </pc:sldMkLst>
        <pc:spChg chg="del">
          <ac:chgData name="Gusti Pangestu" userId="7768735c-5c0d-4d9b-b550-ead0b3c82a30" providerId="ADAL" clId="{F89C377E-197E-465E-A4E6-441D20C309D9}" dt="2022-12-12T04:34:55.823" v="193" actId="478"/>
          <ac:spMkLst>
            <pc:docMk/>
            <pc:sldMk cId="2956555080" sldId="301"/>
            <ac:spMk id="2" creationId="{F9493BD0-EF77-8A4B-0727-125FD8C6DE6B}"/>
          </ac:spMkLst>
        </pc:spChg>
        <pc:spChg chg="del">
          <ac:chgData name="Gusti Pangestu" userId="7768735c-5c0d-4d9b-b550-ead0b3c82a30" providerId="ADAL" clId="{F89C377E-197E-465E-A4E6-441D20C309D9}" dt="2022-12-12T04:34:53.857" v="192" actId="22"/>
          <ac:spMkLst>
            <pc:docMk/>
            <pc:sldMk cId="2956555080" sldId="301"/>
            <ac:spMk id="3" creationId="{9E1123CC-5E98-0BC5-7DAE-A923B98E7C21}"/>
          </ac:spMkLst>
        </pc:spChg>
        <pc:spChg chg="add mod">
          <ac:chgData name="Gusti Pangestu" userId="7768735c-5c0d-4d9b-b550-ead0b3c82a30" providerId="ADAL" clId="{F89C377E-197E-465E-A4E6-441D20C309D9}" dt="2022-12-12T04:36:05.277" v="215" actId="20577"/>
          <ac:spMkLst>
            <pc:docMk/>
            <pc:sldMk cId="2956555080" sldId="301"/>
            <ac:spMk id="7" creationId="{7F30A97F-3686-A475-5844-203D126530C4}"/>
          </ac:spMkLst>
        </pc:spChg>
        <pc:picChg chg="add mod ord">
          <ac:chgData name="Gusti Pangestu" userId="7768735c-5c0d-4d9b-b550-ead0b3c82a30" providerId="ADAL" clId="{F89C377E-197E-465E-A4E6-441D20C309D9}" dt="2022-12-12T04:35:46.693" v="204" actId="1076"/>
          <ac:picMkLst>
            <pc:docMk/>
            <pc:sldMk cId="2956555080" sldId="301"/>
            <ac:picMk id="5" creationId="{65A2DFD2-C0AF-A92A-7A87-5F5EBE1ACF21}"/>
          </ac:picMkLst>
        </pc:picChg>
      </pc:sldChg>
      <pc:sldChg chg="modSp new mod">
        <pc:chgData name="Gusti Pangestu" userId="7768735c-5c0d-4d9b-b550-ead0b3c82a30" providerId="ADAL" clId="{F89C377E-197E-465E-A4E6-441D20C309D9}" dt="2022-12-12T06:09:13.183" v="297" actId="20577"/>
        <pc:sldMkLst>
          <pc:docMk/>
          <pc:sldMk cId="687154644" sldId="302"/>
        </pc:sldMkLst>
        <pc:spChg chg="mod">
          <ac:chgData name="Gusti Pangestu" userId="7768735c-5c0d-4d9b-b550-ead0b3c82a30" providerId="ADAL" clId="{F89C377E-197E-465E-A4E6-441D20C309D9}" dt="2022-12-12T04:37:27.180" v="273" actId="20577"/>
          <ac:spMkLst>
            <pc:docMk/>
            <pc:sldMk cId="687154644" sldId="302"/>
            <ac:spMk id="2" creationId="{7E8B917B-D9E0-E6ED-7162-3BBE6A2AFA8A}"/>
          </ac:spMkLst>
        </pc:spChg>
        <pc:spChg chg="mod">
          <ac:chgData name="Gusti Pangestu" userId="7768735c-5c0d-4d9b-b550-ead0b3c82a30" providerId="ADAL" clId="{F89C377E-197E-465E-A4E6-441D20C309D9}" dt="2022-12-12T06:09:13.183" v="297" actId="20577"/>
          <ac:spMkLst>
            <pc:docMk/>
            <pc:sldMk cId="687154644" sldId="302"/>
            <ac:spMk id="3" creationId="{30C6F67E-1398-3833-A19E-16372D4FDB04}"/>
          </ac:spMkLst>
        </pc:spChg>
      </pc:sldChg>
      <pc:sldChg chg="del">
        <pc:chgData name="Gusti Pangestu" userId="7768735c-5c0d-4d9b-b550-ead0b3c82a30" providerId="ADAL" clId="{F89C377E-197E-465E-A4E6-441D20C309D9}" dt="2022-12-12T03:55:58.531" v="0" actId="47"/>
        <pc:sldMkLst>
          <pc:docMk/>
          <pc:sldMk cId="2246630029" sldId="302"/>
        </pc:sldMkLst>
      </pc:sldChg>
      <pc:sldChg chg="del">
        <pc:chgData name="Gusti Pangestu" userId="7768735c-5c0d-4d9b-b550-ead0b3c82a30" providerId="ADAL" clId="{F89C377E-197E-465E-A4E6-441D20C309D9}" dt="2022-12-12T03:55:58.531" v="0" actId="47"/>
        <pc:sldMkLst>
          <pc:docMk/>
          <pc:sldMk cId="2427825456" sldId="303"/>
        </pc:sldMkLst>
      </pc:sldChg>
      <pc:sldChg chg="addSp delSp modSp new mod">
        <pc:chgData name="Gusti Pangestu" userId="7768735c-5c0d-4d9b-b550-ead0b3c82a30" providerId="ADAL" clId="{F89C377E-197E-465E-A4E6-441D20C309D9}" dt="2022-12-12T04:36:50.189" v="258" actId="26606"/>
        <pc:sldMkLst>
          <pc:docMk/>
          <pc:sldMk cId="4200006546" sldId="303"/>
        </pc:sldMkLst>
        <pc:spChg chg="mod">
          <ac:chgData name="Gusti Pangestu" userId="7768735c-5c0d-4d9b-b550-ead0b3c82a30" providerId="ADAL" clId="{F89C377E-197E-465E-A4E6-441D20C309D9}" dt="2022-12-12T04:36:50.189" v="258" actId="26606"/>
          <ac:spMkLst>
            <pc:docMk/>
            <pc:sldMk cId="4200006546" sldId="303"/>
            <ac:spMk id="2" creationId="{095879F1-8A23-188B-7AC2-C780A87B5878}"/>
          </ac:spMkLst>
        </pc:spChg>
        <pc:spChg chg="del">
          <ac:chgData name="Gusti Pangestu" userId="7768735c-5c0d-4d9b-b550-ead0b3c82a30" providerId="ADAL" clId="{F89C377E-197E-465E-A4E6-441D20C309D9}" dt="2022-12-12T04:36:41.836" v="256" actId="22"/>
          <ac:spMkLst>
            <pc:docMk/>
            <pc:sldMk cId="4200006546" sldId="303"/>
            <ac:spMk id="3" creationId="{C7A507F8-33B2-7C86-C28F-83CEDF342ABB}"/>
          </ac:spMkLst>
        </pc:spChg>
        <pc:picChg chg="add mod ord">
          <ac:chgData name="Gusti Pangestu" userId="7768735c-5c0d-4d9b-b550-ead0b3c82a30" providerId="ADAL" clId="{F89C377E-197E-465E-A4E6-441D20C309D9}" dt="2022-12-12T04:36:50.189" v="258" actId="26606"/>
          <ac:picMkLst>
            <pc:docMk/>
            <pc:sldMk cId="4200006546" sldId="303"/>
            <ac:picMk id="5" creationId="{C46C37FA-973A-433C-23DE-092639AC63A9}"/>
          </ac:picMkLst>
        </pc:picChg>
      </pc:sldChg>
      <pc:sldChg chg="del">
        <pc:chgData name="Gusti Pangestu" userId="7768735c-5c0d-4d9b-b550-ead0b3c82a30" providerId="ADAL" clId="{F89C377E-197E-465E-A4E6-441D20C309D9}" dt="2022-12-12T03:55:58.531" v="0" actId="47"/>
        <pc:sldMkLst>
          <pc:docMk/>
          <pc:sldMk cId="1646206652" sldId="304"/>
        </pc:sldMkLst>
      </pc:sldChg>
      <pc:sldChg chg="del">
        <pc:chgData name="Gusti Pangestu" userId="7768735c-5c0d-4d9b-b550-ead0b3c82a30" providerId="ADAL" clId="{F89C377E-197E-465E-A4E6-441D20C309D9}" dt="2022-12-12T03:55:58.531" v="0" actId="47"/>
        <pc:sldMkLst>
          <pc:docMk/>
          <pc:sldMk cId="1188252766" sldId="305"/>
        </pc:sldMkLst>
      </pc:sldChg>
      <pc:sldChg chg="del">
        <pc:chgData name="Gusti Pangestu" userId="7768735c-5c0d-4d9b-b550-ead0b3c82a30" providerId="ADAL" clId="{F89C377E-197E-465E-A4E6-441D20C309D9}" dt="2022-12-12T03:55:58.531" v="0" actId="47"/>
        <pc:sldMkLst>
          <pc:docMk/>
          <pc:sldMk cId="3237010557" sldId="306"/>
        </pc:sldMkLst>
      </pc:sldChg>
      <pc:sldChg chg="del">
        <pc:chgData name="Gusti Pangestu" userId="7768735c-5c0d-4d9b-b550-ead0b3c82a30" providerId="ADAL" clId="{F89C377E-197E-465E-A4E6-441D20C309D9}" dt="2022-12-12T03:55:58.531" v="0" actId="47"/>
        <pc:sldMkLst>
          <pc:docMk/>
          <pc:sldMk cId="934571703" sldId="307"/>
        </pc:sldMkLst>
      </pc:sldChg>
      <pc:sldChg chg="del">
        <pc:chgData name="Gusti Pangestu" userId="7768735c-5c0d-4d9b-b550-ead0b3c82a30" providerId="ADAL" clId="{F89C377E-197E-465E-A4E6-441D20C309D9}" dt="2022-12-12T03:55:58.531" v="0" actId="47"/>
        <pc:sldMkLst>
          <pc:docMk/>
          <pc:sldMk cId="1490100694" sldId="308"/>
        </pc:sldMkLst>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C85BC696-B738-F53D-98D5-65753C315CC0}"/>
    <pc:docChg chg="addSld delSld modSld modSection">
      <pc:chgData name="Gusti Pangestu" userId="S::gusti.pangestu@binus.ac.id::7768735c-5c0d-4d9b-b550-ead0b3c82a30" providerId="AD" clId="Web-{C85BC696-B738-F53D-98D5-65753C315CC0}" dt="2022-11-17T07:11:17.053" v="77" actId="20577"/>
      <pc:docMkLst>
        <pc:docMk/>
      </pc:docMkLst>
      <pc:sldChg chg="modSp">
        <pc:chgData name="Gusti Pangestu" userId="S::gusti.pangestu@binus.ac.id::7768735c-5c0d-4d9b-b550-ead0b3c82a30" providerId="AD" clId="Web-{C85BC696-B738-F53D-98D5-65753C315CC0}" dt="2022-11-17T06:32:55.635" v="2" actId="20577"/>
        <pc:sldMkLst>
          <pc:docMk/>
          <pc:sldMk cId="1545682022" sldId="290"/>
        </pc:sldMkLst>
        <pc:spChg chg="mod">
          <ac:chgData name="Gusti Pangestu" userId="S::gusti.pangestu@binus.ac.id::7768735c-5c0d-4d9b-b550-ead0b3c82a30" providerId="AD" clId="Web-{C85BC696-B738-F53D-98D5-65753C315CC0}" dt="2022-11-17T06:32:55.635" v="2" actId="20577"/>
          <ac:spMkLst>
            <pc:docMk/>
            <pc:sldMk cId="1545682022" sldId="290"/>
            <ac:spMk id="3" creationId="{CFBE6DC7-A61F-27FA-B9A7-7018AFBF0075}"/>
          </ac:spMkLst>
        </pc:spChg>
      </pc:sldChg>
      <pc:sldChg chg="addSp modSp new">
        <pc:chgData name="Gusti Pangestu" userId="S::gusti.pangestu@binus.ac.id::7768735c-5c0d-4d9b-b550-ead0b3c82a30" providerId="AD" clId="Web-{C85BC696-B738-F53D-98D5-65753C315CC0}" dt="2022-11-17T06:37:53.437" v="44" actId="14100"/>
        <pc:sldMkLst>
          <pc:docMk/>
          <pc:sldMk cId="862529639" sldId="291"/>
        </pc:sldMkLst>
        <pc:spChg chg="mod">
          <ac:chgData name="Gusti Pangestu" userId="S::gusti.pangestu@binus.ac.id::7768735c-5c0d-4d9b-b550-ead0b3c82a30" providerId="AD" clId="Web-{C85BC696-B738-F53D-98D5-65753C315CC0}" dt="2022-11-17T06:34:03.261" v="33" actId="20577"/>
          <ac:spMkLst>
            <pc:docMk/>
            <pc:sldMk cId="862529639" sldId="291"/>
            <ac:spMk id="2" creationId="{244DCDDE-684F-4312-619A-1B0E60F01277}"/>
          </ac:spMkLst>
        </pc:spChg>
        <pc:spChg chg="mod">
          <ac:chgData name="Gusti Pangestu" userId="S::gusti.pangestu@binus.ac.id::7768735c-5c0d-4d9b-b550-ead0b3c82a30" providerId="AD" clId="Web-{C85BC696-B738-F53D-98D5-65753C315CC0}" dt="2022-11-17T06:37:46.906" v="41" actId="20577"/>
          <ac:spMkLst>
            <pc:docMk/>
            <pc:sldMk cId="862529639" sldId="291"/>
            <ac:spMk id="3" creationId="{B6F4EBE5-9772-CE07-35BD-983FAFE4DE40}"/>
          </ac:spMkLst>
        </pc:spChg>
        <pc:picChg chg="add mod">
          <ac:chgData name="Gusti Pangestu" userId="S::gusti.pangestu@binus.ac.id::7768735c-5c0d-4d9b-b550-ead0b3c82a30" providerId="AD" clId="Web-{C85BC696-B738-F53D-98D5-65753C315CC0}" dt="2022-11-17T06:37:53.437" v="44" actId="14100"/>
          <ac:picMkLst>
            <pc:docMk/>
            <pc:sldMk cId="862529639" sldId="291"/>
            <ac:picMk id="4" creationId="{70D5BA5C-FA3A-0440-DE06-470582C8BDA3}"/>
          </ac:picMkLst>
        </pc:picChg>
      </pc:sldChg>
      <pc:sldChg chg="del">
        <pc:chgData name="Gusti Pangestu" userId="S::gusti.pangestu@binus.ac.id::7768735c-5c0d-4d9b-b550-ead0b3c82a30" providerId="AD" clId="Web-{C85BC696-B738-F53D-98D5-65753C315CC0}" dt="2022-11-17T06:33:01.244" v="27"/>
        <pc:sldMkLst>
          <pc:docMk/>
          <pc:sldMk cId="3825084955" sldId="291"/>
        </pc:sldMkLst>
      </pc:sldChg>
      <pc:sldChg chg="addSp delSp modSp new">
        <pc:chgData name="Gusti Pangestu" userId="S::gusti.pangestu@binus.ac.id::7768735c-5c0d-4d9b-b550-ead0b3c82a30" providerId="AD" clId="Web-{C85BC696-B738-F53D-98D5-65753C315CC0}" dt="2022-11-17T07:10:35.130" v="68" actId="1076"/>
        <pc:sldMkLst>
          <pc:docMk/>
          <pc:sldMk cId="389853168" sldId="292"/>
        </pc:sldMkLst>
        <pc:spChg chg="del">
          <ac:chgData name="Gusti Pangestu" userId="S::gusti.pangestu@binus.ac.id::7768735c-5c0d-4d9b-b550-ead0b3c82a30" providerId="AD" clId="Web-{C85BC696-B738-F53D-98D5-65753C315CC0}" dt="2022-11-17T06:38:07.391" v="46"/>
          <ac:spMkLst>
            <pc:docMk/>
            <pc:sldMk cId="389853168" sldId="292"/>
            <ac:spMk id="2" creationId="{AFC24774-3A58-F649-0FFD-536B83B88AB0}"/>
          </ac:spMkLst>
        </pc:spChg>
        <pc:spChg chg="mod">
          <ac:chgData name="Gusti Pangestu" userId="S::gusti.pangestu@binus.ac.id::7768735c-5c0d-4d9b-b550-ead0b3c82a30" providerId="AD" clId="Web-{C85BC696-B738-F53D-98D5-65753C315CC0}" dt="2022-11-17T07:10:26.161" v="64" actId="20577"/>
          <ac:spMkLst>
            <pc:docMk/>
            <pc:sldMk cId="389853168" sldId="292"/>
            <ac:spMk id="3" creationId="{069F0CBE-BF2F-2E87-932C-82337BE12E1D}"/>
          </ac:spMkLst>
        </pc:spChg>
        <pc:picChg chg="add mod">
          <ac:chgData name="Gusti Pangestu" userId="S::gusti.pangestu@binus.ac.id::7768735c-5c0d-4d9b-b550-ead0b3c82a30" providerId="AD" clId="Web-{C85BC696-B738-F53D-98D5-65753C315CC0}" dt="2022-11-17T07:01:19.381" v="53" actId="1076"/>
          <ac:picMkLst>
            <pc:docMk/>
            <pc:sldMk cId="389853168" sldId="292"/>
            <ac:picMk id="2" creationId="{B798C832-8BC3-6D81-BBB8-D67155B95F57}"/>
          </ac:picMkLst>
        </pc:picChg>
        <pc:picChg chg="add del">
          <ac:chgData name="Gusti Pangestu" userId="S::gusti.pangestu@binus.ac.id::7768735c-5c0d-4d9b-b550-ead0b3c82a30" providerId="AD" clId="Web-{C85BC696-B738-F53D-98D5-65753C315CC0}" dt="2022-11-17T07:09:57.489" v="59"/>
          <ac:picMkLst>
            <pc:docMk/>
            <pc:sldMk cId="389853168" sldId="292"/>
            <ac:picMk id="4" creationId="{5E39D01C-490A-1C84-05EF-D37719F24D7A}"/>
          </ac:picMkLst>
        </pc:picChg>
        <pc:picChg chg="add mod">
          <ac:chgData name="Gusti Pangestu" userId="S::gusti.pangestu@binus.ac.id::7768735c-5c0d-4d9b-b550-ead0b3c82a30" providerId="AD" clId="Web-{C85BC696-B738-F53D-98D5-65753C315CC0}" dt="2022-11-17T07:10:35.130" v="68" actId="1076"/>
          <ac:picMkLst>
            <pc:docMk/>
            <pc:sldMk cId="389853168" sldId="292"/>
            <ac:picMk id="5" creationId="{A4B19CA3-4795-14F0-0103-63A109236D89}"/>
          </ac:picMkLst>
        </pc:picChg>
      </pc:sldChg>
      <pc:sldChg chg="del">
        <pc:chgData name="Gusti Pangestu" userId="S::gusti.pangestu@binus.ac.id::7768735c-5c0d-4d9b-b550-ead0b3c82a30" providerId="AD" clId="Web-{C85BC696-B738-F53D-98D5-65753C315CC0}" dt="2022-11-17T06:33:01.229" v="26"/>
        <pc:sldMkLst>
          <pc:docMk/>
          <pc:sldMk cId="1339754843" sldId="292"/>
        </pc:sldMkLst>
      </pc:sldChg>
      <pc:sldChg chg="del">
        <pc:chgData name="Gusti Pangestu" userId="S::gusti.pangestu@binus.ac.id::7768735c-5c0d-4d9b-b550-ead0b3c82a30" providerId="AD" clId="Web-{C85BC696-B738-F53D-98D5-65753C315CC0}" dt="2022-11-17T06:33:01.229" v="25"/>
        <pc:sldMkLst>
          <pc:docMk/>
          <pc:sldMk cId="1054886527" sldId="293"/>
        </pc:sldMkLst>
      </pc:sldChg>
      <pc:sldChg chg="modSp new">
        <pc:chgData name="Gusti Pangestu" userId="S::gusti.pangestu@binus.ac.id::7768735c-5c0d-4d9b-b550-ead0b3c82a30" providerId="AD" clId="Web-{C85BC696-B738-F53D-98D5-65753C315CC0}" dt="2022-11-17T07:11:17.053" v="77" actId="20577"/>
        <pc:sldMkLst>
          <pc:docMk/>
          <pc:sldMk cId="3520273111" sldId="293"/>
        </pc:sldMkLst>
        <pc:spChg chg="mod">
          <ac:chgData name="Gusti Pangestu" userId="S::gusti.pangestu@binus.ac.id::7768735c-5c0d-4d9b-b550-ead0b3c82a30" providerId="AD" clId="Web-{C85BC696-B738-F53D-98D5-65753C315CC0}" dt="2022-11-17T07:11:00.537" v="72" actId="20577"/>
          <ac:spMkLst>
            <pc:docMk/>
            <pc:sldMk cId="3520273111" sldId="293"/>
            <ac:spMk id="2" creationId="{A824AE3C-3D9A-98B0-604B-30A020B57517}"/>
          </ac:spMkLst>
        </pc:spChg>
        <pc:spChg chg="mod">
          <ac:chgData name="Gusti Pangestu" userId="S::gusti.pangestu@binus.ac.id::7768735c-5c0d-4d9b-b550-ead0b3c82a30" providerId="AD" clId="Web-{C85BC696-B738-F53D-98D5-65753C315CC0}" dt="2022-11-17T07:11:17.053" v="77" actId="20577"/>
          <ac:spMkLst>
            <pc:docMk/>
            <pc:sldMk cId="3520273111" sldId="293"/>
            <ac:spMk id="3" creationId="{7332E425-2FBF-9FAC-F086-989178224689}"/>
          </ac:spMkLst>
        </pc:spChg>
      </pc:sldChg>
      <pc:sldChg chg="del">
        <pc:chgData name="Gusti Pangestu" userId="S::gusti.pangestu@binus.ac.id::7768735c-5c0d-4d9b-b550-ead0b3c82a30" providerId="AD" clId="Web-{C85BC696-B738-F53D-98D5-65753C315CC0}" dt="2022-11-17T06:33:01.229" v="24"/>
        <pc:sldMkLst>
          <pc:docMk/>
          <pc:sldMk cId="684104041" sldId="294"/>
        </pc:sldMkLst>
      </pc:sldChg>
      <pc:sldChg chg="del">
        <pc:chgData name="Gusti Pangestu" userId="S::gusti.pangestu@binus.ac.id::7768735c-5c0d-4d9b-b550-ead0b3c82a30" providerId="AD" clId="Web-{C85BC696-B738-F53D-98D5-65753C315CC0}" dt="2022-11-17T06:33:01.229" v="23"/>
        <pc:sldMkLst>
          <pc:docMk/>
          <pc:sldMk cId="3833624046" sldId="295"/>
        </pc:sldMkLst>
      </pc:sldChg>
      <pc:sldChg chg="del">
        <pc:chgData name="Gusti Pangestu" userId="S::gusti.pangestu@binus.ac.id::7768735c-5c0d-4d9b-b550-ead0b3c82a30" providerId="AD" clId="Web-{C85BC696-B738-F53D-98D5-65753C315CC0}" dt="2022-11-17T06:33:01.229" v="22"/>
        <pc:sldMkLst>
          <pc:docMk/>
          <pc:sldMk cId="2301636605" sldId="296"/>
        </pc:sldMkLst>
      </pc:sldChg>
      <pc:sldChg chg="del">
        <pc:chgData name="Gusti Pangestu" userId="S::gusti.pangestu@binus.ac.id::7768735c-5c0d-4d9b-b550-ead0b3c82a30" providerId="AD" clId="Web-{C85BC696-B738-F53D-98D5-65753C315CC0}" dt="2022-11-17T06:33:01.229" v="21"/>
        <pc:sldMkLst>
          <pc:docMk/>
          <pc:sldMk cId="2568124687" sldId="297"/>
        </pc:sldMkLst>
      </pc:sldChg>
      <pc:sldChg chg="del">
        <pc:chgData name="Gusti Pangestu" userId="S::gusti.pangestu@binus.ac.id::7768735c-5c0d-4d9b-b550-ead0b3c82a30" providerId="AD" clId="Web-{C85BC696-B738-F53D-98D5-65753C315CC0}" dt="2022-11-17T06:33:01.229" v="20"/>
        <pc:sldMkLst>
          <pc:docMk/>
          <pc:sldMk cId="1685238828" sldId="298"/>
        </pc:sldMkLst>
      </pc:sldChg>
      <pc:sldChg chg="del">
        <pc:chgData name="Gusti Pangestu" userId="S::gusti.pangestu@binus.ac.id::7768735c-5c0d-4d9b-b550-ead0b3c82a30" providerId="AD" clId="Web-{C85BC696-B738-F53D-98D5-65753C315CC0}" dt="2022-11-17T06:33:01.229" v="19"/>
        <pc:sldMkLst>
          <pc:docMk/>
          <pc:sldMk cId="2835585452" sldId="299"/>
        </pc:sldMkLst>
      </pc:sldChg>
      <pc:sldChg chg="del">
        <pc:chgData name="Gusti Pangestu" userId="S::gusti.pangestu@binus.ac.id::7768735c-5c0d-4d9b-b550-ead0b3c82a30" providerId="AD" clId="Web-{C85BC696-B738-F53D-98D5-65753C315CC0}" dt="2022-11-17T06:33:01.229" v="18"/>
        <pc:sldMkLst>
          <pc:docMk/>
          <pc:sldMk cId="317275369" sldId="300"/>
        </pc:sldMkLst>
      </pc:sldChg>
      <pc:sldChg chg="del">
        <pc:chgData name="Gusti Pangestu" userId="S::gusti.pangestu@binus.ac.id::7768735c-5c0d-4d9b-b550-ead0b3c82a30" providerId="AD" clId="Web-{C85BC696-B738-F53D-98D5-65753C315CC0}" dt="2022-11-17T06:33:01.229" v="17"/>
        <pc:sldMkLst>
          <pc:docMk/>
          <pc:sldMk cId="340465697" sldId="301"/>
        </pc:sldMkLst>
      </pc:sldChg>
      <pc:sldChg chg="del">
        <pc:chgData name="Gusti Pangestu" userId="S::gusti.pangestu@binus.ac.id::7768735c-5c0d-4d9b-b550-ead0b3c82a30" providerId="AD" clId="Web-{C85BC696-B738-F53D-98D5-65753C315CC0}" dt="2022-11-17T06:33:01.229" v="16"/>
        <pc:sldMkLst>
          <pc:docMk/>
          <pc:sldMk cId="270357174" sldId="302"/>
        </pc:sldMkLst>
      </pc:sldChg>
      <pc:sldChg chg="del">
        <pc:chgData name="Gusti Pangestu" userId="S::gusti.pangestu@binus.ac.id::7768735c-5c0d-4d9b-b550-ead0b3c82a30" providerId="AD" clId="Web-{C85BC696-B738-F53D-98D5-65753C315CC0}" dt="2022-11-17T06:33:01.229" v="15"/>
        <pc:sldMkLst>
          <pc:docMk/>
          <pc:sldMk cId="3376913443" sldId="303"/>
        </pc:sldMkLst>
      </pc:sldChg>
      <pc:sldChg chg="del">
        <pc:chgData name="Gusti Pangestu" userId="S::gusti.pangestu@binus.ac.id::7768735c-5c0d-4d9b-b550-ead0b3c82a30" providerId="AD" clId="Web-{C85BC696-B738-F53D-98D5-65753C315CC0}" dt="2022-11-17T06:33:01.229" v="14"/>
        <pc:sldMkLst>
          <pc:docMk/>
          <pc:sldMk cId="1025671823" sldId="304"/>
        </pc:sldMkLst>
      </pc:sldChg>
      <pc:sldChg chg="del">
        <pc:chgData name="Gusti Pangestu" userId="S::gusti.pangestu@binus.ac.id::7768735c-5c0d-4d9b-b550-ead0b3c82a30" providerId="AD" clId="Web-{C85BC696-B738-F53D-98D5-65753C315CC0}" dt="2022-11-17T06:33:01.229" v="13"/>
        <pc:sldMkLst>
          <pc:docMk/>
          <pc:sldMk cId="3455937725" sldId="305"/>
        </pc:sldMkLst>
      </pc:sldChg>
      <pc:sldChg chg="del">
        <pc:chgData name="Gusti Pangestu" userId="S::gusti.pangestu@binus.ac.id::7768735c-5c0d-4d9b-b550-ead0b3c82a30" providerId="AD" clId="Web-{C85BC696-B738-F53D-98D5-65753C315CC0}" dt="2022-11-17T06:33:01.229" v="12"/>
        <pc:sldMkLst>
          <pc:docMk/>
          <pc:sldMk cId="3782674666" sldId="306"/>
        </pc:sldMkLst>
      </pc:sldChg>
      <pc:sldChg chg="del">
        <pc:chgData name="Gusti Pangestu" userId="S::gusti.pangestu@binus.ac.id::7768735c-5c0d-4d9b-b550-ead0b3c82a30" providerId="AD" clId="Web-{C85BC696-B738-F53D-98D5-65753C315CC0}" dt="2022-11-17T06:33:01.229" v="11"/>
        <pc:sldMkLst>
          <pc:docMk/>
          <pc:sldMk cId="88950683" sldId="307"/>
        </pc:sldMkLst>
      </pc:sldChg>
      <pc:sldChg chg="del">
        <pc:chgData name="Gusti Pangestu" userId="S::gusti.pangestu@binus.ac.id::7768735c-5c0d-4d9b-b550-ead0b3c82a30" providerId="AD" clId="Web-{C85BC696-B738-F53D-98D5-65753C315CC0}" dt="2022-11-17T06:33:01.229" v="10"/>
        <pc:sldMkLst>
          <pc:docMk/>
          <pc:sldMk cId="1661426597" sldId="308"/>
        </pc:sldMkLst>
      </pc:sldChg>
      <pc:sldChg chg="del">
        <pc:chgData name="Gusti Pangestu" userId="S::gusti.pangestu@binus.ac.id::7768735c-5c0d-4d9b-b550-ead0b3c82a30" providerId="AD" clId="Web-{C85BC696-B738-F53D-98D5-65753C315CC0}" dt="2022-11-17T06:33:01.229" v="9"/>
        <pc:sldMkLst>
          <pc:docMk/>
          <pc:sldMk cId="2364365303" sldId="309"/>
        </pc:sldMkLst>
      </pc:sldChg>
      <pc:sldChg chg="del">
        <pc:chgData name="Gusti Pangestu" userId="S::gusti.pangestu@binus.ac.id::7768735c-5c0d-4d9b-b550-ead0b3c82a30" providerId="AD" clId="Web-{C85BC696-B738-F53D-98D5-65753C315CC0}" dt="2022-11-17T06:33:01.213" v="8"/>
        <pc:sldMkLst>
          <pc:docMk/>
          <pc:sldMk cId="636280278" sldId="310"/>
        </pc:sldMkLst>
      </pc:sldChg>
      <pc:sldChg chg="del">
        <pc:chgData name="Gusti Pangestu" userId="S::gusti.pangestu@binus.ac.id::7768735c-5c0d-4d9b-b550-ead0b3c82a30" providerId="AD" clId="Web-{C85BC696-B738-F53D-98D5-65753C315CC0}" dt="2022-11-17T06:33:01.213" v="7"/>
        <pc:sldMkLst>
          <pc:docMk/>
          <pc:sldMk cId="781249497" sldId="311"/>
        </pc:sldMkLst>
      </pc:sldChg>
      <pc:sldChg chg="del">
        <pc:chgData name="Gusti Pangestu" userId="S::gusti.pangestu@binus.ac.id::7768735c-5c0d-4d9b-b550-ead0b3c82a30" providerId="AD" clId="Web-{C85BC696-B738-F53D-98D5-65753C315CC0}" dt="2022-11-17T06:33:01.213" v="6"/>
        <pc:sldMkLst>
          <pc:docMk/>
          <pc:sldMk cId="1569435913" sldId="312"/>
        </pc:sldMkLst>
      </pc:sldChg>
      <pc:sldChg chg="del">
        <pc:chgData name="Gusti Pangestu" userId="S::gusti.pangestu@binus.ac.id::7768735c-5c0d-4d9b-b550-ead0b3c82a30" providerId="AD" clId="Web-{C85BC696-B738-F53D-98D5-65753C315CC0}" dt="2022-11-17T06:33:01.213" v="5"/>
        <pc:sldMkLst>
          <pc:docMk/>
          <pc:sldMk cId="604071880" sldId="313"/>
        </pc:sldMkLst>
      </pc:sldChg>
      <pc:sldChg chg="del">
        <pc:chgData name="Gusti Pangestu" userId="S::gusti.pangestu@binus.ac.id::7768735c-5c0d-4d9b-b550-ead0b3c82a30" providerId="AD" clId="Web-{C85BC696-B738-F53D-98D5-65753C315CC0}" dt="2022-11-17T06:33:01.213" v="4"/>
        <pc:sldMkLst>
          <pc:docMk/>
          <pc:sldMk cId="3205491912" sldId="314"/>
        </pc:sldMkLst>
      </pc:sldChg>
      <pc:sldChg chg="del">
        <pc:chgData name="Gusti Pangestu" userId="S::gusti.pangestu@binus.ac.id::7768735c-5c0d-4d9b-b550-ead0b3c82a30" providerId="AD" clId="Web-{C85BC696-B738-F53D-98D5-65753C315CC0}" dt="2022-11-17T06:33:01.213" v="3"/>
        <pc:sldMkLst>
          <pc:docMk/>
          <pc:sldMk cId="1587019659" sldId="315"/>
        </pc:sldMkLst>
      </pc:sldChg>
    </pc:docChg>
  </pc:docChgLst>
  <pc:docChgLst>
    <pc:chgData name="Gusti Pangestu" userId="7768735c-5c0d-4d9b-b550-ead0b3c82a30" providerId="ADAL" clId="{E77A787F-9297-4F43-A1D1-0E4E829D267B}"/>
    <pc:docChg chg="undo custSel addSld modSld modSection">
      <pc:chgData name="Gusti Pangestu" userId="7768735c-5c0d-4d9b-b550-ead0b3c82a30" providerId="ADAL" clId="{E77A787F-9297-4F43-A1D1-0E4E829D267B}" dt="2023-01-02T09:32:23.879" v="51"/>
      <pc:docMkLst>
        <pc:docMk/>
      </pc:docMkLst>
      <pc:sldChg chg="modSp mod">
        <pc:chgData name="Gusti Pangestu" userId="7768735c-5c0d-4d9b-b550-ead0b3c82a30" providerId="ADAL" clId="{E77A787F-9297-4F43-A1D1-0E4E829D267B}" dt="2023-01-02T09:32:23.879" v="51"/>
        <pc:sldMkLst>
          <pc:docMk/>
          <pc:sldMk cId="1727291188" sldId="288"/>
        </pc:sldMkLst>
        <pc:spChg chg="mod">
          <ac:chgData name="Gusti Pangestu" userId="7768735c-5c0d-4d9b-b550-ead0b3c82a30" providerId="ADAL" clId="{E77A787F-9297-4F43-A1D1-0E4E829D267B}" dt="2023-01-02T09:32:23.879" v="51"/>
          <ac:spMkLst>
            <pc:docMk/>
            <pc:sldMk cId="1727291188" sldId="288"/>
            <ac:spMk id="3" creationId="{4C14D8CF-1B8B-4AE4-B51C-5D619267E8B5}"/>
          </ac:spMkLst>
        </pc:spChg>
      </pc:sldChg>
      <pc:sldChg chg="addSp delSp modSp mod">
        <pc:chgData name="Gusti Pangestu" userId="7768735c-5c0d-4d9b-b550-ead0b3c82a30" providerId="ADAL" clId="{E77A787F-9297-4F43-A1D1-0E4E829D267B}" dt="2023-01-02T09:30:07.305" v="30" actId="22"/>
        <pc:sldMkLst>
          <pc:docMk/>
          <pc:sldMk cId="1365886943" sldId="289"/>
        </pc:sldMkLst>
        <pc:spChg chg="add del">
          <ac:chgData name="Gusti Pangestu" userId="7768735c-5c0d-4d9b-b550-ead0b3c82a30" providerId="ADAL" clId="{E77A787F-9297-4F43-A1D1-0E4E829D267B}" dt="2023-01-02T09:30:07.305" v="30" actId="22"/>
          <ac:spMkLst>
            <pc:docMk/>
            <pc:sldMk cId="1365886943" sldId="289"/>
            <ac:spMk id="3" creationId="{F3772661-28AA-A412-D58D-BF3808AC38EE}"/>
          </ac:spMkLst>
        </pc:spChg>
        <pc:spChg chg="mod">
          <ac:chgData name="Gusti Pangestu" userId="7768735c-5c0d-4d9b-b550-ead0b3c82a30" providerId="ADAL" clId="{E77A787F-9297-4F43-A1D1-0E4E829D267B}" dt="2023-01-02T09:26:49.626" v="28" actId="20577"/>
          <ac:spMkLst>
            <pc:docMk/>
            <pc:sldMk cId="1365886943" sldId="289"/>
            <ac:spMk id="5" creationId="{BFC9FBC7-A7B5-44F5-875A-9C78EE947DD2}"/>
          </ac:spMkLst>
        </pc:spChg>
      </pc:sldChg>
      <pc:sldChg chg="addSp delSp modSp new mod modClrScheme chgLayout">
        <pc:chgData name="Gusti Pangestu" userId="7768735c-5c0d-4d9b-b550-ead0b3c82a30" providerId="ADAL" clId="{E77A787F-9297-4F43-A1D1-0E4E829D267B}" dt="2023-01-02T09:32:09.375" v="50" actId="20577"/>
        <pc:sldMkLst>
          <pc:docMk/>
          <pc:sldMk cId="3674990865" sldId="306"/>
        </pc:sldMkLst>
        <pc:spChg chg="del mod ord">
          <ac:chgData name="Gusti Pangestu" userId="7768735c-5c0d-4d9b-b550-ead0b3c82a30" providerId="ADAL" clId="{E77A787F-9297-4F43-A1D1-0E4E829D267B}" dt="2023-01-02T09:32:02.876" v="34" actId="700"/>
          <ac:spMkLst>
            <pc:docMk/>
            <pc:sldMk cId="3674990865" sldId="306"/>
            <ac:spMk id="2" creationId="{9C3074CD-82C1-4D09-1661-53C6C46436A4}"/>
          </ac:spMkLst>
        </pc:spChg>
        <pc:spChg chg="del mod ord">
          <ac:chgData name="Gusti Pangestu" userId="7768735c-5c0d-4d9b-b550-ead0b3c82a30" providerId="ADAL" clId="{E77A787F-9297-4F43-A1D1-0E4E829D267B}" dt="2023-01-02T09:32:02.876" v="34" actId="700"/>
          <ac:spMkLst>
            <pc:docMk/>
            <pc:sldMk cId="3674990865" sldId="306"/>
            <ac:spMk id="3" creationId="{5A0D0E3E-8068-A8B1-54DB-C3A9ABD19190}"/>
          </ac:spMkLst>
        </pc:spChg>
        <pc:spChg chg="add mod ord">
          <ac:chgData name="Gusti Pangestu" userId="7768735c-5c0d-4d9b-b550-ead0b3c82a30" providerId="ADAL" clId="{E77A787F-9297-4F43-A1D1-0E4E829D267B}" dt="2023-01-02T09:32:09.375" v="50" actId="20577"/>
          <ac:spMkLst>
            <pc:docMk/>
            <pc:sldMk cId="3674990865" sldId="306"/>
            <ac:spMk id="4" creationId="{6221DDF2-92D9-A133-9CC5-3CF87CC87CC1}"/>
          </ac:spMkLst>
        </pc:spChg>
        <pc:spChg chg="add mod ord">
          <ac:chgData name="Gusti Pangestu" userId="7768735c-5c0d-4d9b-b550-ead0b3c82a30" providerId="ADAL" clId="{E77A787F-9297-4F43-A1D1-0E4E829D267B}" dt="2023-01-02T09:32:02.876" v="34" actId="700"/>
          <ac:spMkLst>
            <pc:docMk/>
            <pc:sldMk cId="3674990865" sldId="306"/>
            <ac:spMk id="5" creationId="{9580583B-9F5E-412C-18D6-A53924555032}"/>
          </ac:spMkLst>
        </pc:spChg>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7768735c-5c0d-4d9b-b550-ead0b3c82a30" providerId="ADAL" clId="{00DAD827-72D6-4C3B-A6DC-E3AD60F120F1}"/>
    <pc:docChg chg="undo custSel addSld delSld modSld modSection">
      <pc:chgData name="Gusti Pangestu" userId="7768735c-5c0d-4d9b-b550-ead0b3c82a30" providerId="ADAL" clId="{00DAD827-72D6-4C3B-A6DC-E3AD60F120F1}" dt="2022-12-13T03:07:10.209" v="369" actId="20577"/>
      <pc:docMkLst>
        <pc:docMk/>
      </pc:docMkLst>
      <pc:sldChg chg="modSp mod">
        <pc:chgData name="Gusti Pangestu" userId="7768735c-5c0d-4d9b-b550-ead0b3c82a30" providerId="ADAL" clId="{00DAD827-72D6-4C3B-A6DC-E3AD60F120F1}" dt="2022-12-12T06:42:45.298" v="26" actId="20577"/>
        <pc:sldMkLst>
          <pc:docMk/>
          <pc:sldMk cId="109857222" sldId="258"/>
        </pc:sldMkLst>
        <pc:spChg chg="mod">
          <ac:chgData name="Gusti Pangestu" userId="7768735c-5c0d-4d9b-b550-ead0b3c82a30" providerId="ADAL" clId="{00DAD827-72D6-4C3B-A6DC-E3AD60F120F1}" dt="2022-12-12T06:42:45.298" v="26" actId="20577"/>
          <ac:spMkLst>
            <pc:docMk/>
            <pc:sldMk cId="109857222" sldId="258"/>
            <ac:spMk id="3" creationId="{00000000-0000-0000-0000-000000000000}"/>
          </ac:spMkLst>
        </pc:spChg>
      </pc:sldChg>
      <pc:sldChg chg="modSp mod">
        <pc:chgData name="Gusti Pangestu" userId="7768735c-5c0d-4d9b-b550-ead0b3c82a30" providerId="ADAL" clId="{00DAD827-72D6-4C3B-A6DC-E3AD60F120F1}" dt="2022-12-12T07:04:00.019" v="57" actId="20577"/>
        <pc:sldMkLst>
          <pc:docMk/>
          <pc:sldMk cId="1545682022" sldId="290"/>
        </pc:sldMkLst>
        <pc:spChg chg="mod">
          <ac:chgData name="Gusti Pangestu" userId="7768735c-5c0d-4d9b-b550-ead0b3c82a30" providerId="ADAL" clId="{00DAD827-72D6-4C3B-A6DC-E3AD60F120F1}" dt="2022-12-12T07:04:00.019" v="57" actId="20577"/>
          <ac:spMkLst>
            <pc:docMk/>
            <pc:sldMk cId="1545682022" sldId="290"/>
            <ac:spMk id="3" creationId="{CFBE6DC7-A61F-27FA-B9A7-7018AFBF0075}"/>
          </ac:spMkLst>
        </pc:spChg>
      </pc:sldChg>
      <pc:sldChg chg="modSp new mod">
        <pc:chgData name="Gusti Pangestu" userId="7768735c-5c0d-4d9b-b550-ead0b3c82a30" providerId="ADAL" clId="{00DAD827-72D6-4C3B-A6DC-E3AD60F120F1}" dt="2022-12-12T07:06:21.131" v="73" actId="5793"/>
        <pc:sldMkLst>
          <pc:docMk/>
          <pc:sldMk cId="1079826350" sldId="291"/>
        </pc:sldMkLst>
        <pc:spChg chg="mod">
          <ac:chgData name="Gusti Pangestu" userId="7768735c-5c0d-4d9b-b550-ead0b3c82a30" providerId="ADAL" clId="{00DAD827-72D6-4C3B-A6DC-E3AD60F120F1}" dt="2022-12-12T07:05:06.311" v="59"/>
          <ac:spMkLst>
            <pc:docMk/>
            <pc:sldMk cId="1079826350" sldId="291"/>
            <ac:spMk id="2" creationId="{F79B316E-2FB4-C26D-911C-F2CF9B6794D9}"/>
          </ac:spMkLst>
        </pc:spChg>
        <pc:spChg chg="mod">
          <ac:chgData name="Gusti Pangestu" userId="7768735c-5c0d-4d9b-b550-ead0b3c82a30" providerId="ADAL" clId="{00DAD827-72D6-4C3B-A6DC-E3AD60F120F1}" dt="2022-12-12T07:06:21.131" v="73" actId="5793"/>
          <ac:spMkLst>
            <pc:docMk/>
            <pc:sldMk cId="1079826350" sldId="291"/>
            <ac:spMk id="3" creationId="{F0FF754A-0E11-999C-E8FB-F371B2338B0C}"/>
          </ac:spMkLst>
        </pc:spChg>
      </pc:sldChg>
      <pc:sldChg chg="del">
        <pc:chgData name="Gusti Pangestu" userId="7768735c-5c0d-4d9b-b550-ead0b3c82a30" providerId="ADAL" clId="{00DAD827-72D6-4C3B-A6DC-E3AD60F120F1}" dt="2022-12-12T06:42:53.428" v="27" actId="47"/>
        <pc:sldMkLst>
          <pc:docMk/>
          <pc:sldMk cId="1840497081" sldId="291"/>
        </pc:sldMkLst>
      </pc:sldChg>
      <pc:sldChg chg="del">
        <pc:chgData name="Gusti Pangestu" userId="7768735c-5c0d-4d9b-b550-ead0b3c82a30" providerId="ADAL" clId="{00DAD827-72D6-4C3B-A6DC-E3AD60F120F1}" dt="2022-12-12T06:42:53.428" v="27" actId="47"/>
        <pc:sldMkLst>
          <pc:docMk/>
          <pc:sldMk cId="862834757" sldId="292"/>
        </pc:sldMkLst>
      </pc:sldChg>
      <pc:sldChg chg="modSp new mod">
        <pc:chgData name="Gusti Pangestu" userId="7768735c-5c0d-4d9b-b550-ead0b3c82a30" providerId="ADAL" clId="{00DAD827-72D6-4C3B-A6DC-E3AD60F120F1}" dt="2022-12-12T07:08:30.501" v="111" actId="20577"/>
        <pc:sldMkLst>
          <pc:docMk/>
          <pc:sldMk cId="1665812515" sldId="292"/>
        </pc:sldMkLst>
        <pc:spChg chg="mod">
          <ac:chgData name="Gusti Pangestu" userId="7768735c-5c0d-4d9b-b550-ead0b3c82a30" providerId="ADAL" clId="{00DAD827-72D6-4C3B-A6DC-E3AD60F120F1}" dt="2022-12-12T07:06:26.981" v="75"/>
          <ac:spMkLst>
            <pc:docMk/>
            <pc:sldMk cId="1665812515" sldId="292"/>
            <ac:spMk id="2" creationId="{99EB07F3-BFD0-0762-1F6B-A44FA08CE3BC}"/>
          </ac:spMkLst>
        </pc:spChg>
        <pc:spChg chg="mod">
          <ac:chgData name="Gusti Pangestu" userId="7768735c-5c0d-4d9b-b550-ead0b3c82a30" providerId="ADAL" clId="{00DAD827-72D6-4C3B-A6DC-E3AD60F120F1}" dt="2022-12-12T07:08:30.501" v="111" actId="20577"/>
          <ac:spMkLst>
            <pc:docMk/>
            <pc:sldMk cId="1665812515" sldId="292"/>
            <ac:spMk id="3" creationId="{C10AD678-358E-3648-871E-2907F900A576}"/>
          </ac:spMkLst>
        </pc:spChg>
      </pc:sldChg>
      <pc:sldChg chg="del">
        <pc:chgData name="Gusti Pangestu" userId="7768735c-5c0d-4d9b-b550-ead0b3c82a30" providerId="ADAL" clId="{00DAD827-72D6-4C3B-A6DC-E3AD60F120F1}" dt="2022-12-12T06:42:53.428" v="27" actId="47"/>
        <pc:sldMkLst>
          <pc:docMk/>
          <pc:sldMk cId="95377788" sldId="293"/>
        </pc:sldMkLst>
      </pc:sldChg>
      <pc:sldChg chg="addSp delSp modSp new mod">
        <pc:chgData name="Gusti Pangestu" userId="7768735c-5c0d-4d9b-b550-ead0b3c82a30" providerId="ADAL" clId="{00DAD827-72D6-4C3B-A6DC-E3AD60F120F1}" dt="2022-12-12T07:18:46.498" v="116" actId="1076"/>
        <pc:sldMkLst>
          <pc:docMk/>
          <pc:sldMk cId="3468554058" sldId="293"/>
        </pc:sldMkLst>
        <pc:spChg chg="del">
          <ac:chgData name="Gusti Pangestu" userId="7768735c-5c0d-4d9b-b550-ead0b3c82a30" providerId="ADAL" clId="{00DAD827-72D6-4C3B-A6DC-E3AD60F120F1}" dt="2022-12-12T07:18:40.051" v="114" actId="478"/>
          <ac:spMkLst>
            <pc:docMk/>
            <pc:sldMk cId="3468554058" sldId="293"/>
            <ac:spMk id="2" creationId="{D9023FF3-1C1D-1D4E-FC4D-487DA3DF66D8}"/>
          </ac:spMkLst>
        </pc:spChg>
        <pc:spChg chg="del">
          <ac:chgData name="Gusti Pangestu" userId="7768735c-5c0d-4d9b-b550-ead0b3c82a30" providerId="ADAL" clId="{00DAD827-72D6-4C3B-A6DC-E3AD60F120F1}" dt="2022-12-12T07:18:37.875" v="113" actId="22"/>
          <ac:spMkLst>
            <pc:docMk/>
            <pc:sldMk cId="3468554058" sldId="293"/>
            <ac:spMk id="3" creationId="{C03987A2-6BDD-1635-3BEB-1F06380F04A8}"/>
          </ac:spMkLst>
        </pc:spChg>
        <pc:picChg chg="add mod ord">
          <ac:chgData name="Gusti Pangestu" userId="7768735c-5c0d-4d9b-b550-ead0b3c82a30" providerId="ADAL" clId="{00DAD827-72D6-4C3B-A6DC-E3AD60F120F1}" dt="2022-12-12T07:18:46.498" v="116" actId="1076"/>
          <ac:picMkLst>
            <pc:docMk/>
            <pc:sldMk cId="3468554058" sldId="293"/>
            <ac:picMk id="5" creationId="{84B77846-8C86-967E-3826-BDCB9063CCC1}"/>
          </ac:picMkLst>
        </pc:picChg>
      </pc:sldChg>
      <pc:sldChg chg="delSp modSp new mod">
        <pc:chgData name="Gusti Pangestu" userId="7768735c-5c0d-4d9b-b550-ead0b3c82a30" providerId="ADAL" clId="{00DAD827-72D6-4C3B-A6DC-E3AD60F120F1}" dt="2022-12-12T07:22:14.106" v="152" actId="20577"/>
        <pc:sldMkLst>
          <pc:docMk/>
          <pc:sldMk cId="272733755" sldId="294"/>
        </pc:sldMkLst>
        <pc:spChg chg="del">
          <ac:chgData name="Gusti Pangestu" userId="7768735c-5c0d-4d9b-b550-ead0b3c82a30" providerId="ADAL" clId="{00DAD827-72D6-4C3B-A6DC-E3AD60F120F1}" dt="2022-12-12T07:19:04.916" v="119" actId="478"/>
          <ac:spMkLst>
            <pc:docMk/>
            <pc:sldMk cId="272733755" sldId="294"/>
            <ac:spMk id="2" creationId="{D36CBE5D-B2CF-5686-9E52-1623BF4E176F}"/>
          </ac:spMkLst>
        </pc:spChg>
        <pc:spChg chg="mod">
          <ac:chgData name="Gusti Pangestu" userId="7768735c-5c0d-4d9b-b550-ead0b3c82a30" providerId="ADAL" clId="{00DAD827-72D6-4C3B-A6DC-E3AD60F120F1}" dt="2022-12-12T07:22:14.106" v="152" actId="20577"/>
          <ac:spMkLst>
            <pc:docMk/>
            <pc:sldMk cId="272733755" sldId="294"/>
            <ac:spMk id="3" creationId="{8F3EF485-CC68-EE9C-4853-908E90A6397F}"/>
          </ac:spMkLst>
        </pc:spChg>
      </pc:sldChg>
      <pc:sldChg chg="del">
        <pc:chgData name="Gusti Pangestu" userId="7768735c-5c0d-4d9b-b550-ead0b3c82a30" providerId="ADAL" clId="{00DAD827-72D6-4C3B-A6DC-E3AD60F120F1}" dt="2022-12-12T06:42:53.428" v="27" actId="47"/>
        <pc:sldMkLst>
          <pc:docMk/>
          <pc:sldMk cId="2893177997" sldId="294"/>
        </pc:sldMkLst>
      </pc:sldChg>
      <pc:sldChg chg="del">
        <pc:chgData name="Gusti Pangestu" userId="7768735c-5c0d-4d9b-b550-ead0b3c82a30" providerId="ADAL" clId="{00DAD827-72D6-4C3B-A6DC-E3AD60F120F1}" dt="2022-12-12T06:42:53.428" v="27" actId="47"/>
        <pc:sldMkLst>
          <pc:docMk/>
          <pc:sldMk cId="3348046177" sldId="295"/>
        </pc:sldMkLst>
      </pc:sldChg>
      <pc:sldChg chg="addSp delSp modSp new mod">
        <pc:chgData name="Gusti Pangestu" userId="7768735c-5c0d-4d9b-b550-ead0b3c82a30" providerId="ADAL" clId="{00DAD827-72D6-4C3B-A6DC-E3AD60F120F1}" dt="2022-12-12T07:26:13.451" v="162" actId="1076"/>
        <pc:sldMkLst>
          <pc:docMk/>
          <pc:sldMk cId="4254841868" sldId="295"/>
        </pc:sldMkLst>
        <pc:spChg chg="mod">
          <ac:chgData name="Gusti Pangestu" userId="7768735c-5c0d-4d9b-b550-ead0b3c82a30" providerId="ADAL" clId="{00DAD827-72D6-4C3B-A6DC-E3AD60F120F1}" dt="2022-12-12T07:26:07.001" v="160" actId="1076"/>
          <ac:spMkLst>
            <pc:docMk/>
            <pc:sldMk cId="4254841868" sldId="295"/>
            <ac:spMk id="2" creationId="{A18F47FB-8949-74E6-0505-C0B1E8F200D5}"/>
          </ac:spMkLst>
        </pc:spChg>
        <pc:spChg chg="del">
          <ac:chgData name="Gusti Pangestu" userId="7768735c-5c0d-4d9b-b550-ead0b3c82a30" providerId="ADAL" clId="{00DAD827-72D6-4C3B-A6DC-E3AD60F120F1}" dt="2022-12-12T07:25:47.218" v="155" actId="22"/>
          <ac:spMkLst>
            <pc:docMk/>
            <pc:sldMk cId="4254841868" sldId="295"/>
            <ac:spMk id="3" creationId="{72D07F56-AB22-C409-8FCC-879F2F56AABE}"/>
          </ac:spMkLst>
        </pc:spChg>
        <pc:picChg chg="add mod ord">
          <ac:chgData name="Gusti Pangestu" userId="7768735c-5c0d-4d9b-b550-ead0b3c82a30" providerId="ADAL" clId="{00DAD827-72D6-4C3B-A6DC-E3AD60F120F1}" dt="2022-12-12T07:26:09.934" v="161" actId="1076"/>
          <ac:picMkLst>
            <pc:docMk/>
            <pc:sldMk cId="4254841868" sldId="295"/>
            <ac:picMk id="5" creationId="{BB80E96C-BD75-2AF7-49A9-6159FAD73249}"/>
          </ac:picMkLst>
        </pc:picChg>
        <pc:picChg chg="add mod">
          <ac:chgData name="Gusti Pangestu" userId="7768735c-5c0d-4d9b-b550-ead0b3c82a30" providerId="ADAL" clId="{00DAD827-72D6-4C3B-A6DC-E3AD60F120F1}" dt="2022-12-12T07:26:13.451" v="162" actId="1076"/>
          <ac:picMkLst>
            <pc:docMk/>
            <pc:sldMk cId="4254841868" sldId="295"/>
            <ac:picMk id="7" creationId="{219D3DD8-3F56-6ED4-27E9-B4262F0E5644}"/>
          </ac:picMkLst>
        </pc:picChg>
      </pc:sldChg>
      <pc:sldChg chg="modSp new mod">
        <pc:chgData name="Gusti Pangestu" userId="7768735c-5c0d-4d9b-b550-ead0b3c82a30" providerId="ADAL" clId="{00DAD827-72D6-4C3B-A6DC-E3AD60F120F1}" dt="2022-12-12T07:57:52.783" v="177" actId="20577"/>
        <pc:sldMkLst>
          <pc:docMk/>
          <pc:sldMk cId="920674648" sldId="296"/>
        </pc:sldMkLst>
        <pc:spChg chg="mod">
          <ac:chgData name="Gusti Pangestu" userId="7768735c-5c0d-4d9b-b550-ead0b3c82a30" providerId="ADAL" clId="{00DAD827-72D6-4C3B-A6DC-E3AD60F120F1}" dt="2022-12-12T07:57:52.783" v="177" actId="20577"/>
          <ac:spMkLst>
            <pc:docMk/>
            <pc:sldMk cId="920674648" sldId="296"/>
            <ac:spMk id="3" creationId="{BC4C0456-1822-A4E0-F274-9B404523A404}"/>
          </ac:spMkLst>
        </pc:spChg>
      </pc:sldChg>
      <pc:sldChg chg="del">
        <pc:chgData name="Gusti Pangestu" userId="7768735c-5c0d-4d9b-b550-ead0b3c82a30" providerId="ADAL" clId="{00DAD827-72D6-4C3B-A6DC-E3AD60F120F1}" dt="2022-12-12T06:42:53.428" v="27" actId="47"/>
        <pc:sldMkLst>
          <pc:docMk/>
          <pc:sldMk cId="3063669724" sldId="296"/>
        </pc:sldMkLst>
      </pc:sldChg>
      <pc:sldChg chg="del">
        <pc:chgData name="Gusti Pangestu" userId="7768735c-5c0d-4d9b-b550-ead0b3c82a30" providerId="ADAL" clId="{00DAD827-72D6-4C3B-A6DC-E3AD60F120F1}" dt="2022-12-12T06:42:53.428" v="27" actId="47"/>
        <pc:sldMkLst>
          <pc:docMk/>
          <pc:sldMk cId="621401421" sldId="297"/>
        </pc:sldMkLst>
      </pc:sldChg>
      <pc:sldChg chg="addSp modSp new mod">
        <pc:chgData name="Gusti Pangestu" userId="7768735c-5c0d-4d9b-b550-ead0b3c82a30" providerId="ADAL" clId="{00DAD827-72D6-4C3B-A6DC-E3AD60F120F1}" dt="2022-12-13T01:55:56.749" v="212" actId="1076"/>
        <pc:sldMkLst>
          <pc:docMk/>
          <pc:sldMk cId="1886084347" sldId="297"/>
        </pc:sldMkLst>
        <pc:spChg chg="mod">
          <ac:chgData name="Gusti Pangestu" userId="7768735c-5c0d-4d9b-b550-ead0b3c82a30" providerId="ADAL" clId="{00DAD827-72D6-4C3B-A6DC-E3AD60F120F1}" dt="2022-12-12T07:58:43.912" v="186" actId="20577"/>
          <ac:spMkLst>
            <pc:docMk/>
            <pc:sldMk cId="1886084347" sldId="297"/>
            <ac:spMk id="2" creationId="{8FB9235B-30A9-D962-7C38-6BCA684A1DCF}"/>
          </ac:spMkLst>
        </pc:spChg>
        <pc:spChg chg="mod">
          <ac:chgData name="Gusti Pangestu" userId="7768735c-5c0d-4d9b-b550-ead0b3c82a30" providerId="ADAL" clId="{00DAD827-72D6-4C3B-A6DC-E3AD60F120F1}" dt="2022-12-13T01:55:51.955" v="211" actId="20577"/>
          <ac:spMkLst>
            <pc:docMk/>
            <pc:sldMk cId="1886084347" sldId="297"/>
            <ac:spMk id="3" creationId="{3EDBEB2C-4D58-89FC-A6AC-2E658B59ECC7}"/>
          </ac:spMkLst>
        </pc:spChg>
        <pc:picChg chg="add mod">
          <ac:chgData name="Gusti Pangestu" userId="7768735c-5c0d-4d9b-b550-ead0b3c82a30" providerId="ADAL" clId="{00DAD827-72D6-4C3B-A6DC-E3AD60F120F1}" dt="2022-12-13T01:55:56.749" v="212" actId="1076"/>
          <ac:picMkLst>
            <pc:docMk/>
            <pc:sldMk cId="1886084347" sldId="297"/>
            <ac:picMk id="5" creationId="{DE15EC9B-E27B-C5C0-26D0-E24A913B9ABE}"/>
          </ac:picMkLst>
        </pc:picChg>
      </pc:sldChg>
      <pc:sldChg chg="addSp delSp modSp new mod">
        <pc:chgData name="Gusti Pangestu" userId="7768735c-5c0d-4d9b-b550-ead0b3c82a30" providerId="ADAL" clId="{00DAD827-72D6-4C3B-A6DC-E3AD60F120F1}" dt="2022-12-13T02:37:00.141" v="232" actId="20577"/>
        <pc:sldMkLst>
          <pc:docMk/>
          <pc:sldMk cId="619452299" sldId="298"/>
        </pc:sldMkLst>
        <pc:spChg chg="del">
          <ac:chgData name="Gusti Pangestu" userId="7768735c-5c0d-4d9b-b550-ead0b3c82a30" providerId="ADAL" clId="{00DAD827-72D6-4C3B-A6DC-E3AD60F120F1}" dt="2022-12-13T02:28:46.948" v="213" actId="478"/>
          <ac:spMkLst>
            <pc:docMk/>
            <pc:sldMk cId="619452299" sldId="298"/>
            <ac:spMk id="2" creationId="{DC1CAE3C-AFF8-9EBC-7261-52151DC3C782}"/>
          </ac:spMkLst>
        </pc:spChg>
        <pc:spChg chg="mod">
          <ac:chgData name="Gusti Pangestu" userId="7768735c-5c0d-4d9b-b550-ead0b3c82a30" providerId="ADAL" clId="{00DAD827-72D6-4C3B-A6DC-E3AD60F120F1}" dt="2022-12-13T02:37:00.141" v="232" actId="20577"/>
          <ac:spMkLst>
            <pc:docMk/>
            <pc:sldMk cId="619452299" sldId="298"/>
            <ac:spMk id="3" creationId="{71ABB61E-558A-FDC0-8B03-63BEFEC3A2FF}"/>
          </ac:spMkLst>
        </pc:spChg>
        <pc:picChg chg="add">
          <ac:chgData name="Gusti Pangestu" userId="7768735c-5c0d-4d9b-b550-ead0b3c82a30" providerId="ADAL" clId="{00DAD827-72D6-4C3B-A6DC-E3AD60F120F1}" dt="2022-12-13T02:36:39.877" v="225" actId="22"/>
          <ac:picMkLst>
            <pc:docMk/>
            <pc:sldMk cId="619452299" sldId="298"/>
            <ac:picMk id="5" creationId="{A71CC440-FDBE-234E-9921-F547202D6BF8}"/>
          </ac:picMkLst>
        </pc:picChg>
      </pc:sldChg>
      <pc:sldChg chg="del">
        <pc:chgData name="Gusti Pangestu" userId="7768735c-5c0d-4d9b-b550-ead0b3c82a30" providerId="ADAL" clId="{00DAD827-72D6-4C3B-A6DC-E3AD60F120F1}" dt="2022-12-12T06:42:53.428" v="27" actId="47"/>
        <pc:sldMkLst>
          <pc:docMk/>
          <pc:sldMk cId="1357288573" sldId="298"/>
        </pc:sldMkLst>
      </pc:sldChg>
      <pc:sldChg chg="addSp delSp modSp new mod">
        <pc:chgData name="Gusti Pangestu" userId="7768735c-5c0d-4d9b-b550-ead0b3c82a30" providerId="ADAL" clId="{00DAD827-72D6-4C3B-A6DC-E3AD60F120F1}" dt="2022-12-13T02:38:25.273" v="237" actId="1076"/>
        <pc:sldMkLst>
          <pc:docMk/>
          <pc:sldMk cId="2453569440" sldId="299"/>
        </pc:sldMkLst>
        <pc:spChg chg="del">
          <ac:chgData name="Gusti Pangestu" userId="7768735c-5c0d-4d9b-b550-ead0b3c82a30" providerId="ADAL" clId="{00DAD827-72D6-4C3B-A6DC-E3AD60F120F1}" dt="2022-12-13T02:38:15.859" v="235" actId="478"/>
          <ac:spMkLst>
            <pc:docMk/>
            <pc:sldMk cId="2453569440" sldId="299"/>
            <ac:spMk id="2" creationId="{7AD8530D-2AB0-15AE-DBCB-C84731EA12FB}"/>
          </ac:spMkLst>
        </pc:spChg>
        <pc:spChg chg="del">
          <ac:chgData name="Gusti Pangestu" userId="7768735c-5c0d-4d9b-b550-ead0b3c82a30" providerId="ADAL" clId="{00DAD827-72D6-4C3B-A6DC-E3AD60F120F1}" dt="2022-12-13T02:38:14.391" v="234" actId="22"/>
          <ac:spMkLst>
            <pc:docMk/>
            <pc:sldMk cId="2453569440" sldId="299"/>
            <ac:spMk id="3" creationId="{6BAD42D6-8402-1EA9-E726-6DD3427BF290}"/>
          </ac:spMkLst>
        </pc:spChg>
        <pc:picChg chg="add mod ord">
          <ac:chgData name="Gusti Pangestu" userId="7768735c-5c0d-4d9b-b550-ead0b3c82a30" providerId="ADAL" clId="{00DAD827-72D6-4C3B-A6DC-E3AD60F120F1}" dt="2022-12-13T02:38:25.273" v="237" actId="1076"/>
          <ac:picMkLst>
            <pc:docMk/>
            <pc:sldMk cId="2453569440" sldId="299"/>
            <ac:picMk id="5" creationId="{E82F8DAD-A781-8D00-E6F2-5DDF13DF70B1}"/>
          </ac:picMkLst>
        </pc:picChg>
      </pc:sldChg>
      <pc:sldChg chg="del">
        <pc:chgData name="Gusti Pangestu" userId="7768735c-5c0d-4d9b-b550-ead0b3c82a30" providerId="ADAL" clId="{00DAD827-72D6-4C3B-A6DC-E3AD60F120F1}" dt="2022-12-12T06:42:53.428" v="27" actId="47"/>
        <pc:sldMkLst>
          <pc:docMk/>
          <pc:sldMk cId="3892804438" sldId="299"/>
        </pc:sldMkLst>
      </pc:sldChg>
      <pc:sldChg chg="modSp new mod">
        <pc:chgData name="Gusti Pangestu" userId="7768735c-5c0d-4d9b-b550-ead0b3c82a30" providerId="ADAL" clId="{00DAD827-72D6-4C3B-A6DC-E3AD60F120F1}" dt="2022-12-13T02:45:52.114" v="244" actId="27636"/>
        <pc:sldMkLst>
          <pc:docMk/>
          <pc:sldMk cId="1455660998" sldId="300"/>
        </pc:sldMkLst>
        <pc:spChg chg="mod">
          <ac:chgData name="Gusti Pangestu" userId="7768735c-5c0d-4d9b-b550-ead0b3c82a30" providerId="ADAL" clId="{00DAD827-72D6-4C3B-A6DC-E3AD60F120F1}" dt="2022-12-13T02:38:43.061" v="239"/>
          <ac:spMkLst>
            <pc:docMk/>
            <pc:sldMk cId="1455660998" sldId="300"/>
            <ac:spMk id="2" creationId="{19726FE8-A966-94A9-0077-C7F40551EC7D}"/>
          </ac:spMkLst>
        </pc:spChg>
        <pc:spChg chg="mod">
          <ac:chgData name="Gusti Pangestu" userId="7768735c-5c0d-4d9b-b550-ead0b3c82a30" providerId="ADAL" clId="{00DAD827-72D6-4C3B-A6DC-E3AD60F120F1}" dt="2022-12-13T02:45:52.114" v="244" actId="27636"/>
          <ac:spMkLst>
            <pc:docMk/>
            <pc:sldMk cId="1455660998" sldId="300"/>
            <ac:spMk id="3" creationId="{BAE48E41-2A88-31C0-2206-CACF8A585C85}"/>
          </ac:spMkLst>
        </pc:spChg>
      </pc:sldChg>
      <pc:sldChg chg="del">
        <pc:chgData name="Gusti Pangestu" userId="7768735c-5c0d-4d9b-b550-ead0b3c82a30" providerId="ADAL" clId="{00DAD827-72D6-4C3B-A6DC-E3AD60F120F1}" dt="2022-12-12T06:42:53.428" v="27" actId="47"/>
        <pc:sldMkLst>
          <pc:docMk/>
          <pc:sldMk cId="3986061941" sldId="300"/>
        </pc:sldMkLst>
      </pc:sldChg>
      <pc:sldChg chg="addSp delSp modSp new mod">
        <pc:chgData name="Gusti Pangestu" userId="7768735c-5c0d-4d9b-b550-ead0b3c82a30" providerId="ADAL" clId="{00DAD827-72D6-4C3B-A6DC-E3AD60F120F1}" dt="2022-12-13T03:02:12.747" v="249" actId="14100"/>
        <pc:sldMkLst>
          <pc:docMk/>
          <pc:sldMk cId="1748253104" sldId="301"/>
        </pc:sldMkLst>
        <pc:spChg chg="del">
          <ac:chgData name="Gusti Pangestu" userId="7768735c-5c0d-4d9b-b550-ead0b3c82a30" providerId="ADAL" clId="{00DAD827-72D6-4C3B-A6DC-E3AD60F120F1}" dt="2022-12-13T03:02:05.757" v="247" actId="478"/>
          <ac:spMkLst>
            <pc:docMk/>
            <pc:sldMk cId="1748253104" sldId="301"/>
            <ac:spMk id="2" creationId="{96AC8F29-E217-AD76-DB26-79C6C91A920A}"/>
          </ac:spMkLst>
        </pc:spChg>
        <pc:spChg chg="del">
          <ac:chgData name="Gusti Pangestu" userId="7768735c-5c0d-4d9b-b550-ead0b3c82a30" providerId="ADAL" clId="{00DAD827-72D6-4C3B-A6DC-E3AD60F120F1}" dt="2022-12-13T03:02:03.869" v="246" actId="22"/>
          <ac:spMkLst>
            <pc:docMk/>
            <pc:sldMk cId="1748253104" sldId="301"/>
            <ac:spMk id="3" creationId="{8C32F5AD-FB53-8E2F-69D3-6C5C16A31A5F}"/>
          </ac:spMkLst>
        </pc:spChg>
        <pc:picChg chg="add mod ord">
          <ac:chgData name="Gusti Pangestu" userId="7768735c-5c0d-4d9b-b550-ead0b3c82a30" providerId="ADAL" clId="{00DAD827-72D6-4C3B-A6DC-E3AD60F120F1}" dt="2022-12-13T03:02:12.747" v="249" actId="14100"/>
          <ac:picMkLst>
            <pc:docMk/>
            <pc:sldMk cId="1748253104" sldId="301"/>
            <ac:picMk id="5" creationId="{29D1E6E2-E4D6-5C3E-5020-5DF01E79A8B0}"/>
          </ac:picMkLst>
        </pc:picChg>
      </pc:sldChg>
      <pc:sldChg chg="del">
        <pc:chgData name="Gusti Pangestu" userId="7768735c-5c0d-4d9b-b550-ead0b3c82a30" providerId="ADAL" clId="{00DAD827-72D6-4C3B-A6DC-E3AD60F120F1}" dt="2022-12-12T06:42:53.428" v="27" actId="47"/>
        <pc:sldMkLst>
          <pc:docMk/>
          <pc:sldMk cId="2956555080" sldId="301"/>
        </pc:sldMkLst>
      </pc:sldChg>
      <pc:sldChg chg="del">
        <pc:chgData name="Gusti Pangestu" userId="7768735c-5c0d-4d9b-b550-ead0b3c82a30" providerId="ADAL" clId="{00DAD827-72D6-4C3B-A6DC-E3AD60F120F1}" dt="2022-12-12T06:42:53.428" v="27" actId="47"/>
        <pc:sldMkLst>
          <pc:docMk/>
          <pc:sldMk cId="687154644" sldId="302"/>
        </pc:sldMkLst>
      </pc:sldChg>
      <pc:sldChg chg="modSp new mod">
        <pc:chgData name="Gusti Pangestu" userId="7768735c-5c0d-4d9b-b550-ead0b3c82a30" providerId="ADAL" clId="{00DAD827-72D6-4C3B-A6DC-E3AD60F120F1}" dt="2022-12-13T03:03:56.913" v="291" actId="20577"/>
        <pc:sldMkLst>
          <pc:docMk/>
          <pc:sldMk cId="3386953599" sldId="302"/>
        </pc:sldMkLst>
        <pc:spChg chg="mod">
          <ac:chgData name="Gusti Pangestu" userId="7768735c-5c0d-4d9b-b550-ead0b3c82a30" providerId="ADAL" clId="{00DAD827-72D6-4C3B-A6DC-E3AD60F120F1}" dt="2022-12-13T03:02:58.557" v="282" actId="20577"/>
          <ac:spMkLst>
            <pc:docMk/>
            <pc:sldMk cId="3386953599" sldId="302"/>
            <ac:spMk id="2" creationId="{4F54FE65-A83C-922D-3AF6-8E4CE65E72E8}"/>
          </ac:spMkLst>
        </pc:spChg>
        <pc:spChg chg="mod">
          <ac:chgData name="Gusti Pangestu" userId="7768735c-5c0d-4d9b-b550-ead0b3c82a30" providerId="ADAL" clId="{00DAD827-72D6-4C3B-A6DC-E3AD60F120F1}" dt="2022-12-13T03:03:56.913" v="291" actId="20577"/>
          <ac:spMkLst>
            <pc:docMk/>
            <pc:sldMk cId="3386953599" sldId="302"/>
            <ac:spMk id="3" creationId="{1BF78A00-BEA2-DAC8-2387-A04D4B27BE49}"/>
          </ac:spMkLst>
        </pc:spChg>
      </pc:sldChg>
      <pc:sldChg chg="addSp delSp modSp new mod">
        <pc:chgData name="Gusti Pangestu" userId="7768735c-5c0d-4d9b-b550-ead0b3c82a30" providerId="ADAL" clId="{00DAD827-72D6-4C3B-A6DC-E3AD60F120F1}" dt="2022-12-13T03:04:32.033" v="307" actId="20577"/>
        <pc:sldMkLst>
          <pc:docMk/>
          <pc:sldMk cId="4022305954" sldId="303"/>
        </pc:sldMkLst>
        <pc:spChg chg="mod">
          <ac:chgData name="Gusti Pangestu" userId="7768735c-5c0d-4d9b-b550-ead0b3c82a30" providerId="ADAL" clId="{00DAD827-72D6-4C3B-A6DC-E3AD60F120F1}" dt="2022-12-13T03:04:32.033" v="307" actId="20577"/>
          <ac:spMkLst>
            <pc:docMk/>
            <pc:sldMk cId="4022305954" sldId="303"/>
            <ac:spMk id="2" creationId="{48D0FD8D-05AA-7B76-EDC7-3C0A30A444CB}"/>
          </ac:spMkLst>
        </pc:spChg>
        <pc:spChg chg="del">
          <ac:chgData name="Gusti Pangestu" userId="7768735c-5c0d-4d9b-b550-ead0b3c82a30" providerId="ADAL" clId="{00DAD827-72D6-4C3B-A6DC-E3AD60F120F1}" dt="2022-12-13T03:04:12.965" v="293" actId="22"/>
          <ac:spMkLst>
            <pc:docMk/>
            <pc:sldMk cId="4022305954" sldId="303"/>
            <ac:spMk id="3" creationId="{FE7DD082-EDA7-039A-54F0-2EA0EE24ABE8}"/>
          </ac:spMkLst>
        </pc:spChg>
        <pc:picChg chg="add mod ord">
          <ac:chgData name="Gusti Pangestu" userId="7768735c-5c0d-4d9b-b550-ead0b3c82a30" providerId="ADAL" clId="{00DAD827-72D6-4C3B-A6DC-E3AD60F120F1}" dt="2022-12-13T03:04:27.074" v="295" actId="1076"/>
          <ac:picMkLst>
            <pc:docMk/>
            <pc:sldMk cId="4022305954" sldId="303"/>
            <ac:picMk id="5" creationId="{D69939C9-9906-6D74-4C3D-C8350EFAD911}"/>
          </ac:picMkLst>
        </pc:picChg>
      </pc:sldChg>
      <pc:sldChg chg="del">
        <pc:chgData name="Gusti Pangestu" userId="7768735c-5c0d-4d9b-b550-ead0b3c82a30" providerId="ADAL" clId="{00DAD827-72D6-4C3B-A6DC-E3AD60F120F1}" dt="2022-12-12T06:42:53.428" v="27" actId="47"/>
        <pc:sldMkLst>
          <pc:docMk/>
          <pc:sldMk cId="4200006546" sldId="303"/>
        </pc:sldMkLst>
      </pc:sldChg>
      <pc:sldChg chg="addSp delSp modSp new mod">
        <pc:chgData name="Gusti Pangestu" userId="7768735c-5c0d-4d9b-b550-ead0b3c82a30" providerId="ADAL" clId="{00DAD827-72D6-4C3B-A6DC-E3AD60F120F1}" dt="2022-12-13T03:06:00.777" v="338" actId="1076"/>
        <pc:sldMkLst>
          <pc:docMk/>
          <pc:sldMk cId="2997571261" sldId="304"/>
        </pc:sldMkLst>
        <pc:spChg chg="mod">
          <ac:chgData name="Gusti Pangestu" userId="7768735c-5c0d-4d9b-b550-ead0b3c82a30" providerId="ADAL" clId="{00DAD827-72D6-4C3B-A6DC-E3AD60F120F1}" dt="2022-12-13T03:05:13.163" v="331" actId="1076"/>
          <ac:spMkLst>
            <pc:docMk/>
            <pc:sldMk cId="2997571261" sldId="304"/>
            <ac:spMk id="2" creationId="{4B8555B3-779A-1A25-3C77-6ABCDEA17864}"/>
          </ac:spMkLst>
        </pc:spChg>
        <pc:spChg chg="del">
          <ac:chgData name="Gusti Pangestu" userId="7768735c-5c0d-4d9b-b550-ead0b3c82a30" providerId="ADAL" clId="{00DAD827-72D6-4C3B-A6DC-E3AD60F120F1}" dt="2022-12-13T03:05:02.043" v="326" actId="22"/>
          <ac:spMkLst>
            <pc:docMk/>
            <pc:sldMk cId="2997571261" sldId="304"/>
            <ac:spMk id="3" creationId="{BB1617EC-836D-BBDF-EED2-237197324C48}"/>
          </ac:spMkLst>
        </pc:spChg>
        <pc:spChg chg="add mod">
          <ac:chgData name="Gusti Pangestu" userId="7768735c-5c0d-4d9b-b550-ead0b3c82a30" providerId="ADAL" clId="{00DAD827-72D6-4C3B-A6DC-E3AD60F120F1}" dt="2022-12-13T03:06:00.777" v="338" actId="1076"/>
          <ac:spMkLst>
            <pc:docMk/>
            <pc:sldMk cId="2997571261" sldId="304"/>
            <ac:spMk id="7" creationId="{9AB2A61F-2755-9D9B-ABF2-1200DA474A59}"/>
          </ac:spMkLst>
        </pc:spChg>
        <pc:picChg chg="add mod ord">
          <ac:chgData name="Gusti Pangestu" userId="7768735c-5c0d-4d9b-b550-ead0b3c82a30" providerId="ADAL" clId="{00DAD827-72D6-4C3B-A6DC-E3AD60F120F1}" dt="2022-12-13T03:05:21.239" v="334" actId="1076"/>
          <ac:picMkLst>
            <pc:docMk/>
            <pc:sldMk cId="2997571261" sldId="304"/>
            <ac:picMk id="5" creationId="{F5D5AB98-D63C-3C28-839E-B9E368AE2A55}"/>
          </ac:picMkLst>
        </pc:picChg>
      </pc:sldChg>
      <pc:sldChg chg="addSp delSp modSp new mod">
        <pc:chgData name="Gusti Pangestu" userId="7768735c-5c0d-4d9b-b550-ead0b3c82a30" providerId="ADAL" clId="{00DAD827-72D6-4C3B-A6DC-E3AD60F120F1}" dt="2022-12-13T03:06:32.103" v="356" actId="20577"/>
        <pc:sldMkLst>
          <pc:docMk/>
          <pc:sldMk cId="2557531081" sldId="305"/>
        </pc:sldMkLst>
        <pc:spChg chg="mod">
          <ac:chgData name="Gusti Pangestu" userId="7768735c-5c0d-4d9b-b550-ead0b3c82a30" providerId="ADAL" clId="{00DAD827-72D6-4C3B-A6DC-E3AD60F120F1}" dt="2022-12-13T03:06:32.103" v="356" actId="20577"/>
          <ac:spMkLst>
            <pc:docMk/>
            <pc:sldMk cId="2557531081" sldId="305"/>
            <ac:spMk id="2" creationId="{7E8748C3-3CA9-720E-9A84-FCC9491DC6E9}"/>
          </ac:spMkLst>
        </pc:spChg>
        <pc:spChg chg="del">
          <ac:chgData name="Gusti Pangestu" userId="7768735c-5c0d-4d9b-b550-ead0b3c82a30" providerId="ADAL" clId="{00DAD827-72D6-4C3B-A6DC-E3AD60F120F1}" dt="2022-12-13T03:06:14.603" v="339" actId="22"/>
          <ac:spMkLst>
            <pc:docMk/>
            <pc:sldMk cId="2557531081" sldId="305"/>
            <ac:spMk id="3" creationId="{3AEAF87D-910F-B475-32F2-5D779357B125}"/>
          </ac:spMkLst>
        </pc:spChg>
        <pc:picChg chg="add mod ord">
          <ac:chgData name="Gusti Pangestu" userId="7768735c-5c0d-4d9b-b550-ead0b3c82a30" providerId="ADAL" clId="{00DAD827-72D6-4C3B-A6DC-E3AD60F120F1}" dt="2022-12-13T03:06:14.603" v="339" actId="22"/>
          <ac:picMkLst>
            <pc:docMk/>
            <pc:sldMk cId="2557531081" sldId="305"/>
            <ac:picMk id="5" creationId="{564D7443-DB48-CFE0-AEF6-8FD1E19217E9}"/>
          </ac:picMkLst>
        </pc:picChg>
      </pc:sldChg>
      <pc:sldChg chg="addSp delSp modSp new mod">
        <pc:chgData name="Gusti Pangestu" userId="7768735c-5c0d-4d9b-b550-ead0b3c82a30" providerId="ADAL" clId="{00DAD827-72D6-4C3B-A6DC-E3AD60F120F1}" dt="2022-12-13T03:07:10.209" v="369" actId="20577"/>
        <pc:sldMkLst>
          <pc:docMk/>
          <pc:sldMk cId="2655063399" sldId="306"/>
        </pc:sldMkLst>
        <pc:spChg chg="mod">
          <ac:chgData name="Gusti Pangestu" userId="7768735c-5c0d-4d9b-b550-ead0b3c82a30" providerId="ADAL" clId="{00DAD827-72D6-4C3B-A6DC-E3AD60F120F1}" dt="2022-12-13T03:07:10.209" v="369" actId="20577"/>
          <ac:spMkLst>
            <pc:docMk/>
            <pc:sldMk cId="2655063399" sldId="306"/>
            <ac:spMk id="2" creationId="{90554848-D65A-F993-AAE1-91685ADA2325}"/>
          </ac:spMkLst>
        </pc:spChg>
        <pc:spChg chg="del">
          <ac:chgData name="Gusti Pangestu" userId="7768735c-5c0d-4d9b-b550-ead0b3c82a30" providerId="ADAL" clId="{00DAD827-72D6-4C3B-A6DC-E3AD60F120F1}" dt="2022-12-13T03:06:51.301" v="358" actId="22"/>
          <ac:spMkLst>
            <pc:docMk/>
            <pc:sldMk cId="2655063399" sldId="306"/>
            <ac:spMk id="3" creationId="{8104A268-0DE0-10A7-9611-4B142DB39AB6}"/>
          </ac:spMkLst>
        </pc:spChg>
        <pc:picChg chg="add mod ord">
          <ac:chgData name="Gusti Pangestu" userId="7768735c-5c0d-4d9b-b550-ead0b3c82a30" providerId="ADAL" clId="{00DAD827-72D6-4C3B-A6DC-E3AD60F120F1}" dt="2022-12-13T03:07:05.841" v="362" actId="14100"/>
          <ac:picMkLst>
            <pc:docMk/>
            <pc:sldMk cId="2655063399" sldId="306"/>
            <ac:picMk id="5" creationId="{30C84D9B-A5C1-3F77-F331-96ACF1A0AB5A}"/>
          </ac:picMkLst>
        </pc:picChg>
        <pc:picChg chg="add mod">
          <ac:chgData name="Gusti Pangestu" userId="7768735c-5c0d-4d9b-b550-ead0b3c82a30" providerId="ADAL" clId="{00DAD827-72D6-4C3B-A6DC-E3AD60F120F1}" dt="2022-12-13T03:07:08.384" v="363" actId="14100"/>
          <ac:picMkLst>
            <pc:docMk/>
            <pc:sldMk cId="2655063399" sldId="306"/>
            <ac:picMk id="7" creationId="{F06832F6-7231-2395-D766-D9FB5FA30C2C}"/>
          </ac:picMkLst>
        </pc:picChg>
      </pc:sldChg>
    </pc:docChg>
  </pc:docChgLst>
  <pc:docChgLst>
    <pc:chgData name="Gusti Pangestu" userId="7768735c-5c0d-4d9b-b550-ead0b3c82a30" providerId="ADAL" clId="{5B41DB65-700D-47A1-82C0-71ED56D4F9A5}"/>
    <pc:docChg chg="undo custSel addSld delSld modSld sldOrd modSection">
      <pc:chgData name="Gusti Pangestu" userId="7768735c-5c0d-4d9b-b550-ead0b3c82a30" providerId="ADAL" clId="{5B41DB65-700D-47A1-82C0-71ED56D4F9A5}" dt="2022-12-19T06:50:21.383" v="440" actId="47"/>
      <pc:docMkLst>
        <pc:docMk/>
      </pc:docMkLst>
      <pc:sldChg chg="modSp mod">
        <pc:chgData name="Gusti Pangestu" userId="7768735c-5c0d-4d9b-b550-ead0b3c82a30" providerId="ADAL" clId="{5B41DB65-700D-47A1-82C0-71ED56D4F9A5}" dt="2022-12-15T02:35:51.423" v="290" actId="20577"/>
        <pc:sldMkLst>
          <pc:docMk/>
          <pc:sldMk cId="109857222" sldId="258"/>
        </pc:sldMkLst>
        <pc:spChg chg="mod">
          <ac:chgData name="Gusti Pangestu" userId="7768735c-5c0d-4d9b-b550-ead0b3c82a30" providerId="ADAL" clId="{5B41DB65-700D-47A1-82C0-71ED56D4F9A5}" dt="2022-12-15T02:35:51.423" v="290" actId="20577"/>
          <ac:spMkLst>
            <pc:docMk/>
            <pc:sldMk cId="109857222" sldId="258"/>
            <ac:spMk id="3" creationId="{00000000-0000-0000-0000-000000000000}"/>
          </ac:spMkLst>
        </pc:spChg>
      </pc:sldChg>
      <pc:sldChg chg="modSp mod">
        <pc:chgData name="Gusti Pangestu" userId="7768735c-5c0d-4d9b-b550-ead0b3c82a30" providerId="ADAL" clId="{5B41DB65-700D-47A1-82C0-71ED56D4F9A5}" dt="2022-12-13T03:11:00.890" v="81" actId="6549"/>
        <pc:sldMkLst>
          <pc:docMk/>
          <pc:sldMk cId="1545682022" sldId="290"/>
        </pc:sldMkLst>
        <pc:spChg chg="mod">
          <ac:chgData name="Gusti Pangestu" userId="7768735c-5c0d-4d9b-b550-ead0b3c82a30" providerId="ADAL" clId="{5B41DB65-700D-47A1-82C0-71ED56D4F9A5}" dt="2022-12-13T03:11:00.890" v="81" actId="6549"/>
          <ac:spMkLst>
            <pc:docMk/>
            <pc:sldMk cId="1545682022" sldId="290"/>
            <ac:spMk id="3" creationId="{CFBE6DC7-A61F-27FA-B9A7-7018AFBF0075}"/>
          </ac:spMkLst>
        </pc:spChg>
      </pc:sldChg>
      <pc:sldChg chg="del">
        <pc:chgData name="Gusti Pangestu" userId="7768735c-5c0d-4d9b-b550-ead0b3c82a30" providerId="ADAL" clId="{5B41DB65-700D-47A1-82C0-71ED56D4F9A5}" dt="2022-12-13T03:11:31.680" v="82" actId="47"/>
        <pc:sldMkLst>
          <pc:docMk/>
          <pc:sldMk cId="1079826350" sldId="291"/>
        </pc:sldMkLst>
      </pc:sldChg>
      <pc:sldChg chg="delSp modSp new mod">
        <pc:chgData name="Gusti Pangestu" userId="7768735c-5c0d-4d9b-b550-ead0b3c82a30" providerId="ADAL" clId="{5B41DB65-700D-47A1-82C0-71ED56D4F9A5}" dt="2022-12-13T03:12:38.391" v="109" actId="14100"/>
        <pc:sldMkLst>
          <pc:docMk/>
          <pc:sldMk cId="3003759004" sldId="291"/>
        </pc:sldMkLst>
        <pc:spChg chg="del">
          <ac:chgData name="Gusti Pangestu" userId="7768735c-5c0d-4d9b-b550-ead0b3c82a30" providerId="ADAL" clId="{5B41DB65-700D-47A1-82C0-71ED56D4F9A5}" dt="2022-12-13T03:12:34.934" v="108" actId="478"/>
          <ac:spMkLst>
            <pc:docMk/>
            <pc:sldMk cId="3003759004" sldId="291"/>
            <ac:spMk id="2" creationId="{B5D3F67D-2933-300B-8A73-F6385281B475}"/>
          </ac:spMkLst>
        </pc:spChg>
        <pc:spChg chg="mod">
          <ac:chgData name="Gusti Pangestu" userId="7768735c-5c0d-4d9b-b550-ead0b3c82a30" providerId="ADAL" clId="{5B41DB65-700D-47A1-82C0-71ED56D4F9A5}" dt="2022-12-13T03:12:38.391" v="109" actId="14100"/>
          <ac:spMkLst>
            <pc:docMk/>
            <pc:sldMk cId="3003759004" sldId="291"/>
            <ac:spMk id="3" creationId="{41E9E560-EBBD-284A-9A61-F5ED6AB52E3B}"/>
          </ac:spMkLst>
        </pc:spChg>
      </pc:sldChg>
      <pc:sldChg chg="del">
        <pc:chgData name="Gusti Pangestu" userId="7768735c-5c0d-4d9b-b550-ead0b3c82a30" providerId="ADAL" clId="{5B41DB65-700D-47A1-82C0-71ED56D4F9A5}" dt="2022-12-13T03:11:31.680" v="82" actId="47"/>
        <pc:sldMkLst>
          <pc:docMk/>
          <pc:sldMk cId="1665812515" sldId="292"/>
        </pc:sldMkLst>
      </pc:sldChg>
      <pc:sldChg chg="modSp new mod">
        <pc:chgData name="Gusti Pangestu" userId="7768735c-5c0d-4d9b-b550-ead0b3c82a30" providerId="ADAL" clId="{5B41DB65-700D-47A1-82C0-71ED56D4F9A5}" dt="2022-12-13T04:44:54.069" v="174" actId="20577"/>
        <pc:sldMkLst>
          <pc:docMk/>
          <pc:sldMk cId="4001981590" sldId="292"/>
        </pc:sldMkLst>
        <pc:spChg chg="mod">
          <ac:chgData name="Gusti Pangestu" userId="7768735c-5c0d-4d9b-b550-ead0b3c82a30" providerId="ADAL" clId="{5B41DB65-700D-47A1-82C0-71ED56D4F9A5}" dt="2022-12-13T03:12:59.941" v="129" actId="20577"/>
          <ac:spMkLst>
            <pc:docMk/>
            <pc:sldMk cId="4001981590" sldId="292"/>
            <ac:spMk id="2" creationId="{13C454D8-2664-5D1A-C82D-D8D9B3A79380}"/>
          </ac:spMkLst>
        </pc:spChg>
        <pc:spChg chg="mod">
          <ac:chgData name="Gusti Pangestu" userId="7768735c-5c0d-4d9b-b550-ead0b3c82a30" providerId="ADAL" clId="{5B41DB65-700D-47A1-82C0-71ED56D4F9A5}" dt="2022-12-13T04:44:54.069" v="174" actId="20577"/>
          <ac:spMkLst>
            <pc:docMk/>
            <pc:sldMk cId="4001981590" sldId="292"/>
            <ac:spMk id="3" creationId="{99984EDA-D76B-198A-E40A-D7538139BA56}"/>
          </ac:spMkLst>
        </pc:spChg>
      </pc:sldChg>
      <pc:sldChg chg="addSp delSp modSp new mod ord">
        <pc:chgData name="Gusti Pangestu" userId="7768735c-5c0d-4d9b-b550-ead0b3c82a30" providerId="ADAL" clId="{5B41DB65-700D-47A1-82C0-71ED56D4F9A5}" dt="2022-12-13T05:58:02.183" v="179"/>
        <pc:sldMkLst>
          <pc:docMk/>
          <pc:sldMk cId="393974095" sldId="293"/>
        </pc:sldMkLst>
        <pc:spChg chg="mod">
          <ac:chgData name="Gusti Pangestu" userId="7768735c-5c0d-4d9b-b550-ead0b3c82a30" providerId="ADAL" clId="{5B41DB65-700D-47A1-82C0-71ED56D4F9A5}" dt="2022-12-13T05:58:02.183" v="179"/>
          <ac:spMkLst>
            <pc:docMk/>
            <pc:sldMk cId="393974095" sldId="293"/>
            <ac:spMk id="2" creationId="{08B1F3A4-4852-C196-2CFF-030A91D5330C}"/>
          </ac:spMkLst>
        </pc:spChg>
        <pc:spChg chg="del">
          <ac:chgData name="Gusti Pangestu" userId="7768735c-5c0d-4d9b-b550-ead0b3c82a30" providerId="ADAL" clId="{5B41DB65-700D-47A1-82C0-71ED56D4F9A5}" dt="2022-12-13T05:57:52.985" v="178" actId="22"/>
          <ac:spMkLst>
            <pc:docMk/>
            <pc:sldMk cId="393974095" sldId="293"/>
            <ac:spMk id="3" creationId="{FC154149-4FF0-CD9C-E7F0-C1EBBC34805D}"/>
          </ac:spMkLst>
        </pc:spChg>
        <pc:picChg chg="add mod ord">
          <ac:chgData name="Gusti Pangestu" userId="7768735c-5c0d-4d9b-b550-ead0b3c82a30" providerId="ADAL" clId="{5B41DB65-700D-47A1-82C0-71ED56D4F9A5}" dt="2022-12-13T05:57:52.985" v="178" actId="22"/>
          <ac:picMkLst>
            <pc:docMk/>
            <pc:sldMk cId="393974095" sldId="293"/>
            <ac:picMk id="5" creationId="{E6981455-A484-BDE6-B459-90D0BB5E69A8}"/>
          </ac:picMkLst>
        </pc:picChg>
      </pc:sldChg>
      <pc:sldChg chg="del">
        <pc:chgData name="Gusti Pangestu" userId="7768735c-5c0d-4d9b-b550-ead0b3c82a30" providerId="ADAL" clId="{5B41DB65-700D-47A1-82C0-71ED56D4F9A5}" dt="2022-12-13T03:11:31.680" v="82" actId="47"/>
        <pc:sldMkLst>
          <pc:docMk/>
          <pc:sldMk cId="3468554058" sldId="293"/>
        </pc:sldMkLst>
      </pc:sldChg>
      <pc:sldChg chg="del">
        <pc:chgData name="Gusti Pangestu" userId="7768735c-5c0d-4d9b-b550-ead0b3c82a30" providerId="ADAL" clId="{5B41DB65-700D-47A1-82C0-71ED56D4F9A5}" dt="2022-12-13T03:11:31.680" v="82" actId="47"/>
        <pc:sldMkLst>
          <pc:docMk/>
          <pc:sldMk cId="272733755" sldId="294"/>
        </pc:sldMkLst>
      </pc:sldChg>
      <pc:sldChg chg="delSp modSp new mod">
        <pc:chgData name="Gusti Pangestu" userId="7768735c-5c0d-4d9b-b550-ead0b3c82a30" providerId="ADAL" clId="{5B41DB65-700D-47A1-82C0-71ED56D4F9A5}" dt="2022-12-13T05:58:40.713" v="198" actId="478"/>
        <pc:sldMkLst>
          <pc:docMk/>
          <pc:sldMk cId="1896048317" sldId="294"/>
        </pc:sldMkLst>
        <pc:spChg chg="del">
          <ac:chgData name="Gusti Pangestu" userId="7768735c-5c0d-4d9b-b550-ead0b3c82a30" providerId="ADAL" clId="{5B41DB65-700D-47A1-82C0-71ED56D4F9A5}" dt="2022-12-13T05:58:40.713" v="198" actId="478"/>
          <ac:spMkLst>
            <pc:docMk/>
            <pc:sldMk cId="1896048317" sldId="294"/>
            <ac:spMk id="2" creationId="{3EB44AC9-B042-B33B-4B5A-6CED26A6253A}"/>
          </ac:spMkLst>
        </pc:spChg>
        <pc:spChg chg="mod">
          <ac:chgData name="Gusti Pangestu" userId="7768735c-5c0d-4d9b-b550-ead0b3c82a30" providerId="ADAL" clId="{5B41DB65-700D-47A1-82C0-71ED56D4F9A5}" dt="2022-12-13T05:58:37.263" v="197" actId="20577"/>
          <ac:spMkLst>
            <pc:docMk/>
            <pc:sldMk cId="1896048317" sldId="294"/>
            <ac:spMk id="3" creationId="{61CEE91D-35C6-494E-025D-D66A6F634056}"/>
          </ac:spMkLst>
        </pc:spChg>
      </pc:sldChg>
      <pc:sldChg chg="modSp new mod">
        <pc:chgData name="Gusti Pangestu" userId="7768735c-5c0d-4d9b-b550-ead0b3c82a30" providerId="ADAL" clId="{5B41DB65-700D-47A1-82C0-71ED56D4F9A5}" dt="2022-12-13T07:00:36.166" v="236" actId="20577"/>
        <pc:sldMkLst>
          <pc:docMk/>
          <pc:sldMk cId="1434194742" sldId="295"/>
        </pc:sldMkLst>
        <pc:spChg chg="mod">
          <ac:chgData name="Gusti Pangestu" userId="7768735c-5c0d-4d9b-b550-ead0b3c82a30" providerId="ADAL" clId="{5B41DB65-700D-47A1-82C0-71ED56D4F9A5}" dt="2022-12-13T06:59:24.216" v="200"/>
          <ac:spMkLst>
            <pc:docMk/>
            <pc:sldMk cId="1434194742" sldId="295"/>
            <ac:spMk id="2" creationId="{44A8B236-33B8-4FD2-B84E-BAD591B8E855}"/>
          </ac:spMkLst>
        </pc:spChg>
        <pc:spChg chg="mod">
          <ac:chgData name="Gusti Pangestu" userId="7768735c-5c0d-4d9b-b550-ead0b3c82a30" providerId="ADAL" clId="{5B41DB65-700D-47A1-82C0-71ED56D4F9A5}" dt="2022-12-13T07:00:36.166" v="236" actId="20577"/>
          <ac:spMkLst>
            <pc:docMk/>
            <pc:sldMk cId="1434194742" sldId="295"/>
            <ac:spMk id="3" creationId="{2FEE829C-13FB-8834-3465-72219453CC06}"/>
          </ac:spMkLst>
        </pc:spChg>
      </pc:sldChg>
      <pc:sldChg chg="del">
        <pc:chgData name="Gusti Pangestu" userId="7768735c-5c0d-4d9b-b550-ead0b3c82a30" providerId="ADAL" clId="{5B41DB65-700D-47A1-82C0-71ED56D4F9A5}" dt="2022-12-13T03:11:31.680" v="82" actId="47"/>
        <pc:sldMkLst>
          <pc:docMk/>
          <pc:sldMk cId="4254841868" sldId="295"/>
        </pc:sldMkLst>
      </pc:sldChg>
      <pc:sldChg chg="del">
        <pc:chgData name="Gusti Pangestu" userId="7768735c-5c0d-4d9b-b550-ead0b3c82a30" providerId="ADAL" clId="{5B41DB65-700D-47A1-82C0-71ED56D4F9A5}" dt="2022-12-13T03:11:31.680" v="82" actId="47"/>
        <pc:sldMkLst>
          <pc:docMk/>
          <pc:sldMk cId="920674648" sldId="296"/>
        </pc:sldMkLst>
      </pc:sldChg>
      <pc:sldChg chg="addSp delSp modSp new mod">
        <pc:chgData name="Gusti Pangestu" userId="7768735c-5c0d-4d9b-b550-ead0b3c82a30" providerId="ADAL" clId="{5B41DB65-700D-47A1-82C0-71ED56D4F9A5}" dt="2022-12-13T07:17:04.178" v="249" actId="20577"/>
        <pc:sldMkLst>
          <pc:docMk/>
          <pc:sldMk cId="1427144636" sldId="296"/>
        </pc:sldMkLst>
        <pc:spChg chg="del">
          <ac:chgData name="Gusti Pangestu" userId="7768735c-5c0d-4d9b-b550-ead0b3c82a30" providerId="ADAL" clId="{5B41DB65-700D-47A1-82C0-71ED56D4F9A5}" dt="2022-12-13T07:00:48.395" v="239" actId="478"/>
          <ac:spMkLst>
            <pc:docMk/>
            <pc:sldMk cId="1427144636" sldId="296"/>
            <ac:spMk id="2" creationId="{BE46532C-C664-EA42-EAB7-3B6B83FA4253}"/>
          </ac:spMkLst>
        </pc:spChg>
        <pc:spChg chg="del">
          <ac:chgData name="Gusti Pangestu" userId="7768735c-5c0d-4d9b-b550-ead0b3c82a30" providerId="ADAL" clId="{5B41DB65-700D-47A1-82C0-71ED56D4F9A5}" dt="2022-12-13T07:00:46.535" v="238" actId="22"/>
          <ac:spMkLst>
            <pc:docMk/>
            <pc:sldMk cId="1427144636" sldId="296"/>
            <ac:spMk id="3" creationId="{A14F6DB3-2A29-C6E5-DD45-65367424A0BE}"/>
          </ac:spMkLst>
        </pc:spChg>
        <pc:spChg chg="add mod">
          <ac:chgData name="Gusti Pangestu" userId="7768735c-5c0d-4d9b-b550-ead0b3c82a30" providerId="ADAL" clId="{5B41DB65-700D-47A1-82C0-71ED56D4F9A5}" dt="2022-12-13T07:17:04.178" v="249" actId="20577"/>
          <ac:spMkLst>
            <pc:docMk/>
            <pc:sldMk cId="1427144636" sldId="296"/>
            <ac:spMk id="7" creationId="{48221900-651E-8E31-93B3-27B8CB393283}"/>
          </ac:spMkLst>
        </pc:spChg>
        <pc:picChg chg="add mod ord">
          <ac:chgData name="Gusti Pangestu" userId="7768735c-5c0d-4d9b-b550-ead0b3c82a30" providerId="ADAL" clId="{5B41DB65-700D-47A1-82C0-71ED56D4F9A5}" dt="2022-12-13T07:16:58.710" v="244" actId="1076"/>
          <ac:picMkLst>
            <pc:docMk/>
            <pc:sldMk cId="1427144636" sldId="296"/>
            <ac:picMk id="5" creationId="{6B588864-D85B-74F7-00F3-D1EB435A432C}"/>
          </ac:picMkLst>
        </pc:picChg>
      </pc:sldChg>
      <pc:sldChg chg="del">
        <pc:chgData name="Gusti Pangestu" userId="7768735c-5c0d-4d9b-b550-ead0b3c82a30" providerId="ADAL" clId="{5B41DB65-700D-47A1-82C0-71ED56D4F9A5}" dt="2022-12-13T03:11:31.680" v="82" actId="47"/>
        <pc:sldMkLst>
          <pc:docMk/>
          <pc:sldMk cId="1886084347" sldId="297"/>
        </pc:sldMkLst>
      </pc:sldChg>
      <pc:sldChg chg="modSp new mod">
        <pc:chgData name="Gusti Pangestu" userId="7768735c-5c0d-4d9b-b550-ead0b3c82a30" providerId="ADAL" clId="{5B41DB65-700D-47A1-82C0-71ED56D4F9A5}" dt="2022-12-15T02:39:07.381" v="316" actId="20577"/>
        <pc:sldMkLst>
          <pc:docMk/>
          <pc:sldMk cId="3199163690" sldId="297"/>
        </pc:sldMkLst>
        <pc:spChg chg="mod">
          <ac:chgData name="Gusti Pangestu" userId="7768735c-5c0d-4d9b-b550-ead0b3c82a30" providerId="ADAL" clId="{5B41DB65-700D-47A1-82C0-71ED56D4F9A5}" dt="2022-12-13T07:17:38.343" v="274" actId="20577"/>
          <ac:spMkLst>
            <pc:docMk/>
            <pc:sldMk cId="3199163690" sldId="297"/>
            <ac:spMk id="2" creationId="{AEAF68ED-16B2-A332-F7F8-1B876FA8B3ED}"/>
          </ac:spMkLst>
        </pc:spChg>
        <pc:spChg chg="mod">
          <ac:chgData name="Gusti Pangestu" userId="7768735c-5c0d-4d9b-b550-ead0b3c82a30" providerId="ADAL" clId="{5B41DB65-700D-47A1-82C0-71ED56D4F9A5}" dt="2022-12-15T02:39:07.381" v="316" actId="20577"/>
          <ac:spMkLst>
            <pc:docMk/>
            <pc:sldMk cId="3199163690" sldId="297"/>
            <ac:spMk id="3" creationId="{7039254E-4D37-9EB1-357D-8B4FB4DE5AC8}"/>
          </ac:spMkLst>
        </pc:spChg>
      </pc:sldChg>
      <pc:sldChg chg="del">
        <pc:chgData name="Gusti Pangestu" userId="7768735c-5c0d-4d9b-b550-ead0b3c82a30" providerId="ADAL" clId="{5B41DB65-700D-47A1-82C0-71ED56D4F9A5}" dt="2022-12-13T03:11:31.680" v="82" actId="47"/>
        <pc:sldMkLst>
          <pc:docMk/>
          <pc:sldMk cId="619452299" sldId="298"/>
        </pc:sldMkLst>
      </pc:sldChg>
      <pc:sldChg chg="delSp modSp new mod">
        <pc:chgData name="Gusti Pangestu" userId="7768735c-5c0d-4d9b-b550-ead0b3c82a30" providerId="ADAL" clId="{5B41DB65-700D-47A1-82C0-71ED56D4F9A5}" dt="2022-12-15T02:38:21.330" v="304" actId="20577"/>
        <pc:sldMkLst>
          <pc:docMk/>
          <pc:sldMk cId="825831769" sldId="298"/>
        </pc:sldMkLst>
        <pc:spChg chg="del">
          <ac:chgData name="Gusti Pangestu" userId="7768735c-5c0d-4d9b-b550-ead0b3c82a30" providerId="ADAL" clId="{5B41DB65-700D-47A1-82C0-71ED56D4F9A5}" dt="2022-12-15T02:36:32.797" v="292" actId="478"/>
          <ac:spMkLst>
            <pc:docMk/>
            <pc:sldMk cId="825831769" sldId="298"/>
            <ac:spMk id="2" creationId="{B460669F-09D7-05FF-4571-D81218E7669B}"/>
          </ac:spMkLst>
        </pc:spChg>
        <pc:spChg chg="mod">
          <ac:chgData name="Gusti Pangestu" userId="7768735c-5c0d-4d9b-b550-ead0b3c82a30" providerId="ADAL" clId="{5B41DB65-700D-47A1-82C0-71ED56D4F9A5}" dt="2022-12-15T02:38:21.330" v="304" actId="20577"/>
          <ac:spMkLst>
            <pc:docMk/>
            <pc:sldMk cId="825831769" sldId="298"/>
            <ac:spMk id="3" creationId="{66688416-D27F-B253-83E1-78C5DE252216}"/>
          </ac:spMkLst>
        </pc:spChg>
      </pc:sldChg>
      <pc:sldChg chg="addSp delSp modSp new mod">
        <pc:chgData name="Gusti Pangestu" userId="7768735c-5c0d-4d9b-b550-ead0b3c82a30" providerId="ADAL" clId="{5B41DB65-700D-47A1-82C0-71ED56D4F9A5}" dt="2022-12-15T03:37:42.605" v="322" actId="1076"/>
        <pc:sldMkLst>
          <pc:docMk/>
          <pc:sldMk cId="1795252935" sldId="299"/>
        </pc:sldMkLst>
        <pc:spChg chg="del">
          <ac:chgData name="Gusti Pangestu" userId="7768735c-5c0d-4d9b-b550-ead0b3c82a30" providerId="ADAL" clId="{5B41DB65-700D-47A1-82C0-71ED56D4F9A5}" dt="2022-12-15T03:37:32" v="319" actId="478"/>
          <ac:spMkLst>
            <pc:docMk/>
            <pc:sldMk cId="1795252935" sldId="299"/>
            <ac:spMk id="2" creationId="{115E7836-13A0-8962-EA79-07F6224D5EFB}"/>
          </ac:spMkLst>
        </pc:spChg>
        <pc:spChg chg="del">
          <ac:chgData name="Gusti Pangestu" userId="7768735c-5c0d-4d9b-b550-ead0b3c82a30" providerId="ADAL" clId="{5B41DB65-700D-47A1-82C0-71ED56D4F9A5}" dt="2022-12-15T03:37:29.380" v="318" actId="22"/>
          <ac:spMkLst>
            <pc:docMk/>
            <pc:sldMk cId="1795252935" sldId="299"/>
            <ac:spMk id="3" creationId="{EB915AE6-E484-DBA8-58D0-27D8710A325D}"/>
          </ac:spMkLst>
        </pc:spChg>
        <pc:picChg chg="add mod ord">
          <ac:chgData name="Gusti Pangestu" userId="7768735c-5c0d-4d9b-b550-ead0b3c82a30" providerId="ADAL" clId="{5B41DB65-700D-47A1-82C0-71ED56D4F9A5}" dt="2022-12-15T03:37:42.605" v="322" actId="1076"/>
          <ac:picMkLst>
            <pc:docMk/>
            <pc:sldMk cId="1795252935" sldId="299"/>
            <ac:picMk id="5" creationId="{23653281-DD6A-EF61-4D8A-B7FF4EBA1154}"/>
          </ac:picMkLst>
        </pc:picChg>
      </pc:sldChg>
      <pc:sldChg chg="del">
        <pc:chgData name="Gusti Pangestu" userId="7768735c-5c0d-4d9b-b550-ead0b3c82a30" providerId="ADAL" clId="{5B41DB65-700D-47A1-82C0-71ED56D4F9A5}" dt="2022-12-13T03:11:31.680" v="82" actId="47"/>
        <pc:sldMkLst>
          <pc:docMk/>
          <pc:sldMk cId="2453569440" sldId="299"/>
        </pc:sldMkLst>
      </pc:sldChg>
      <pc:sldChg chg="del">
        <pc:chgData name="Gusti Pangestu" userId="7768735c-5c0d-4d9b-b550-ead0b3c82a30" providerId="ADAL" clId="{5B41DB65-700D-47A1-82C0-71ED56D4F9A5}" dt="2022-12-13T03:11:31.680" v="82" actId="47"/>
        <pc:sldMkLst>
          <pc:docMk/>
          <pc:sldMk cId="1455660998" sldId="300"/>
        </pc:sldMkLst>
      </pc:sldChg>
      <pc:sldChg chg="addSp modSp new mod">
        <pc:chgData name="Gusti Pangestu" userId="7768735c-5c0d-4d9b-b550-ead0b3c82a30" providerId="ADAL" clId="{5B41DB65-700D-47A1-82C0-71ED56D4F9A5}" dt="2022-12-15T03:40:03.482" v="333" actId="1076"/>
        <pc:sldMkLst>
          <pc:docMk/>
          <pc:sldMk cId="3208523139" sldId="300"/>
        </pc:sldMkLst>
        <pc:spChg chg="mod">
          <ac:chgData name="Gusti Pangestu" userId="7768735c-5c0d-4d9b-b550-ead0b3c82a30" providerId="ADAL" clId="{5B41DB65-700D-47A1-82C0-71ED56D4F9A5}" dt="2022-12-15T03:39:17.021" v="324"/>
          <ac:spMkLst>
            <pc:docMk/>
            <pc:sldMk cId="3208523139" sldId="300"/>
            <ac:spMk id="2" creationId="{6D5707AB-C364-65A9-C04C-48450FA0520A}"/>
          </ac:spMkLst>
        </pc:spChg>
        <pc:spChg chg="mod">
          <ac:chgData name="Gusti Pangestu" userId="7768735c-5c0d-4d9b-b550-ead0b3c82a30" providerId="ADAL" clId="{5B41DB65-700D-47A1-82C0-71ED56D4F9A5}" dt="2022-12-15T03:39:45.791" v="331" actId="20577"/>
          <ac:spMkLst>
            <pc:docMk/>
            <pc:sldMk cId="3208523139" sldId="300"/>
            <ac:spMk id="3" creationId="{40A9EE2F-1174-502C-FB58-E668F805078F}"/>
          </ac:spMkLst>
        </pc:spChg>
        <pc:picChg chg="add mod">
          <ac:chgData name="Gusti Pangestu" userId="7768735c-5c0d-4d9b-b550-ead0b3c82a30" providerId="ADAL" clId="{5B41DB65-700D-47A1-82C0-71ED56D4F9A5}" dt="2022-12-15T03:40:03.482" v="333" actId="1076"/>
          <ac:picMkLst>
            <pc:docMk/>
            <pc:sldMk cId="3208523139" sldId="300"/>
            <ac:picMk id="5" creationId="{2EC95407-B3B4-BA82-8DC4-19549DCBE6CF}"/>
          </ac:picMkLst>
        </pc:picChg>
      </pc:sldChg>
      <pc:sldChg chg="del">
        <pc:chgData name="Gusti Pangestu" userId="7768735c-5c0d-4d9b-b550-ead0b3c82a30" providerId="ADAL" clId="{5B41DB65-700D-47A1-82C0-71ED56D4F9A5}" dt="2022-12-13T03:11:31.680" v="82" actId="47"/>
        <pc:sldMkLst>
          <pc:docMk/>
          <pc:sldMk cId="1748253104" sldId="301"/>
        </pc:sldMkLst>
      </pc:sldChg>
      <pc:sldChg chg="addSp delSp modSp new mod">
        <pc:chgData name="Gusti Pangestu" userId="7768735c-5c0d-4d9b-b550-ead0b3c82a30" providerId="ADAL" clId="{5B41DB65-700D-47A1-82C0-71ED56D4F9A5}" dt="2022-12-15T03:55:42.197" v="369" actId="20577"/>
        <pc:sldMkLst>
          <pc:docMk/>
          <pc:sldMk cId="2650399632" sldId="301"/>
        </pc:sldMkLst>
        <pc:spChg chg="del">
          <ac:chgData name="Gusti Pangestu" userId="7768735c-5c0d-4d9b-b550-ead0b3c82a30" providerId="ADAL" clId="{5B41DB65-700D-47A1-82C0-71ED56D4F9A5}" dt="2022-12-15T03:40:15.866" v="335" actId="478"/>
          <ac:spMkLst>
            <pc:docMk/>
            <pc:sldMk cId="2650399632" sldId="301"/>
            <ac:spMk id="2" creationId="{7631DA81-7329-7CFF-1151-22A8406D57F5}"/>
          </ac:spMkLst>
        </pc:spChg>
        <pc:spChg chg="del mod">
          <ac:chgData name="Gusti Pangestu" userId="7768735c-5c0d-4d9b-b550-ead0b3c82a30" providerId="ADAL" clId="{5B41DB65-700D-47A1-82C0-71ED56D4F9A5}" dt="2022-12-15T03:40:19.907" v="337" actId="22"/>
          <ac:spMkLst>
            <pc:docMk/>
            <pc:sldMk cId="2650399632" sldId="301"/>
            <ac:spMk id="3" creationId="{984E4F3A-4C96-86B7-B262-08A065C4E657}"/>
          </ac:spMkLst>
        </pc:spChg>
        <pc:spChg chg="add mod">
          <ac:chgData name="Gusti Pangestu" userId="7768735c-5c0d-4d9b-b550-ead0b3c82a30" providerId="ADAL" clId="{5B41DB65-700D-47A1-82C0-71ED56D4F9A5}" dt="2022-12-15T03:55:42.197" v="369" actId="20577"/>
          <ac:spMkLst>
            <pc:docMk/>
            <pc:sldMk cId="2650399632" sldId="301"/>
            <ac:spMk id="7" creationId="{4130DD9F-AFAA-6BC2-D650-4746593B5895}"/>
          </ac:spMkLst>
        </pc:spChg>
        <pc:picChg chg="add mod ord">
          <ac:chgData name="Gusti Pangestu" userId="7768735c-5c0d-4d9b-b550-ead0b3c82a30" providerId="ADAL" clId="{5B41DB65-700D-47A1-82C0-71ED56D4F9A5}" dt="2022-12-15T03:55:38.597" v="367" actId="1076"/>
          <ac:picMkLst>
            <pc:docMk/>
            <pc:sldMk cId="2650399632" sldId="301"/>
            <ac:picMk id="5" creationId="{AD254505-7A6E-9D54-CD1C-C902CE19CB47}"/>
          </ac:picMkLst>
        </pc:picChg>
      </pc:sldChg>
      <pc:sldChg chg="addSp delSp modSp new mod">
        <pc:chgData name="Gusti Pangestu" userId="7768735c-5c0d-4d9b-b550-ead0b3c82a30" providerId="ADAL" clId="{5B41DB65-700D-47A1-82C0-71ED56D4F9A5}" dt="2022-12-15T04:14:41.515" v="372" actId="20577"/>
        <pc:sldMkLst>
          <pc:docMk/>
          <pc:sldMk cId="2512477534" sldId="302"/>
        </pc:sldMkLst>
        <pc:spChg chg="del">
          <ac:chgData name="Gusti Pangestu" userId="7768735c-5c0d-4d9b-b550-ead0b3c82a30" providerId="ADAL" clId="{5B41DB65-700D-47A1-82C0-71ED56D4F9A5}" dt="2022-12-15T03:55:33.810" v="366" actId="22"/>
          <ac:spMkLst>
            <pc:docMk/>
            <pc:sldMk cId="2512477534" sldId="302"/>
            <ac:spMk id="3" creationId="{048A7B65-A216-80DB-E505-C2097A1858AC}"/>
          </ac:spMkLst>
        </pc:spChg>
        <pc:spChg chg="add mod">
          <ac:chgData name="Gusti Pangestu" userId="7768735c-5c0d-4d9b-b550-ead0b3c82a30" providerId="ADAL" clId="{5B41DB65-700D-47A1-82C0-71ED56D4F9A5}" dt="2022-12-15T04:14:41.515" v="372" actId="20577"/>
          <ac:spMkLst>
            <pc:docMk/>
            <pc:sldMk cId="2512477534" sldId="302"/>
            <ac:spMk id="7" creationId="{4EDBBF1E-C82E-FC2D-12F4-925190F8277F}"/>
          </ac:spMkLst>
        </pc:spChg>
        <pc:picChg chg="add mod ord">
          <ac:chgData name="Gusti Pangestu" userId="7768735c-5c0d-4d9b-b550-ead0b3c82a30" providerId="ADAL" clId="{5B41DB65-700D-47A1-82C0-71ED56D4F9A5}" dt="2022-12-15T03:55:33.810" v="366" actId="22"/>
          <ac:picMkLst>
            <pc:docMk/>
            <pc:sldMk cId="2512477534" sldId="302"/>
            <ac:picMk id="5" creationId="{5CED19DA-D9F4-B43F-08E8-ED00934DA984}"/>
          </ac:picMkLst>
        </pc:picChg>
      </pc:sldChg>
      <pc:sldChg chg="del">
        <pc:chgData name="Gusti Pangestu" userId="7768735c-5c0d-4d9b-b550-ead0b3c82a30" providerId="ADAL" clId="{5B41DB65-700D-47A1-82C0-71ED56D4F9A5}" dt="2022-12-13T03:11:31.680" v="82" actId="47"/>
        <pc:sldMkLst>
          <pc:docMk/>
          <pc:sldMk cId="3386953599" sldId="302"/>
        </pc:sldMkLst>
      </pc:sldChg>
      <pc:sldChg chg="modSp new mod">
        <pc:chgData name="Gusti Pangestu" userId="7768735c-5c0d-4d9b-b550-ead0b3c82a30" providerId="ADAL" clId="{5B41DB65-700D-47A1-82C0-71ED56D4F9A5}" dt="2022-12-15T04:15:18.889" v="390" actId="12"/>
        <pc:sldMkLst>
          <pc:docMk/>
          <pc:sldMk cId="3773666171" sldId="303"/>
        </pc:sldMkLst>
        <pc:spChg chg="mod">
          <ac:chgData name="Gusti Pangestu" userId="7768735c-5c0d-4d9b-b550-ead0b3c82a30" providerId="ADAL" clId="{5B41DB65-700D-47A1-82C0-71ED56D4F9A5}" dt="2022-12-15T04:14:59.497" v="385" actId="20577"/>
          <ac:spMkLst>
            <pc:docMk/>
            <pc:sldMk cId="3773666171" sldId="303"/>
            <ac:spMk id="2" creationId="{3E5231D2-5EA0-5051-4895-8F9F5904DF66}"/>
          </ac:spMkLst>
        </pc:spChg>
        <pc:spChg chg="mod">
          <ac:chgData name="Gusti Pangestu" userId="7768735c-5c0d-4d9b-b550-ead0b3c82a30" providerId="ADAL" clId="{5B41DB65-700D-47A1-82C0-71ED56D4F9A5}" dt="2022-12-15T04:15:18.889" v="390" actId="12"/>
          <ac:spMkLst>
            <pc:docMk/>
            <pc:sldMk cId="3773666171" sldId="303"/>
            <ac:spMk id="3" creationId="{FCA768B8-2AAB-6453-544F-D245B9031A5E}"/>
          </ac:spMkLst>
        </pc:spChg>
      </pc:sldChg>
      <pc:sldChg chg="del">
        <pc:chgData name="Gusti Pangestu" userId="7768735c-5c0d-4d9b-b550-ead0b3c82a30" providerId="ADAL" clId="{5B41DB65-700D-47A1-82C0-71ED56D4F9A5}" dt="2022-12-13T03:11:31.680" v="82" actId="47"/>
        <pc:sldMkLst>
          <pc:docMk/>
          <pc:sldMk cId="4022305954" sldId="303"/>
        </pc:sldMkLst>
      </pc:sldChg>
      <pc:sldChg chg="del">
        <pc:chgData name="Gusti Pangestu" userId="7768735c-5c0d-4d9b-b550-ead0b3c82a30" providerId="ADAL" clId="{5B41DB65-700D-47A1-82C0-71ED56D4F9A5}" dt="2022-12-13T03:11:31.680" v="82" actId="47"/>
        <pc:sldMkLst>
          <pc:docMk/>
          <pc:sldMk cId="2997571261" sldId="304"/>
        </pc:sldMkLst>
      </pc:sldChg>
      <pc:sldChg chg="modSp new mod">
        <pc:chgData name="Gusti Pangestu" userId="7768735c-5c0d-4d9b-b550-ead0b3c82a30" providerId="ADAL" clId="{5B41DB65-700D-47A1-82C0-71ED56D4F9A5}" dt="2022-12-15T04:23:43.390" v="403" actId="20577"/>
        <pc:sldMkLst>
          <pc:docMk/>
          <pc:sldMk cId="3509675218" sldId="304"/>
        </pc:sldMkLst>
        <pc:spChg chg="mod">
          <ac:chgData name="Gusti Pangestu" userId="7768735c-5c0d-4d9b-b550-ead0b3c82a30" providerId="ADAL" clId="{5B41DB65-700D-47A1-82C0-71ED56D4F9A5}" dt="2022-12-15T04:15:48.919" v="392"/>
          <ac:spMkLst>
            <pc:docMk/>
            <pc:sldMk cId="3509675218" sldId="304"/>
            <ac:spMk id="2" creationId="{1506FFC5-F7A5-6A61-4CD5-9039BC53F80C}"/>
          </ac:spMkLst>
        </pc:spChg>
        <pc:spChg chg="mod">
          <ac:chgData name="Gusti Pangestu" userId="7768735c-5c0d-4d9b-b550-ead0b3c82a30" providerId="ADAL" clId="{5B41DB65-700D-47A1-82C0-71ED56D4F9A5}" dt="2022-12-15T04:23:43.390" v="403" actId="20577"/>
          <ac:spMkLst>
            <pc:docMk/>
            <pc:sldMk cId="3509675218" sldId="304"/>
            <ac:spMk id="3" creationId="{610995E0-0B9E-F4CC-89F7-08D087C4A4AB}"/>
          </ac:spMkLst>
        </pc:spChg>
      </pc:sldChg>
      <pc:sldChg chg="modSp new mod">
        <pc:chgData name="Gusti Pangestu" userId="7768735c-5c0d-4d9b-b550-ead0b3c82a30" providerId="ADAL" clId="{5B41DB65-700D-47A1-82C0-71ED56D4F9A5}" dt="2022-12-15T08:56:41.723" v="438" actId="20577"/>
        <pc:sldMkLst>
          <pc:docMk/>
          <pc:sldMk cId="2106256166" sldId="305"/>
        </pc:sldMkLst>
        <pc:spChg chg="mod">
          <ac:chgData name="Gusti Pangestu" userId="7768735c-5c0d-4d9b-b550-ead0b3c82a30" providerId="ADAL" clId="{5B41DB65-700D-47A1-82C0-71ED56D4F9A5}" dt="2022-12-15T07:41:24.739" v="421" actId="20577"/>
          <ac:spMkLst>
            <pc:docMk/>
            <pc:sldMk cId="2106256166" sldId="305"/>
            <ac:spMk id="2" creationId="{A49D1033-266E-2A2F-CA2D-D97B7C990F71}"/>
          </ac:spMkLst>
        </pc:spChg>
        <pc:spChg chg="mod">
          <ac:chgData name="Gusti Pangestu" userId="7768735c-5c0d-4d9b-b550-ead0b3c82a30" providerId="ADAL" clId="{5B41DB65-700D-47A1-82C0-71ED56D4F9A5}" dt="2022-12-15T08:56:41.723" v="438" actId="20577"/>
          <ac:spMkLst>
            <pc:docMk/>
            <pc:sldMk cId="2106256166" sldId="305"/>
            <ac:spMk id="3" creationId="{BF8ADD34-F820-81CF-BBE8-F5D17A29953E}"/>
          </ac:spMkLst>
        </pc:spChg>
      </pc:sldChg>
      <pc:sldChg chg="del">
        <pc:chgData name="Gusti Pangestu" userId="7768735c-5c0d-4d9b-b550-ead0b3c82a30" providerId="ADAL" clId="{5B41DB65-700D-47A1-82C0-71ED56D4F9A5}" dt="2022-12-13T03:11:31.680" v="82" actId="47"/>
        <pc:sldMkLst>
          <pc:docMk/>
          <pc:sldMk cId="2557531081" sldId="305"/>
        </pc:sldMkLst>
      </pc:sldChg>
      <pc:sldChg chg="del">
        <pc:chgData name="Gusti Pangestu" userId="7768735c-5c0d-4d9b-b550-ead0b3c82a30" providerId="ADAL" clId="{5B41DB65-700D-47A1-82C0-71ED56D4F9A5}" dt="2022-12-13T03:11:31.680" v="82" actId="47"/>
        <pc:sldMkLst>
          <pc:docMk/>
          <pc:sldMk cId="2655063399" sldId="306"/>
        </pc:sldMkLst>
      </pc:sldChg>
      <pc:sldChg chg="new del">
        <pc:chgData name="Gusti Pangestu" userId="7768735c-5c0d-4d9b-b550-ead0b3c82a30" providerId="ADAL" clId="{5B41DB65-700D-47A1-82C0-71ED56D4F9A5}" dt="2022-12-19T06:50:21.383" v="440" actId="47"/>
        <pc:sldMkLst>
          <pc:docMk/>
          <pc:sldMk cId="3322359110" sldId="306"/>
        </pc:sldMkLst>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7768735c-5c0d-4d9b-b550-ead0b3c82a30" providerId="ADAL" clId="{0B80913C-9141-48A1-9615-3AD8240D9FFA}"/>
    <pc:docChg chg="undo custSel addSld modSld modSection">
      <pc:chgData name="Gusti Pangestu" userId="7768735c-5c0d-4d9b-b550-ead0b3c82a30" providerId="ADAL" clId="{0B80913C-9141-48A1-9615-3AD8240D9FFA}" dt="2022-12-12T03:53:32.222" v="349" actId="1076"/>
      <pc:docMkLst>
        <pc:docMk/>
      </pc:docMkLst>
      <pc:sldChg chg="modSp mod">
        <pc:chgData name="Gusti Pangestu" userId="7768735c-5c0d-4d9b-b550-ead0b3c82a30" providerId="ADAL" clId="{0B80913C-9141-48A1-9615-3AD8240D9FFA}" dt="2022-12-12T02:11:43.505" v="49" actId="20577"/>
        <pc:sldMkLst>
          <pc:docMk/>
          <pc:sldMk cId="109857222" sldId="258"/>
        </pc:sldMkLst>
        <pc:spChg chg="mod">
          <ac:chgData name="Gusti Pangestu" userId="7768735c-5c0d-4d9b-b550-ead0b3c82a30" providerId="ADAL" clId="{0B80913C-9141-48A1-9615-3AD8240D9FFA}" dt="2022-12-12T02:11:43.505" v="49" actId="20577"/>
          <ac:spMkLst>
            <pc:docMk/>
            <pc:sldMk cId="109857222" sldId="258"/>
            <ac:spMk id="3" creationId="{00000000-0000-0000-0000-000000000000}"/>
          </ac:spMkLst>
        </pc:spChg>
      </pc:sldChg>
      <pc:sldChg chg="addSp delSp modSp new mod">
        <pc:chgData name="Gusti Pangestu" userId="7768735c-5c0d-4d9b-b550-ead0b3c82a30" providerId="ADAL" clId="{0B80913C-9141-48A1-9615-3AD8240D9FFA}" dt="2022-12-12T02:05:46.829" v="8" actId="1076"/>
        <pc:sldMkLst>
          <pc:docMk/>
          <pc:sldMk cId="3050537162" sldId="294"/>
        </pc:sldMkLst>
        <pc:spChg chg="del">
          <ac:chgData name="Gusti Pangestu" userId="7768735c-5c0d-4d9b-b550-ead0b3c82a30" providerId="ADAL" clId="{0B80913C-9141-48A1-9615-3AD8240D9FFA}" dt="2022-12-12T02:05:34.987" v="4" actId="478"/>
          <ac:spMkLst>
            <pc:docMk/>
            <pc:sldMk cId="3050537162" sldId="294"/>
            <ac:spMk id="2" creationId="{892A4006-D196-B689-F5F0-08D71F99A9D1}"/>
          </ac:spMkLst>
        </pc:spChg>
        <pc:spChg chg="del">
          <ac:chgData name="Gusti Pangestu" userId="7768735c-5c0d-4d9b-b550-ead0b3c82a30" providerId="ADAL" clId="{0B80913C-9141-48A1-9615-3AD8240D9FFA}" dt="2022-12-12T02:05:18.277" v="1" actId="22"/>
          <ac:spMkLst>
            <pc:docMk/>
            <pc:sldMk cId="3050537162" sldId="294"/>
            <ac:spMk id="3" creationId="{88960190-BE82-7EA2-4936-688F8298DF42}"/>
          </ac:spMkLst>
        </pc:spChg>
        <pc:picChg chg="add mod ord">
          <ac:chgData name="Gusti Pangestu" userId="7768735c-5c0d-4d9b-b550-ead0b3c82a30" providerId="ADAL" clId="{0B80913C-9141-48A1-9615-3AD8240D9FFA}" dt="2022-12-12T02:05:46.829" v="8" actId="1076"/>
          <ac:picMkLst>
            <pc:docMk/>
            <pc:sldMk cId="3050537162" sldId="294"/>
            <ac:picMk id="5" creationId="{399FAEA7-F335-BEA8-B991-AD18C770AF93}"/>
          </ac:picMkLst>
        </pc:picChg>
        <pc:picChg chg="add mod">
          <ac:chgData name="Gusti Pangestu" userId="7768735c-5c0d-4d9b-b550-ead0b3c82a30" providerId="ADAL" clId="{0B80913C-9141-48A1-9615-3AD8240D9FFA}" dt="2022-12-12T02:05:46.829" v="8" actId="1076"/>
          <ac:picMkLst>
            <pc:docMk/>
            <pc:sldMk cId="3050537162" sldId="294"/>
            <ac:picMk id="7" creationId="{5E5537F6-EC25-684E-B1F4-B7E03345420B}"/>
          </ac:picMkLst>
        </pc:picChg>
      </pc:sldChg>
      <pc:sldChg chg="addSp delSp modSp new mod modClrScheme chgLayout">
        <pc:chgData name="Gusti Pangestu" userId="7768735c-5c0d-4d9b-b550-ead0b3c82a30" providerId="ADAL" clId="{0B80913C-9141-48A1-9615-3AD8240D9FFA}" dt="2022-12-12T02:14:34.605" v="72" actId="403"/>
        <pc:sldMkLst>
          <pc:docMk/>
          <pc:sldMk cId="212346741" sldId="295"/>
        </pc:sldMkLst>
        <pc:spChg chg="del">
          <ac:chgData name="Gusti Pangestu" userId="7768735c-5c0d-4d9b-b550-ead0b3c82a30" providerId="ADAL" clId="{0B80913C-9141-48A1-9615-3AD8240D9FFA}" dt="2022-12-12T02:12:52.551" v="51" actId="478"/>
          <ac:spMkLst>
            <pc:docMk/>
            <pc:sldMk cId="212346741" sldId="295"/>
            <ac:spMk id="2" creationId="{49836011-42E6-2774-6717-CC83CF8A102C}"/>
          </ac:spMkLst>
        </pc:spChg>
        <pc:spChg chg="del">
          <ac:chgData name="Gusti Pangestu" userId="7768735c-5c0d-4d9b-b550-ead0b3c82a30" providerId="ADAL" clId="{0B80913C-9141-48A1-9615-3AD8240D9FFA}" dt="2022-12-12T02:12:50.684" v="50" actId="22"/>
          <ac:spMkLst>
            <pc:docMk/>
            <pc:sldMk cId="212346741" sldId="295"/>
            <ac:spMk id="3" creationId="{D76537D0-F48E-B484-AFE9-BBBFA78B47BD}"/>
          </ac:spMkLst>
        </pc:spChg>
        <pc:spChg chg="add mod">
          <ac:chgData name="Gusti Pangestu" userId="7768735c-5c0d-4d9b-b550-ead0b3c82a30" providerId="ADAL" clId="{0B80913C-9141-48A1-9615-3AD8240D9FFA}" dt="2022-12-12T02:14:34.605" v="72" actId="403"/>
          <ac:spMkLst>
            <pc:docMk/>
            <pc:sldMk cId="212346741" sldId="295"/>
            <ac:spMk id="7" creationId="{14378194-9ECB-BD4F-8B1A-D16D65F64F6C}"/>
          </ac:spMkLst>
        </pc:spChg>
        <pc:spChg chg="add del mod">
          <ac:chgData name="Gusti Pangestu" userId="7768735c-5c0d-4d9b-b550-ead0b3c82a30" providerId="ADAL" clId="{0B80913C-9141-48A1-9615-3AD8240D9FFA}" dt="2022-12-12T02:13:47.306" v="59" actId="26606"/>
          <ac:spMkLst>
            <pc:docMk/>
            <pc:sldMk cId="212346741" sldId="295"/>
            <ac:spMk id="12" creationId="{663B33F0-D930-E9CE-C808-4E1D0B626E26}"/>
          </ac:spMkLst>
        </pc:spChg>
        <pc:spChg chg="add del mod">
          <ac:chgData name="Gusti Pangestu" userId="7768735c-5c0d-4d9b-b550-ead0b3c82a30" providerId="ADAL" clId="{0B80913C-9141-48A1-9615-3AD8240D9FFA}" dt="2022-12-12T02:13:50.479" v="61" actId="26606"/>
          <ac:spMkLst>
            <pc:docMk/>
            <pc:sldMk cId="212346741" sldId="295"/>
            <ac:spMk id="14" creationId="{4E689AEF-5C0A-0085-8F04-4105CA1BBDF2}"/>
          </ac:spMkLst>
        </pc:spChg>
        <pc:spChg chg="add del mod">
          <ac:chgData name="Gusti Pangestu" userId="7768735c-5c0d-4d9b-b550-ead0b3c82a30" providerId="ADAL" clId="{0B80913C-9141-48A1-9615-3AD8240D9FFA}" dt="2022-12-12T02:13:55.947" v="63" actId="478"/>
          <ac:spMkLst>
            <pc:docMk/>
            <pc:sldMk cId="212346741" sldId="295"/>
            <ac:spMk id="16" creationId="{63DDE51E-BDE0-B984-4E8F-69A2B519EDD4}"/>
          </ac:spMkLst>
        </pc:spChg>
        <pc:picChg chg="add mod ord">
          <ac:chgData name="Gusti Pangestu" userId="7768735c-5c0d-4d9b-b550-ead0b3c82a30" providerId="ADAL" clId="{0B80913C-9141-48A1-9615-3AD8240D9FFA}" dt="2022-12-12T02:13:50.484" v="62" actId="26606"/>
          <ac:picMkLst>
            <pc:docMk/>
            <pc:sldMk cId="212346741" sldId="295"/>
            <ac:picMk id="5" creationId="{CFE7A31F-48F6-E2E6-2E71-6D130F1F1E85}"/>
          </ac:picMkLst>
        </pc:picChg>
      </pc:sldChg>
      <pc:sldChg chg="addSp delSp modSp new mod">
        <pc:chgData name="Gusti Pangestu" userId="7768735c-5c0d-4d9b-b550-ead0b3c82a30" providerId="ADAL" clId="{0B80913C-9141-48A1-9615-3AD8240D9FFA}" dt="2022-12-12T02:17:09.521" v="112" actId="1076"/>
        <pc:sldMkLst>
          <pc:docMk/>
          <pc:sldMk cId="2711160603" sldId="296"/>
        </pc:sldMkLst>
        <pc:spChg chg="mod">
          <ac:chgData name="Gusti Pangestu" userId="7768735c-5c0d-4d9b-b550-ead0b3c82a30" providerId="ADAL" clId="{0B80913C-9141-48A1-9615-3AD8240D9FFA}" dt="2022-12-12T02:16:40.033" v="104" actId="1076"/>
          <ac:spMkLst>
            <pc:docMk/>
            <pc:sldMk cId="2711160603" sldId="296"/>
            <ac:spMk id="2" creationId="{7B5B5DC4-BB34-33F6-8705-47A751A13923}"/>
          </ac:spMkLst>
        </pc:spChg>
        <pc:spChg chg="del">
          <ac:chgData name="Gusti Pangestu" userId="7768735c-5c0d-4d9b-b550-ead0b3c82a30" providerId="ADAL" clId="{0B80913C-9141-48A1-9615-3AD8240D9FFA}" dt="2022-12-12T02:15:20.617" v="95" actId="22"/>
          <ac:spMkLst>
            <pc:docMk/>
            <pc:sldMk cId="2711160603" sldId="296"/>
            <ac:spMk id="3" creationId="{8AECEA67-D4B7-585F-FDC3-9F99D8B2637B}"/>
          </ac:spMkLst>
        </pc:spChg>
        <pc:spChg chg="add mod">
          <ac:chgData name="Gusti Pangestu" userId="7768735c-5c0d-4d9b-b550-ead0b3c82a30" providerId="ADAL" clId="{0B80913C-9141-48A1-9615-3AD8240D9FFA}" dt="2022-12-12T02:17:02.418" v="111" actId="1076"/>
          <ac:spMkLst>
            <pc:docMk/>
            <pc:sldMk cId="2711160603" sldId="296"/>
            <ac:spMk id="7" creationId="{8C436E05-68D5-A5A7-1067-C44F4433C140}"/>
          </ac:spMkLst>
        </pc:spChg>
        <pc:picChg chg="add mod ord">
          <ac:chgData name="Gusti Pangestu" userId="7768735c-5c0d-4d9b-b550-ead0b3c82a30" providerId="ADAL" clId="{0B80913C-9141-48A1-9615-3AD8240D9FFA}" dt="2022-12-12T02:16:49.347" v="107" actId="14100"/>
          <ac:picMkLst>
            <pc:docMk/>
            <pc:sldMk cId="2711160603" sldId="296"/>
            <ac:picMk id="5" creationId="{56714170-3595-CB2C-9DBB-020B35D6E9D4}"/>
          </ac:picMkLst>
        </pc:picChg>
        <pc:picChg chg="add mod">
          <ac:chgData name="Gusti Pangestu" userId="7768735c-5c0d-4d9b-b550-ead0b3c82a30" providerId="ADAL" clId="{0B80913C-9141-48A1-9615-3AD8240D9FFA}" dt="2022-12-12T02:17:09.521" v="112" actId="1076"/>
          <ac:picMkLst>
            <pc:docMk/>
            <pc:sldMk cId="2711160603" sldId="296"/>
            <ac:picMk id="9" creationId="{78FDBED7-CF4F-F6E3-5ED9-BF67F2633A5E}"/>
          </ac:picMkLst>
        </pc:picChg>
      </pc:sldChg>
      <pc:sldChg chg="addSp modSp new mod">
        <pc:chgData name="Gusti Pangestu" userId="7768735c-5c0d-4d9b-b550-ead0b3c82a30" providerId="ADAL" clId="{0B80913C-9141-48A1-9615-3AD8240D9FFA}" dt="2022-12-12T02:19:13.167" v="135" actId="14100"/>
        <pc:sldMkLst>
          <pc:docMk/>
          <pc:sldMk cId="1881632681" sldId="297"/>
        </pc:sldMkLst>
        <pc:spChg chg="mod">
          <ac:chgData name="Gusti Pangestu" userId="7768735c-5c0d-4d9b-b550-ead0b3c82a30" providerId="ADAL" clId="{0B80913C-9141-48A1-9615-3AD8240D9FFA}" dt="2022-12-12T02:17:21.441" v="119" actId="20577"/>
          <ac:spMkLst>
            <pc:docMk/>
            <pc:sldMk cId="1881632681" sldId="297"/>
            <ac:spMk id="2" creationId="{3C290E8A-13C6-66E0-9C1A-A8E2A9B0B808}"/>
          </ac:spMkLst>
        </pc:spChg>
        <pc:spChg chg="mod">
          <ac:chgData name="Gusti Pangestu" userId="7768735c-5c0d-4d9b-b550-ead0b3c82a30" providerId="ADAL" clId="{0B80913C-9141-48A1-9615-3AD8240D9FFA}" dt="2022-12-12T02:18:02.943" v="130" actId="20577"/>
          <ac:spMkLst>
            <pc:docMk/>
            <pc:sldMk cId="1881632681" sldId="297"/>
            <ac:spMk id="3" creationId="{D27333EC-C8DB-C45F-8ED0-07A366200CDA}"/>
          </ac:spMkLst>
        </pc:spChg>
        <pc:picChg chg="add mod">
          <ac:chgData name="Gusti Pangestu" userId="7768735c-5c0d-4d9b-b550-ead0b3c82a30" providerId="ADAL" clId="{0B80913C-9141-48A1-9615-3AD8240D9FFA}" dt="2022-12-12T02:19:13.167" v="135" actId="14100"/>
          <ac:picMkLst>
            <pc:docMk/>
            <pc:sldMk cId="1881632681" sldId="297"/>
            <ac:picMk id="5" creationId="{4ACDD147-0910-586A-11BD-D075F9C66D01}"/>
          </ac:picMkLst>
        </pc:picChg>
      </pc:sldChg>
      <pc:sldChg chg="addSp modSp new mod">
        <pc:chgData name="Gusti Pangestu" userId="7768735c-5c0d-4d9b-b550-ead0b3c82a30" providerId="ADAL" clId="{0B80913C-9141-48A1-9615-3AD8240D9FFA}" dt="2022-12-12T02:35:01.149" v="151" actId="1076"/>
        <pc:sldMkLst>
          <pc:docMk/>
          <pc:sldMk cId="2531925851" sldId="298"/>
        </pc:sldMkLst>
        <pc:spChg chg="mod">
          <ac:chgData name="Gusti Pangestu" userId="7768735c-5c0d-4d9b-b550-ead0b3c82a30" providerId="ADAL" clId="{0B80913C-9141-48A1-9615-3AD8240D9FFA}" dt="2022-12-12T02:27:15.405" v="137"/>
          <ac:spMkLst>
            <pc:docMk/>
            <pc:sldMk cId="2531925851" sldId="298"/>
            <ac:spMk id="2" creationId="{74374D99-E2AF-B548-F648-F0B94C15B7E0}"/>
          </ac:spMkLst>
        </pc:spChg>
        <pc:spChg chg="mod">
          <ac:chgData name="Gusti Pangestu" userId="7768735c-5c0d-4d9b-b550-ead0b3c82a30" providerId="ADAL" clId="{0B80913C-9141-48A1-9615-3AD8240D9FFA}" dt="2022-12-12T02:27:54.870" v="147" actId="20577"/>
          <ac:spMkLst>
            <pc:docMk/>
            <pc:sldMk cId="2531925851" sldId="298"/>
            <ac:spMk id="3" creationId="{ABED7F95-6A56-821D-44BA-ED26B0C45B79}"/>
          </ac:spMkLst>
        </pc:spChg>
        <pc:picChg chg="add mod">
          <ac:chgData name="Gusti Pangestu" userId="7768735c-5c0d-4d9b-b550-ead0b3c82a30" providerId="ADAL" clId="{0B80913C-9141-48A1-9615-3AD8240D9FFA}" dt="2022-12-12T02:28:08.028" v="149" actId="1076"/>
          <ac:picMkLst>
            <pc:docMk/>
            <pc:sldMk cId="2531925851" sldId="298"/>
            <ac:picMk id="5" creationId="{AAD0DBB8-7DC7-9645-40A9-D5585E655342}"/>
          </ac:picMkLst>
        </pc:picChg>
        <pc:picChg chg="add mod">
          <ac:chgData name="Gusti Pangestu" userId="7768735c-5c0d-4d9b-b550-ead0b3c82a30" providerId="ADAL" clId="{0B80913C-9141-48A1-9615-3AD8240D9FFA}" dt="2022-12-12T02:35:01.149" v="151" actId="1076"/>
          <ac:picMkLst>
            <pc:docMk/>
            <pc:sldMk cId="2531925851" sldId="298"/>
            <ac:picMk id="7" creationId="{7D99B045-CC06-33C5-5F60-37BBCA7C1143}"/>
          </ac:picMkLst>
        </pc:picChg>
      </pc:sldChg>
      <pc:sldChg chg="addSp delSp modSp new mod modClrScheme chgLayout">
        <pc:chgData name="Gusti Pangestu" userId="7768735c-5c0d-4d9b-b550-ead0b3c82a30" providerId="ADAL" clId="{0B80913C-9141-48A1-9615-3AD8240D9FFA}" dt="2022-12-12T02:44:40.986" v="172" actId="1076"/>
        <pc:sldMkLst>
          <pc:docMk/>
          <pc:sldMk cId="1883384608" sldId="299"/>
        </pc:sldMkLst>
        <pc:spChg chg="del">
          <ac:chgData name="Gusti Pangestu" userId="7768735c-5c0d-4d9b-b550-ead0b3c82a30" providerId="ADAL" clId="{0B80913C-9141-48A1-9615-3AD8240D9FFA}" dt="2022-12-12T02:44:23.703" v="169" actId="478"/>
          <ac:spMkLst>
            <pc:docMk/>
            <pc:sldMk cId="1883384608" sldId="299"/>
            <ac:spMk id="2" creationId="{BB8EFEF4-9105-F5F6-76E8-235A0674135A}"/>
          </ac:spMkLst>
        </pc:spChg>
        <pc:spChg chg="mod ord">
          <ac:chgData name="Gusti Pangestu" userId="7768735c-5c0d-4d9b-b550-ead0b3c82a30" providerId="ADAL" clId="{0B80913C-9141-48A1-9615-3AD8240D9FFA}" dt="2022-12-12T02:44:40.986" v="172" actId="1076"/>
          <ac:spMkLst>
            <pc:docMk/>
            <pc:sldMk cId="1883384608" sldId="299"/>
            <ac:spMk id="3" creationId="{9F218871-E44B-E1CA-061F-6254FC155A14}"/>
          </ac:spMkLst>
        </pc:spChg>
        <pc:spChg chg="add del mod">
          <ac:chgData name="Gusti Pangestu" userId="7768735c-5c0d-4d9b-b550-ead0b3c82a30" providerId="ADAL" clId="{0B80913C-9141-48A1-9615-3AD8240D9FFA}" dt="2022-12-12T02:44:37.064" v="171" actId="478"/>
          <ac:spMkLst>
            <pc:docMk/>
            <pc:sldMk cId="1883384608" sldId="299"/>
            <ac:spMk id="10" creationId="{5F379F1B-6E29-C466-CDF8-77309DABE5CA}"/>
          </ac:spMkLst>
        </pc:spChg>
        <pc:picChg chg="add mod">
          <ac:chgData name="Gusti Pangestu" userId="7768735c-5c0d-4d9b-b550-ead0b3c82a30" providerId="ADAL" clId="{0B80913C-9141-48A1-9615-3AD8240D9FFA}" dt="2022-12-12T02:44:32.217" v="170" actId="26606"/>
          <ac:picMkLst>
            <pc:docMk/>
            <pc:sldMk cId="1883384608" sldId="299"/>
            <ac:picMk id="5" creationId="{F9590EF7-411C-A1E2-AA2E-126C4F486275}"/>
          </ac:picMkLst>
        </pc:picChg>
      </pc:sldChg>
      <pc:sldChg chg="addSp delSp modSp new mod modClrScheme chgLayout">
        <pc:chgData name="Gusti Pangestu" userId="7768735c-5c0d-4d9b-b550-ead0b3c82a30" providerId="ADAL" clId="{0B80913C-9141-48A1-9615-3AD8240D9FFA}" dt="2022-12-12T02:53:36.551" v="204" actId="1076"/>
        <pc:sldMkLst>
          <pc:docMk/>
          <pc:sldMk cId="23841198" sldId="300"/>
        </pc:sldMkLst>
        <pc:spChg chg="del mod ord">
          <ac:chgData name="Gusti Pangestu" userId="7768735c-5c0d-4d9b-b550-ead0b3c82a30" providerId="ADAL" clId="{0B80913C-9141-48A1-9615-3AD8240D9FFA}" dt="2022-12-12T02:45:01.014" v="174" actId="700"/>
          <ac:spMkLst>
            <pc:docMk/>
            <pc:sldMk cId="23841198" sldId="300"/>
            <ac:spMk id="2" creationId="{9EFDB33A-0AD4-EF67-E5BD-3B620B83EAA6}"/>
          </ac:spMkLst>
        </pc:spChg>
        <pc:spChg chg="del mod ord">
          <ac:chgData name="Gusti Pangestu" userId="7768735c-5c0d-4d9b-b550-ead0b3c82a30" providerId="ADAL" clId="{0B80913C-9141-48A1-9615-3AD8240D9FFA}" dt="2022-12-12T02:45:01.014" v="174" actId="700"/>
          <ac:spMkLst>
            <pc:docMk/>
            <pc:sldMk cId="23841198" sldId="300"/>
            <ac:spMk id="3" creationId="{453F2F63-F632-D161-FFC0-C253A46840F6}"/>
          </ac:spMkLst>
        </pc:spChg>
        <pc:spChg chg="del">
          <ac:chgData name="Gusti Pangestu" userId="7768735c-5c0d-4d9b-b550-ead0b3c82a30" providerId="ADAL" clId="{0B80913C-9141-48A1-9615-3AD8240D9FFA}" dt="2022-12-12T02:45:01.014" v="174" actId="700"/>
          <ac:spMkLst>
            <pc:docMk/>
            <pc:sldMk cId="23841198" sldId="300"/>
            <ac:spMk id="4" creationId="{8CB6B3D0-6064-6F61-568F-8475C724AC98}"/>
          </ac:spMkLst>
        </pc:spChg>
        <pc:spChg chg="add mod ord">
          <ac:chgData name="Gusti Pangestu" userId="7768735c-5c0d-4d9b-b550-ead0b3c82a30" providerId="ADAL" clId="{0B80913C-9141-48A1-9615-3AD8240D9FFA}" dt="2022-12-12T02:45:08.009" v="193" actId="20577"/>
          <ac:spMkLst>
            <pc:docMk/>
            <pc:sldMk cId="23841198" sldId="300"/>
            <ac:spMk id="5" creationId="{C95C4727-DB51-43D6-C00B-D03680EB3853}"/>
          </ac:spMkLst>
        </pc:spChg>
        <pc:spChg chg="add mod ord">
          <ac:chgData name="Gusti Pangestu" userId="7768735c-5c0d-4d9b-b550-ead0b3c82a30" providerId="ADAL" clId="{0B80913C-9141-48A1-9615-3AD8240D9FFA}" dt="2022-12-12T02:52:19.783" v="197" actId="20577"/>
          <ac:spMkLst>
            <pc:docMk/>
            <pc:sldMk cId="23841198" sldId="300"/>
            <ac:spMk id="6" creationId="{63EA450B-2253-07C8-6516-D93F4D30537D}"/>
          </ac:spMkLst>
        </pc:spChg>
        <pc:picChg chg="add mod">
          <ac:chgData name="Gusti Pangestu" userId="7768735c-5c0d-4d9b-b550-ead0b3c82a30" providerId="ADAL" clId="{0B80913C-9141-48A1-9615-3AD8240D9FFA}" dt="2022-12-12T02:53:35.390" v="203" actId="1076"/>
          <ac:picMkLst>
            <pc:docMk/>
            <pc:sldMk cId="23841198" sldId="300"/>
            <ac:picMk id="8" creationId="{717FC74C-4980-3C05-0C84-F1F0DCF93AD1}"/>
          </ac:picMkLst>
        </pc:picChg>
        <pc:picChg chg="add mod">
          <ac:chgData name="Gusti Pangestu" userId="7768735c-5c0d-4d9b-b550-ead0b3c82a30" providerId="ADAL" clId="{0B80913C-9141-48A1-9615-3AD8240D9FFA}" dt="2022-12-12T02:53:36.551" v="204" actId="1076"/>
          <ac:picMkLst>
            <pc:docMk/>
            <pc:sldMk cId="23841198" sldId="300"/>
            <ac:picMk id="10" creationId="{25EB795E-1BD0-31E1-0B28-AA10AD0A63D6}"/>
          </ac:picMkLst>
        </pc:picChg>
      </pc:sldChg>
      <pc:sldChg chg="addSp modSp new mod">
        <pc:chgData name="Gusti Pangestu" userId="7768735c-5c0d-4d9b-b550-ead0b3c82a30" providerId="ADAL" clId="{0B80913C-9141-48A1-9615-3AD8240D9FFA}" dt="2022-12-12T02:58:33.004" v="232" actId="1076"/>
        <pc:sldMkLst>
          <pc:docMk/>
          <pc:sldMk cId="2336243321" sldId="301"/>
        </pc:sldMkLst>
        <pc:spChg chg="mod">
          <ac:chgData name="Gusti Pangestu" userId="7768735c-5c0d-4d9b-b550-ead0b3c82a30" providerId="ADAL" clId="{0B80913C-9141-48A1-9615-3AD8240D9FFA}" dt="2022-12-12T02:57:55.973" v="223" actId="20577"/>
          <ac:spMkLst>
            <pc:docMk/>
            <pc:sldMk cId="2336243321" sldId="301"/>
            <ac:spMk id="2" creationId="{66F9C683-28D4-AB39-B91C-ED4B123436EB}"/>
          </ac:spMkLst>
        </pc:spChg>
        <pc:spChg chg="mod">
          <ac:chgData name="Gusti Pangestu" userId="7768735c-5c0d-4d9b-b550-ead0b3c82a30" providerId="ADAL" clId="{0B80913C-9141-48A1-9615-3AD8240D9FFA}" dt="2022-12-12T02:58:12.566" v="230" actId="20577"/>
          <ac:spMkLst>
            <pc:docMk/>
            <pc:sldMk cId="2336243321" sldId="301"/>
            <ac:spMk id="3" creationId="{A2F74633-550F-69EA-65D5-E63D0335A186}"/>
          </ac:spMkLst>
        </pc:spChg>
        <pc:picChg chg="add mod">
          <ac:chgData name="Gusti Pangestu" userId="7768735c-5c0d-4d9b-b550-ead0b3c82a30" providerId="ADAL" clId="{0B80913C-9141-48A1-9615-3AD8240D9FFA}" dt="2022-12-12T02:58:33.004" v="232" actId="1076"/>
          <ac:picMkLst>
            <pc:docMk/>
            <pc:sldMk cId="2336243321" sldId="301"/>
            <ac:picMk id="5" creationId="{5748B857-CC55-CA73-36D9-4AED4337B2F0}"/>
          </ac:picMkLst>
        </pc:picChg>
      </pc:sldChg>
      <pc:sldChg chg="addSp modSp new mod">
        <pc:chgData name="Gusti Pangestu" userId="7768735c-5c0d-4d9b-b550-ead0b3c82a30" providerId="ADAL" clId="{0B80913C-9141-48A1-9615-3AD8240D9FFA}" dt="2022-12-12T03:33:04.879" v="248" actId="14100"/>
        <pc:sldMkLst>
          <pc:docMk/>
          <pc:sldMk cId="2246630029" sldId="302"/>
        </pc:sldMkLst>
        <pc:spChg chg="mod">
          <ac:chgData name="Gusti Pangestu" userId="7768735c-5c0d-4d9b-b550-ead0b3c82a30" providerId="ADAL" clId="{0B80913C-9141-48A1-9615-3AD8240D9FFA}" dt="2022-12-12T03:32:02.449" v="234"/>
          <ac:spMkLst>
            <pc:docMk/>
            <pc:sldMk cId="2246630029" sldId="302"/>
            <ac:spMk id="2" creationId="{1307EE40-933A-506F-522C-AAF76365E37F}"/>
          </ac:spMkLst>
        </pc:spChg>
        <pc:spChg chg="mod">
          <ac:chgData name="Gusti Pangestu" userId="7768735c-5c0d-4d9b-b550-ead0b3c82a30" providerId="ADAL" clId="{0B80913C-9141-48A1-9615-3AD8240D9FFA}" dt="2022-12-12T03:32:41.523" v="245" actId="20577"/>
          <ac:spMkLst>
            <pc:docMk/>
            <pc:sldMk cId="2246630029" sldId="302"/>
            <ac:spMk id="3" creationId="{9845A7B5-D571-BF73-0A52-BF528FB8BC38}"/>
          </ac:spMkLst>
        </pc:spChg>
        <pc:picChg chg="add mod">
          <ac:chgData name="Gusti Pangestu" userId="7768735c-5c0d-4d9b-b550-ead0b3c82a30" providerId="ADAL" clId="{0B80913C-9141-48A1-9615-3AD8240D9FFA}" dt="2022-12-12T03:33:04.879" v="248" actId="14100"/>
          <ac:picMkLst>
            <pc:docMk/>
            <pc:sldMk cId="2246630029" sldId="302"/>
            <ac:picMk id="5" creationId="{681C8593-C04A-28E4-1189-C7C3A6702273}"/>
          </ac:picMkLst>
        </pc:picChg>
      </pc:sldChg>
      <pc:sldChg chg="addSp delSp modSp new mod">
        <pc:chgData name="Gusti Pangestu" userId="7768735c-5c0d-4d9b-b550-ead0b3c82a30" providerId="ADAL" clId="{0B80913C-9141-48A1-9615-3AD8240D9FFA}" dt="2022-12-12T03:33:26.652" v="253" actId="14100"/>
        <pc:sldMkLst>
          <pc:docMk/>
          <pc:sldMk cId="2427825456" sldId="303"/>
        </pc:sldMkLst>
        <pc:spChg chg="del">
          <ac:chgData name="Gusti Pangestu" userId="7768735c-5c0d-4d9b-b550-ead0b3c82a30" providerId="ADAL" clId="{0B80913C-9141-48A1-9615-3AD8240D9FFA}" dt="2022-12-12T03:33:20.864" v="251" actId="478"/>
          <ac:spMkLst>
            <pc:docMk/>
            <pc:sldMk cId="2427825456" sldId="303"/>
            <ac:spMk id="2" creationId="{FB6F4143-86A8-EC81-BF3B-B94AF14BF69C}"/>
          </ac:spMkLst>
        </pc:spChg>
        <pc:spChg chg="del">
          <ac:chgData name="Gusti Pangestu" userId="7768735c-5c0d-4d9b-b550-ead0b3c82a30" providerId="ADAL" clId="{0B80913C-9141-48A1-9615-3AD8240D9FFA}" dt="2022-12-12T03:33:19.089" v="250" actId="22"/>
          <ac:spMkLst>
            <pc:docMk/>
            <pc:sldMk cId="2427825456" sldId="303"/>
            <ac:spMk id="3" creationId="{A39D3C87-776C-9442-CBC6-597615CD8019}"/>
          </ac:spMkLst>
        </pc:spChg>
        <pc:picChg chg="add mod ord">
          <ac:chgData name="Gusti Pangestu" userId="7768735c-5c0d-4d9b-b550-ead0b3c82a30" providerId="ADAL" clId="{0B80913C-9141-48A1-9615-3AD8240D9FFA}" dt="2022-12-12T03:33:26.652" v="253" actId="14100"/>
          <ac:picMkLst>
            <pc:docMk/>
            <pc:sldMk cId="2427825456" sldId="303"/>
            <ac:picMk id="5" creationId="{65C868B8-5643-999A-41AC-0FD0DF730082}"/>
          </ac:picMkLst>
        </pc:picChg>
      </pc:sldChg>
      <pc:sldChg chg="addSp modSp new mod modClrScheme chgLayout">
        <pc:chgData name="Gusti Pangestu" userId="7768735c-5c0d-4d9b-b550-ead0b3c82a30" providerId="ADAL" clId="{0B80913C-9141-48A1-9615-3AD8240D9FFA}" dt="2022-12-12T03:37:41.505" v="270" actId="26606"/>
        <pc:sldMkLst>
          <pc:docMk/>
          <pc:sldMk cId="1646206652" sldId="304"/>
        </pc:sldMkLst>
        <pc:spChg chg="mod">
          <ac:chgData name="Gusti Pangestu" userId="7768735c-5c0d-4d9b-b550-ead0b3c82a30" providerId="ADAL" clId="{0B80913C-9141-48A1-9615-3AD8240D9FFA}" dt="2022-12-12T03:37:41.505" v="270" actId="26606"/>
          <ac:spMkLst>
            <pc:docMk/>
            <pc:sldMk cId="1646206652" sldId="304"/>
            <ac:spMk id="2" creationId="{3A762730-4842-5E20-6522-B8DF41D8F2E2}"/>
          </ac:spMkLst>
        </pc:spChg>
        <pc:spChg chg="mod">
          <ac:chgData name="Gusti Pangestu" userId="7768735c-5c0d-4d9b-b550-ead0b3c82a30" providerId="ADAL" clId="{0B80913C-9141-48A1-9615-3AD8240D9FFA}" dt="2022-12-12T03:37:41.505" v="270" actId="26606"/>
          <ac:spMkLst>
            <pc:docMk/>
            <pc:sldMk cId="1646206652" sldId="304"/>
            <ac:spMk id="3" creationId="{D1E8F021-5912-D9B1-E65A-50A52CD5C68C}"/>
          </ac:spMkLst>
        </pc:spChg>
        <pc:picChg chg="add mod">
          <ac:chgData name="Gusti Pangestu" userId="7768735c-5c0d-4d9b-b550-ead0b3c82a30" providerId="ADAL" clId="{0B80913C-9141-48A1-9615-3AD8240D9FFA}" dt="2022-12-12T03:37:41.505" v="270" actId="26606"/>
          <ac:picMkLst>
            <pc:docMk/>
            <pc:sldMk cId="1646206652" sldId="304"/>
            <ac:picMk id="5" creationId="{D032B9C6-5476-72C8-106A-987E66F0EE44}"/>
          </ac:picMkLst>
        </pc:picChg>
      </pc:sldChg>
      <pc:sldChg chg="addSp delSp modSp new mod modClrScheme chgLayout">
        <pc:chgData name="Gusti Pangestu" userId="7768735c-5c0d-4d9b-b550-ead0b3c82a30" providerId="ADAL" clId="{0B80913C-9141-48A1-9615-3AD8240D9FFA}" dt="2022-12-12T03:38:19.476" v="275" actId="26606"/>
        <pc:sldMkLst>
          <pc:docMk/>
          <pc:sldMk cId="1188252766" sldId="305"/>
        </pc:sldMkLst>
        <pc:spChg chg="del mod ord">
          <ac:chgData name="Gusti Pangestu" userId="7768735c-5c0d-4d9b-b550-ead0b3c82a30" providerId="ADAL" clId="{0B80913C-9141-48A1-9615-3AD8240D9FFA}" dt="2022-12-12T03:37:56.689" v="272" actId="700"/>
          <ac:spMkLst>
            <pc:docMk/>
            <pc:sldMk cId="1188252766" sldId="305"/>
            <ac:spMk id="2" creationId="{7BE22A5C-0F9A-909C-C1F6-2F47C96DB98C}"/>
          </ac:spMkLst>
        </pc:spChg>
        <pc:spChg chg="del mod ord">
          <ac:chgData name="Gusti Pangestu" userId="7768735c-5c0d-4d9b-b550-ead0b3c82a30" providerId="ADAL" clId="{0B80913C-9141-48A1-9615-3AD8240D9FFA}" dt="2022-12-12T03:37:56.689" v="272" actId="700"/>
          <ac:spMkLst>
            <pc:docMk/>
            <pc:sldMk cId="1188252766" sldId="305"/>
            <ac:spMk id="3" creationId="{73FCFC19-0C13-9D65-B61E-9365D18AA4FC}"/>
          </ac:spMkLst>
        </pc:spChg>
        <pc:spChg chg="del">
          <ac:chgData name="Gusti Pangestu" userId="7768735c-5c0d-4d9b-b550-ead0b3c82a30" providerId="ADAL" clId="{0B80913C-9141-48A1-9615-3AD8240D9FFA}" dt="2022-12-12T03:37:56.689" v="272" actId="700"/>
          <ac:spMkLst>
            <pc:docMk/>
            <pc:sldMk cId="1188252766" sldId="305"/>
            <ac:spMk id="4" creationId="{54C163AA-758F-7C07-6910-8D1DBB705E4A}"/>
          </ac:spMkLst>
        </pc:spChg>
        <pc:spChg chg="add mod ord">
          <ac:chgData name="Gusti Pangestu" userId="7768735c-5c0d-4d9b-b550-ead0b3c82a30" providerId="ADAL" clId="{0B80913C-9141-48A1-9615-3AD8240D9FFA}" dt="2022-12-12T03:38:19.476" v="275" actId="26606"/>
          <ac:spMkLst>
            <pc:docMk/>
            <pc:sldMk cId="1188252766" sldId="305"/>
            <ac:spMk id="5" creationId="{21A64906-8898-BF4F-16D5-BD13345B52EC}"/>
          </ac:spMkLst>
        </pc:spChg>
        <pc:spChg chg="add del mod ord">
          <ac:chgData name="Gusti Pangestu" userId="7768735c-5c0d-4d9b-b550-ead0b3c82a30" providerId="ADAL" clId="{0B80913C-9141-48A1-9615-3AD8240D9FFA}" dt="2022-12-12T03:38:16.551" v="274" actId="22"/>
          <ac:spMkLst>
            <pc:docMk/>
            <pc:sldMk cId="1188252766" sldId="305"/>
            <ac:spMk id="6" creationId="{BEDCFB37-F5F4-A9FE-464D-90E7CB0688A1}"/>
          </ac:spMkLst>
        </pc:spChg>
        <pc:picChg chg="add mod ord">
          <ac:chgData name="Gusti Pangestu" userId="7768735c-5c0d-4d9b-b550-ead0b3c82a30" providerId="ADAL" clId="{0B80913C-9141-48A1-9615-3AD8240D9FFA}" dt="2022-12-12T03:38:19.476" v="275" actId="26606"/>
          <ac:picMkLst>
            <pc:docMk/>
            <pc:sldMk cId="1188252766" sldId="305"/>
            <ac:picMk id="8" creationId="{F9CD86C7-F80F-15F1-03C0-EC397BE128C3}"/>
          </ac:picMkLst>
        </pc:picChg>
      </pc:sldChg>
      <pc:sldChg chg="addSp modSp new mod modClrScheme chgLayout">
        <pc:chgData name="Gusti Pangestu" userId="7768735c-5c0d-4d9b-b550-ead0b3c82a30" providerId="ADAL" clId="{0B80913C-9141-48A1-9615-3AD8240D9FFA}" dt="2022-12-12T03:50:24.590" v="301" actId="26606"/>
        <pc:sldMkLst>
          <pc:docMk/>
          <pc:sldMk cId="3237010557" sldId="306"/>
        </pc:sldMkLst>
        <pc:spChg chg="mod">
          <ac:chgData name="Gusti Pangestu" userId="7768735c-5c0d-4d9b-b550-ead0b3c82a30" providerId="ADAL" clId="{0B80913C-9141-48A1-9615-3AD8240D9FFA}" dt="2022-12-12T03:50:24.590" v="301" actId="26606"/>
          <ac:spMkLst>
            <pc:docMk/>
            <pc:sldMk cId="3237010557" sldId="306"/>
            <ac:spMk id="2" creationId="{BCA7BF09-064E-2C3E-66D1-A7B0D05D4510}"/>
          </ac:spMkLst>
        </pc:spChg>
        <pc:spChg chg="mod">
          <ac:chgData name="Gusti Pangestu" userId="7768735c-5c0d-4d9b-b550-ead0b3c82a30" providerId="ADAL" clId="{0B80913C-9141-48A1-9615-3AD8240D9FFA}" dt="2022-12-12T03:50:24.590" v="301" actId="26606"/>
          <ac:spMkLst>
            <pc:docMk/>
            <pc:sldMk cId="3237010557" sldId="306"/>
            <ac:spMk id="3" creationId="{7809535C-83E9-61EF-DE17-CD8E9078303A}"/>
          </ac:spMkLst>
        </pc:spChg>
        <pc:picChg chg="add mod">
          <ac:chgData name="Gusti Pangestu" userId="7768735c-5c0d-4d9b-b550-ead0b3c82a30" providerId="ADAL" clId="{0B80913C-9141-48A1-9615-3AD8240D9FFA}" dt="2022-12-12T03:50:24.590" v="301" actId="26606"/>
          <ac:picMkLst>
            <pc:docMk/>
            <pc:sldMk cId="3237010557" sldId="306"/>
            <ac:picMk id="5" creationId="{01CE68A8-FD98-2252-21BC-9249F0ACCC8E}"/>
          </ac:picMkLst>
        </pc:picChg>
      </pc:sldChg>
      <pc:sldChg chg="addSp delSp modSp new mod modClrScheme chgLayout">
        <pc:chgData name="Gusti Pangestu" userId="7768735c-5c0d-4d9b-b550-ead0b3c82a30" providerId="ADAL" clId="{0B80913C-9141-48A1-9615-3AD8240D9FFA}" dt="2022-12-12T03:51:45.695" v="325" actId="26606"/>
        <pc:sldMkLst>
          <pc:docMk/>
          <pc:sldMk cId="934571703" sldId="307"/>
        </pc:sldMkLst>
        <pc:spChg chg="del mod ord">
          <ac:chgData name="Gusti Pangestu" userId="7768735c-5c0d-4d9b-b550-ead0b3c82a30" providerId="ADAL" clId="{0B80913C-9141-48A1-9615-3AD8240D9FFA}" dt="2022-12-12T03:50:52.380" v="303" actId="700"/>
          <ac:spMkLst>
            <pc:docMk/>
            <pc:sldMk cId="934571703" sldId="307"/>
            <ac:spMk id="2" creationId="{23816FA8-E83C-53D0-7C70-5D8417E0863C}"/>
          </ac:spMkLst>
        </pc:spChg>
        <pc:spChg chg="del mod ord">
          <ac:chgData name="Gusti Pangestu" userId="7768735c-5c0d-4d9b-b550-ead0b3c82a30" providerId="ADAL" clId="{0B80913C-9141-48A1-9615-3AD8240D9FFA}" dt="2022-12-12T03:50:52.380" v="303" actId="700"/>
          <ac:spMkLst>
            <pc:docMk/>
            <pc:sldMk cId="934571703" sldId="307"/>
            <ac:spMk id="3" creationId="{4B3EAF94-FA22-6966-CEA7-FA050A1A24C2}"/>
          </ac:spMkLst>
        </pc:spChg>
        <pc:spChg chg="del">
          <ac:chgData name="Gusti Pangestu" userId="7768735c-5c0d-4d9b-b550-ead0b3c82a30" providerId="ADAL" clId="{0B80913C-9141-48A1-9615-3AD8240D9FFA}" dt="2022-12-12T03:50:52.380" v="303" actId="700"/>
          <ac:spMkLst>
            <pc:docMk/>
            <pc:sldMk cId="934571703" sldId="307"/>
            <ac:spMk id="4" creationId="{CC696DD9-6A88-D29D-687B-81C66DFCC4D6}"/>
          </ac:spMkLst>
        </pc:spChg>
        <pc:spChg chg="add mod ord">
          <ac:chgData name="Gusti Pangestu" userId="7768735c-5c0d-4d9b-b550-ead0b3c82a30" providerId="ADAL" clId="{0B80913C-9141-48A1-9615-3AD8240D9FFA}" dt="2022-12-12T03:51:45.695" v="325" actId="26606"/>
          <ac:spMkLst>
            <pc:docMk/>
            <pc:sldMk cId="934571703" sldId="307"/>
            <ac:spMk id="5" creationId="{2D057201-F3AB-B290-09D3-EE0B97BD1A00}"/>
          </ac:spMkLst>
        </pc:spChg>
        <pc:spChg chg="add mod ord">
          <ac:chgData name="Gusti Pangestu" userId="7768735c-5c0d-4d9b-b550-ead0b3c82a30" providerId="ADAL" clId="{0B80913C-9141-48A1-9615-3AD8240D9FFA}" dt="2022-12-12T03:51:45.695" v="325" actId="26606"/>
          <ac:spMkLst>
            <pc:docMk/>
            <pc:sldMk cId="934571703" sldId="307"/>
            <ac:spMk id="6" creationId="{1B411A05-B132-EA06-30FE-2FF3E2037F53}"/>
          </ac:spMkLst>
        </pc:spChg>
        <pc:picChg chg="add mod">
          <ac:chgData name="Gusti Pangestu" userId="7768735c-5c0d-4d9b-b550-ead0b3c82a30" providerId="ADAL" clId="{0B80913C-9141-48A1-9615-3AD8240D9FFA}" dt="2022-12-12T03:51:45.695" v="325" actId="26606"/>
          <ac:picMkLst>
            <pc:docMk/>
            <pc:sldMk cId="934571703" sldId="307"/>
            <ac:picMk id="8" creationId="{FF225089-5E89-C5B8-F114-85CAF9C61AFE}"/>
          </ac:picMkLst>
        </pc:picChg>
      </pc:sldChg>
      <pc:sldChg chg="addSp delSp modSp new mod modClrScheme chgLayout">
        <pc:chgData name="Gusti Pangestu" userId="7768735c-5c0d-4d9b-b550-ead0b3c82a30" providerId="ADAL" clId="{0B80913C-9141-48A1-9615-3AD8240D9FFA}" dt="2022-12-12T03:53:32.222" v="349" actId="1076"/>
        <pc:sldMkLst>
          <pc:docMk/>
          <pc:sldMk cId="1490100694" sldId="308"/>
        </pc:sldMkLst>
        <pc:spChg chg="del mod ord">
          <ac:chgData name="Gusti Pangestu" userId="7768735c-5c0d-4d9b-b550-ead0b3c82a30" providerId="ADAL" clId="{0B80913C-9141-48A1-9615-3AD8240D9FFA}" dt="2022-12-12T03:52:06.112" v="327" actId="700"/>
          <ac:spMkLst>
            <pc:docMk/>
            <pc:sldMk cId="1490100694" sldId="308"/>
            <ac:spMk id="2" creationId="{1930A76F-01C9-455D-CBDC-7DB0840A45BE}"/>
          </ac:spMkLst>
        </pc:spChg>
        <pc:spChg chg="del mod ord">
          <ac:chgData name="Gusti Pangestu" userId="7768735c-5c0d-4d9b-b550-ead0b3c82a30" providerId="ADAL" clId="{0B80913C-9141-48A1-9615-3AD8240D9FFA}" dt="2022-12-12T03:52:06.112" v="327" actId="700"/>
          <ac:spMkLst>
            <pc:docMk/>
            <pc:sldMk cId="1490100694" sldId="308"/>
            <ac:spMk id="3" creationId="{190639FF-E599-7AF7-CF1F-B199CD4CF87A}"/>
          </ac:spMkLst>
        </pc:spChg>
        <pc:spChg chg="del">
          <ac:chgData name="Gusti Pangestu" userId="7768735c-5c0d-4d9b-b550-ead0b3c82a30" providerId="ADAL" clId="{0B80913C-9141-48A1-9615-3AD8240D9FFA}" dt="2022-12-12T03:52:06.112" v="327" actId="700"/>
          <ac:spMkLst>
            <pc:docMk/>
            <pc:sldMk cId="1490100694" sldId="308"/>
            <ac:spMk id="4" creationId="{E76EBC46-906B-67DE-8EA2-47DABB5C4259}"/>
          </ac:spMkLst>
        </pc:spChg>
        <pc:spChg chg="add del mod ord">
          <ac:chgData name="Gusti Pangestu" userId="7768735c-5c0d-4d9b-b550-ead0b3c82a30" providerId="ADAL" clId="{0B80913C-9141-48A1-9615-3AD8240D9FFA}" dt="2022-12-12T03:52:09.661" v="328" actId="478"/>
          <ac:spMkLst>
            <pc:docMk/>
            <pc:sldMk cId="1490100694" sldId="308"/>
            <ac:spMk id="5" creationId="{A66FE2B7-56B1-E4D4-1A55-15D678DB35E6}"/>
          </ac:spMkLst>
        </pc:spChg>
        <pc:spChg chg="add mod ord">
          <ac:chgData name="Gusti Pangestu" userId="7768735c-5c0d-4d9b-b550-ead0b3c82a30" providerId="ADAL" clId="{0B80913C-9141-48A1-9615-3AD8240D9FFA}" dt="2022-12-12T03:53:23.344" v="346" actId="27636"/>
          <ac:spMkLst>
            <pc:docMk/>
            <pc:sldMk cId="1490100694" sldId="308"/>
            <ac:spMk id="6" creationId="{C20A5325-4AF3-6B34-43BA-51FAC12DF400}"/>
          </ac:spMkLst>
        </pc:spChg>
        <pc:spChg chg="add del mod">
          <ac:chgData name="Gusti Pangestu" userId="7768735c-5c0d-4d9b-b550-ead0b3c82a30" providerId="ADAL" clId="{0B80913C-9141-48A1-9615-3AD8240D9FFA}" dt="2022-12-12T03:53:07.691" v="341" actId="478"/>
          <ac:spMkLst>
            <pc:docMk/>
            <pc:sldMk cId="1490100694" sldId="308"/>
            <ac:spMk id="13" creationId="{9D026907-9E78-86B6-82BC-344BA20E23BF}"/>
          </ac:spMkLst>
        </pc:spChg>
        <pc:picChg chg="add mod">
          <ac:chgData name="Gusti Pangestu" userId="7768735c-5c0d-4d9b-b550-ead0b3c82a30" providerId="ADAL" clId="{0B80913C-9141-48A1-9615-3AD8240D9FFA}" dt="2022-12-12T03:53:32.222" v="349" actId="1076"/>
          <ac:picMkLst>
            <pc:docMk/>
            <pc:sldMk cId="1490100694" sldId="308"/>
            <ac:picMk id="8" creationId="{B4065925-CA90-648B-A933-AFAA1A556A85}"/>
          </ac:picMkLst>
        </pc:picChg>
      </pc:sldChg>
    </pc:docChg>
  </pc:docChgLst>
  <pc:docChgLst>
    <pc:chgData name="Gusti Pangestu" userId="S::gusti.pangestu@binus.ac.id::7768735c-5c0d-4d9b-b550-ead0b3c82a30" providerId="AD" clId="Web-{C66C34B6-9332-01B0-020B-2C52778785FE}"/>
    <pc:docChg chg="addSld delSld modSld modSection">
      <pc:chgData name="Gusti Pangestu" userId="S::gusti.pangestu@binus.ac.id::7768735c-5c0d-4d9b-b550-ead0b3c82a30" providerId="AD" clId="Web-{C66C34B6-9332-01B0-020B-2C52778785FE}" dt="2022-11-16T09:17:52.740" v="40"/>
      <pc:docMkLst>
        <pc:docMk/>
      </pc:docMkLst>
      <pc:sldChg chg="modSp">
        <pc:chgData name="Gusti Pangestu" userId="S::gusti.pangestu@binus.ac.id::7768735c-5c0d-4d9b-b550-ead0b3c82a30" providerId="AD" clId="Web-{C66C34B6-9332-01B0-020B-2C52778785FE}" dt="2022-11-16T09:08:06.935" v="16" actId="20577"/>
        <pc:sldMkLst>
          <pc:docMk/>
          <pc:sldMk cId="1545682022" sldId="290"/>
        </pc:sldMkLst>
        <pc:spChg chg="mod">
          <ac:chgData name="Gusti Pangestu" userId="S::gusti.pangestu@binus.ac.id::7768735c-5c0d-4d9b-b550-ead0b3c82a30" providerId="AD" clId="Web-{C66C34B6-9332-01B0-020B-2C52778785FE}" dt="2022-11-16T09:08:06.935" v="16" actId="20577"/>
          <ac:spMkLst>
            <pc:docMk/>
            <pc:sldMk cId="1545682022" sldId="290"/>
            <ac:spMk id="3" creationId="{CFBE6DC7-A61F-27FA-B9A7-7018AFBF0075}"/>
          </ac:spMkLst>
        </pc:spChg>
      </pc:sldChg>
      <pc:sldChg chg="del">
        <pc:chgData name="Gusti Pangestu" userId="S::gusti.pangestu@binus.ac.id::7768735c-5c0d-4d9b-b550-ead0b3c82a30" providerId="AD" clId="Web-{C66C34B6-9332-01B0-020B-2C52778785FE}" dt="2022-11-16T09:07:20.871" v="14"/>
        <pc:sldMkLst>
          <pc:docMk/>
          <pc:sldMk cId="1765197454" sldId="291"/>
        </pc:sldMkLst>
      </pc:sldChg>
      <pc:sldChg chg="addSp modSp new">
        <pc:chgData name="Gusti Pangestu" userId="S::gusti.pangestu@binus.ac.id::7768735c-5c0d-4d9b-b550-ead0b3c82a30" providerId="AD" clId="Web-{C66C34B6-9332-01B0-020B-2C52778785FE}" dt="2022-11-16T09:17:46.756" v="39" actId="14100"/>
        <pc:sldMkLst>
          <pc:docMk/>
          <pc:sldMk cId="3825084955" sldId="291"/>
        </pc:sldMkLst>
        <pc:spChg chg="mod">
          <ac:chgData name="Gusti Pangestu" userId="S::gusti.pangestu@binus.ac.id::7768735c-5c0d-4d9b-b550-ead0b3c82a30" providerId="AD" clId="Web-{C66C34B6-9332-01B0-020B-2C52778785FE}" dt="2022-11-16T09:12:45.993" v="22" actId="20577"/>
          <ac:spMkLst>
            <pc:docMk/>
            <pc:sldMk cId="3825084955" sldId="291"/>
            <ac:spMk id="2" creationId="{065D08AA-2609-86CD-C729-7BC0D8B66F01}"/>
          </ac:spMkLst>
        </pc:spChg>
        <pc:spChg chg="mod">
          <ac:chgData name="Gusti Pangestu" userId="S::gusti.pangestu@binus.ac.id::7768735c-5c0d-4d9b-b550-ead0b3c82a30" providerId="AD" clId="Web-{C66C34B6-9332-01B0-020B-2C52778785FE}" dt="2022-11-16T09:17:23.755" v="31" actId="20577"/>
          <ac:spMkLst>
            <pc:docMk/>
            <pc:sldMk cId="3825084955" sldId="291"/>
            <ac:spMk id="3" creationId="{5CDA8B99-6B48-BF80-D3FB-13793B8E9409}"/>
          </ac:spMkLst>
        </pc:spChg>
        <pc:picChg chg="add mod">
          <ac:chgData name="Gusti Pangestu" userId="S::gusti.pangestu@binus.ac.id::7768735c-5c0d-4d9b-b550-ead0b3c82a30" providerId="AD" clId="Web-{C66C34B6-9332-01B0-020B-2C52778785FE}" dt="2022-11-16T09:17:41.771" v="37" actId="1076"/>
          <ac:picMkLst>
            <pc:docMk/>
            <pc:sldMk cId="3825084955" sldId="291"/>
            <ac:picMk id="4" creationId="{E11F8490-F232-993B-6615-EFD506669072}"/>
          </ac:picMkLst>
        </pc:picChg>
        <pc:picChg chg="add mod">
          <ac:chgData name="Gusti Pangestu" userId="S::gusti.pangestu@binus.ac.id::7768735c-5c0d-4d9b-b550-ead0b3c82a30" providerId="AD" clId="Web-{C66C34B6-9332-01B0-020B-2C52778785FE}" dt="2022-11-16T09:17:46.756" v="39" actId="14100"/>
          <ac:picMkLst>
            <pc:docMk/>
            <pc:sldMk cId="3825084955" sldId="291"/>
            <ac:picMk id="5" creationId="{4F0F1FA3-D48F-68D8-F1FB-6EA7F50B1369}"/>
          </ac:picMkLst>
        </pc:picChg>
      </pc:sldChg>
      <pc:sldChg chg="new">
        <pc:chgData name="Gusti Pangestu" userId="S::gusti.pangestu@binus.ac.id::7768735c-5c0d-4d9b-b550-ead0b3c82a30" providerId="AD" clId="Web-{C66C34B6-9332-01B0-020B-2C52778785FE}" dt="2022-11-16T09:17:52.740" v="40"/>
        <pc:sldMkLst>
          <pc:docMk/>
          <pc:sldMk cId="1339754843" sldId="292"/>
        </pc:sldMkLst>
      </pc:sldChg>
      <pc:sldChg chg="del">
        <pc:chgData name="Gusti Pangestu" userId="S::gusti.pangestu@binus.ac.id::7768735c-5c0d-4d9b-b550-ead0b3c82a30" providerId="AD" clId="Web-{C66C34B6-9332-01B0-020B-2C52778785FE}" dt="2022-11-16T09:07:20.871" v="13"/>
        <pc:sldMkLst>
          <pc:docMk/>
          <pc:sldMk cId="3506783845" sldId="292"/>
        </pc:sldMkLst>
      </pc:sldChg>
      <pc:sldChg chg="del">
        <pc:chgData name="Gusti Pangestu" userId="S::gusti.pangestu@binus.ac.id::7768735c-5c0d-4d9b-b550-ead0b3c82a30" providerId="AD" clId="Web-{C66C34B6-9332-01B0-020B-2C52778785FE}" dt="2022-11-16T09:07:20.871" v="11"/>
        <pc:sldMkLst>
          <pc:docMk/>
          <pc:sldMk cId="1023137893" sldId="293"/>
        </pc:sldMkLst>
      </pc:sldChg>
      <pc:sldChg chg="del">
        <pc:chgData name="Gusti Pangestu" userId="S::gusti.pangestu@binus.ac.id::7768735c-5c0d-4d9b-b550-ead0b3c82a30" providerId="AD" clId="Web-{C66C34B6-9332-01B0-020B-2C52778785FE}" dt="2022-11-16T09:07:20.871" v="12"/>
        <pc:sldMkLst>
          <pc:docMk/>
          <pc:sldMk cId="641680110" sldId="294"/>
        </pc:sldMkLst>
      </pc:sldChg>
      <pc:sldChg chg="del">
        <pc:chgData name="Gusti Pangestu" userId="S::gusti.pangestu@binus.ac.id::7768735c-5c0d-4d9b-b550-ead0b3c82a30" providerId="AD" clId="Web-{C66C34B6-9332-01B0-020B-2C52778785FE}" dt="2022-11-16T09:07:20.855" v="10"/>
        <pc:sldMkLst>
          <pc:docMk/>
          <pc:sldMk cId="1095013890" sldId="295"/>
        </pc:sldMkLst>
      </pc:sldChg>
      <pc:sldChg chg="del">
        <pc:chgData name="Gusti Pangestu" userId="S::gusti.pangestu@binus.ac.id::7768735c-5c0d-4d9b-b550-ead0b3c82a30" providerId="AD" clId="Web-{C66C34B6-9332-01B0-020B-2C52778785FE}" dt="2022-11-16T09:07:20.855" v="9"/>
        <pc:sldMkLst>
          <pc:docMk/>
          <pc:sldMk cId="1426729290" sldId="296"/>
        </pc:sldMkLst>
      </pc:sldChg>
      <pc:sldChg chg="del">
        <pc:chgData name="Gusti Pangestu" userId="S::gusti.pangestu@binus.ac.id::7768735c-5c0d-4d9b-b550-ead0b3c82a30" providerId="AD" clId="Web-{C66C34B6-9332-01B0-020B-2C52778785FE}" dt="2022-11-16T09:07:20.855" v="8"/>
        <pc:sldMkLst>
          <pc:docMk/>
          <pc:sldMk cId="2467367817" sldId="297"/>
        </pc:sldMkLst>
      </pc:sldChg>
      <pc:sldChg chg="del">
        <pc:chgData name="Gusti Pangestu" userId="S::gusti.pangestu@binus.ac.id::7768735c-5c0d-4d9b-b550-ead0b3c82a30" providerId="AD" clId="Web-{C66C34B6-9332-01B0-020B-2C52778785FE}" dt="2022-11-16T09:07:20.855" v="7"/>
        <pc:sldMkLst>
          <pc:docMk/>
          <pc:sldMk cId="3078249726" sldId="298"/>
        </pc:sldMkLst>
      </pc:sldChg>
      <pc:sldChg chg="del">
        <pc:chgData name="Gusti Pangestu" userId="S::gusti.pangestu@binus.ac.id::7768735c-5c0d-4d9b-b550-ead0b3c82a30" providerId="AD" clId="Web-{C66C34B6-9332-01B0-020B-2C52778785FE}" dt="2022-11-16T09:07:20.855" v="6"/>
        <pc:sldMkLst>
          <pc:docMk/>
          <pc:sldMk cId="2189213575" sldId="299"/>
        </pc:sldMkLst>
      </pc:sldChg>
      <pc:sldChg chg="del">
        <pc:chgData name="Gusti Pangestu" userId="S::gusti.pangestu@binus.ac.id::7768735c-5c0d-4d9b-b550-ead0b3c82a30" providerId="AD" clId="Web-{C66C34B6-9332-01B0-020B-2C52778785FE}" dt="2022-11-16T09:07:20.855" v="5"/>
        <pc:sldMkLst>
          <pc:docMk/>
          <pc:sldMk cId="544600065" sldId="300"/>
        </pc:sldMkLst>
      </pc:sldChg>
      <pc:sldChg chg="del">
        <pc:chgData name="Gusti Pangestu" userId="S::gusti.pangestu@binus.ac.id::7768735c-5c0d-4d9b-b550-ead0b3c82a30" providerId="AD" clId="Web-{C66C34B6-9332-01B0-020B-2C52778785FE}" dt="2022-11-16T09:07:20.855" v="4"/>
        <pc:sldMkLst>
          <pc:docMk/>
          <pc:sldMk cId="1266768660" sldId="301"/>
        </pc:sldMkLst>
      </pc:sldChg>
      <pc:sldChg chg="del">
        <pc:chgData name="Gusti Pangestu" userId="S::gusti.pangestu@binus.ac.id::7768735c-5c0d-4d9b-b550-ead0b3c82a30" providerId="AD" clId="Web-{C66C34B6-9332-01B0-020B-2C52778785FE}" dt="2022-11-16T09:07:20.855" v="3"/>
        <pc:sldMkLst>
          <pc:docMk/>
          <pc:sldMk cId="343948354" sldId="302"/>
        </pc:sldMkLst>
      </pc:sldChg>
      <pc:sldChg chg="del">
        <pc:chgData name="Gusti Pangestu" userId="S::gusti.pangestu@binus.ac.id::7768735c-5c0d-4d9b-b550-ead0b3c82a30" providerId="AD" clId="Web-{C66C34B6-9332-01B0-020B-2C52778785FE}" dt="2022-11-16T09:07:20.855" v="2"/>
        <pc:sldMkLst>
          <pc:docMk/>
          <pc:sldMk cId="2107620240" sldId="303"/>
        </pc:sldMkLst>
      </pc:sldChg>
      <pc:sldChg chg="del">
        <pc:chgData name="Gusti Pangestu" userId="S::gusti.pangestu@binus.ac.id::7768735c-5c0d-4d9b-b550-ead0b3c82a30" providerId="AD" clId="Web-{C66C34B6-9332-01B0-020B-2C52778785FE}" dt="2022-11-16T09:07:20.855" v="1"/>
        <pc:sldMkLst>
          <pc:docMk/>
          <pc:sldMk cId="3568005129" sldId="304"/>
        </pc:sldMkLst>
      </pc:sldChg>
      <pc:sldChg chg="del">
        <pc:chgData name="Gusti Pangestu" userId="S::gusti.pangestu@binus.ac.id::7768735c-5c0d-4d9b-b550-ead0b3c82a30" providerId="AD" clId="Web-{C66C34B6-9332-01B0-020B-2C52778785FE}" dt="2022-11-16T09:07:20.855" v="0"/>
        <pc:sldMkLst>
          <pc:docMk/>
          <pc:sldMk cId="4266244157"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9</a:t>
            </a:r>
          </a:p>
          <a:p>
            <a:r>
              <a:rPr lang="en-US" dirty="0">
                <a:ea typeface="Open Sans"/>
                <a:cs typeface="Open Sans"/>
              </a:rPr>
              <a:t>Concurrency with Shared Variables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1 : Explain fundamental concept of GO Programming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Font typeface="Symbol" panose="05050102010706020507" pitchFamily="18" charset="2"/>
              <a:buChar char=""/>
            </a:pPr>
            <a:r>
              <a:rPr lang="en-US" sz="1800" b="1">
                <a:effectLst/>
                <a:latin typeface="Calibri" panose="020F0502020204030204" pitchFamily="34" charset="0"/>
                <a:ea typeface="Times New Roman" panose="02020603050405020304" pitchFamily="18" charset="0"/>
                <a:cs typeface="Times New Roman" panose="02020603050405020304" pitchFamily="18" charset="0"/>
              </a:rPr>
              <a:t>LO 3 : Solve problem using GO programming language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pPr marL="0" indent="0">
              <a:buNone/>
            </a:pPr>
            <a:endParaRPr lang="en-US" dirty="0">
              <a:ea typeface="Open Sans"/>
              <a:cs typeface="Open Sans"/>
            </a:endParaRPr>
          </a:p>
          <a:p>
            <a:r>
              <a:rPr lang="en-US" b="1" dirty="0">
                <a:ea typeface="Open Sans"/>
                <a:cs typeface="Open Sans"/>
              </a:rPr>
              <a:t>Race conditions</a:t>
            </a:r>
          </a:p>
          <a:p>
            <a:r>
              <a:rPr lang="en-US" b="1" dirty="0">
                <a:ea typeface="Open Sans"/>
                <a:cs typeface="Open Sans"/>
              </a:rPr>
              <a:t>Mutual exclusion</a:t>
            </a:r>
          </a:p>
          <a:p>
            <a:r>
              <a:rPr lang="en-US" b="1" dirty="0">
                <a:ea typeface="Open Sans"/>
                <a:cs typeface="Open Sans"/>
              </a:rPr>
              <a:t>Read/write mutexes</a:t>
            </a:r>
          </a:p>
          <a:p>
            <a:r>
              <a:rPr lang="en-US" b="1" dirty="0">
                <a:ea typeface="Open Sans"/>
                <a:cs typeface="Open Sans"/>
              </a:rPr>
              <a:t>Memory synchronization</a:t>
            </a:r>
          </a:p>
          <a:p>
            <a:r>
              <a:rPr lang="en-US" b="1" dirty="0">
                <a:ea typeface="Open Sans"/>
                <a:cs typeface="Open Sans"/>
              </a:rPr>
              <a:t>Lazy initialization</a:t>
            </a:r>
          </a:p>
          <a:p>
            <a:r>
              <a:rPr lang="en-US" b="1" dirty="0">
                <a:ea typeface="Open Sans"/>
                <a:cs typeface="Open Sans"/>
              </a:rPr>
              <a:t>The race detector</a:t>
            </a:r>
          </a:p>
          <a:p>
            <a:r>
              <a:rPr lang="en-US" b="1" dirty="0" err="1">
                <a:ea typeface="Open Sans"/>
                <a:cs typeface="Open Sans"/>
              </a:rPr>
              <a:t>Goroutinesand</a:t>
            </a:r>
            <a:r>
              <a:rPr lang="en-US" b="1" dirty="0">
                <a:ea typeface="Open Sans"/>
                <a:cs typeface="Open Sans"/>
              </a:rPr>
              <a:t> threads</a:t>
            </a:r>
          </a:p>
          <a:p>
            <a:endParaRPr lang="en-US" b="1" dirty="0">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9E560-EBBD-284A-9A61-F5ED6AB52E3B}"/>
              </a:ext>
            </a:extLst>
          </p:cNvPr>
          <p:cNvSpPr>
            <a:spLocks noGrp="1"/>
          </p:cNvSpPr>
          <p:nvPr>
            <p:ph idx="1"/>
          </p:nvPr>
        </p:nvSpPr>
        <p:spPr>
          <a:xfrm>
            <a:off x="1619672" y="2636913"/>
            <a:ext cx="7067128" cy="2849488"/>
          </a:xfrm>
        </p:spPr>
        <p:txBody>
          <a:bodyPr/>
          <a:lstStyle/>
          <a:p>
            <a:pPr marL="0" indent="0">
              <a:buNone/>
            </a:pPr>
            <a:r>
              <a:rPr lang="en-US" dirty="0"/>
              <a:t>In this chapter, we’ll take a closer look at the mechanics of concurrency. In particular, we’ll point out some of the  problems associated with sharing variables among multiple goroutines, the analytical techniques for  recognizing those problems, and the patterns for solving them. Finally, we’ll explain some of the technical differences between goroutines and operating system threads</a:t>
            </a:r>
          </a:p>
          <a:p>
            <a:endParaRPr lang="en-US" dirty="0"/>
          </a:p>
        </p:txBody>
      </p:sp>
    </p:spTree>
    <p:extLst>
      <p:ext uri="{BB962C8B-B14F-4D97-AF65-F5344CB8AC3E}">
        <p14:creationId xmlns:p14="http://schemas.microsoft.com/office/powerpoint/2010/main" val="3003759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54D8-2664-5D1A-C82D-D8D9B3A79380}"/>
              </a:ext>
            </a:extLst>
          </p:cNvPr>
          <p:cNvSpPr>
            <a:spLocks noGrp="1"/>
          </p:cNvSpPr>
          <p:nvPr>
            <p:ph type="title"/>
          </p:nvPr>
        </p:nvSpPr>
        <p:spPr/>
        <p:txBody>
          <a:bodyPr/>
          <a:lstStyle/>
          <a:p>
            <a:r>
              <a:rPr lang="en-US" dirty="0"/>
              <a:t>Race Conditions</a:t>
            </a:r>
          </a:p>
        </p:txBody>
      </p:sp>
      <p:sp>
        <p:nvSpPr>
          <p:cNvPr id="3" name="Content Placeholder 2">
            <a:extLst>
              <a:ext uri="{FF2B5EF4-FFF2-40B4-BE49-F238E27FC236}">
                <a16:creationId xmlns:a16="http://schemas.microsoft.com/office/drawing/2014/main" id="{99984EDA-D76B-198A-E40A-D7538139BA56}"/>
              </a:ext>
            </a:extLst>
          </p:cNvPr>
          <p:cNvSpPr>
            <a:spLocks noGrp="1"/>
          </p:cNvSpPr>
          <p:nvPr>
            <p:ph idx="1"/>
          </p:nvPr>
        </p:nvSpPr>
        <p:spPr/>
        <p:txBody>
          <a:bodyPr>
            <a:normAutofit fontScale="85000" lnSpcReduction="20000"/>
          </a:bodyPr>
          <a:lstStyle/>
          <a:p>
            <a:r>
              <a:rPr lang="en-US" dirty="0"/>
              <a:t>In a sequential program, that is, a program with only one goroutine, the steps of the program </a:t>
            </a:r>
            <a:r>
              <a:rPr lang="en-US" dirty="0" err="1"/>
              <a:t>happ</a:t>
            </a:r>
            <a:r>
              <a:rPr lang="en-US" dirty="0"/>
              <a:t> </a:t>
            </a:r>
            <a:r>
              <a:rPr lang="en-US" dirty="0" err="1"/>
              <a:t>en</a:t>
            </a:r>
            <a:r>
              <a:rPr lang="en-US" dirty="0"/>
              <a:t> in the familiar execution order determined by the program logic</a:t>
            </a:r>
          </a:p>
          <a:p>
            <a:r>
              <a:rPr lang="en-US" dirty="0"/>
              <a:t> In a program with two or more goroutines, the steps within each goroutine happen in the familiar order, but</a:t>
            </a:r>
          </a:p>
          <a:p>
            <a:r>
              <a:rPr lang="en-US" dirty="0"/>
              <a:t>in general we don’t know whether an event x in one Goroutine happens before an event y in another goroutine, or happens after it, or is simultaneous with it</a:t>
            </a:r>
          </a:p>
          <a:p>
            <a:r>
              <a:rPr lang="en-US" dirty="0"/>
              <a:t>A race condition is a situation in which the program does not give the correct result for some </a:t>
            </a:r>
            <a:r>
              <a:rPr lang="en-US" dirty="0" err="1"/>
              <a:t>interleavings</a:t>
            </a:r>
            <a:r>
              <a:rPr lang="en-US" dirty="0"/>
              <a:t> of the operations of multiple goroutines</a:t>
            </a:r>
          </a:p>
          <a:p>
            <a:r>
              <a:rPr lang="en-US" dirty="0"/>
              <a:t>Race conditions are pernicious because they may remain latent in a program and appear infrequently, perhaps only under heavy load or when using certain compilers, platforms, or architectures. This  takes them hard to reproduce and diagnose.</a:t>
            </a:r>
          </a:p>
          <a:p>
            <a:endParaRPr lang="en-US" dirty="0"/>
          </a:p>
        </p:txBody>
      </p:sp>
    </p:spTree>
    <p:extLst>
      <p:ext uri="{BB962C8B-B14F-4D97-AF65-F5344CB8AC3E}">
        <p14:creationId xmlns:p14="http://schemas.microsoft.com/office/powerpoint/2010/main" val="4001981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F3A4-4852-C196-2CFF-030A91D5330C}"/>
              </a:ext>
            </a:extLst>
          </p:cNvPr>
          <p:cNvSpPr>
            <a:spLocks noGrp="1"/>
          </p:cNvSpPr>
          <p:nvPr>
            <p:ph type="title"/>
          </p:nvPr>
        </p:nvSpPr>
        <p:spPr/>
        <p:txBody>
          <a:bodyPr/>
          <a:lstStyle/>
          <a:p>
            <a:r>
              <a:rPr lang="en-US" dirty="0"/>
              <a:t> Mutual Exclusion: </a:t>
            </a:r>
            <a:r>
              <a:rPr lang="en-US" dirty="0" err="1"/>
              <a:t>sync.Mutex</a:t>
            </a:r>
            <a:endParaRPr lang="en-US" dirty="0"/>
          </a:p>
        </p:txBody>
      </p:sp>
      <p:pic>
        <p:nvPicPr>
          <p:cNvPr id="5" name="Content Placeholder 4">
            <a:extLst>
              <a:ext uri="{FF2B5EF4-FFF2-40B4-BE49-F238E27FC236}">
                <a16:creationId xmlns:a16="http://schemas.microsoft.com/office/drawing/2014/main" id="{E6981455-A484-BDE6-B459-90D0BB5E69A8}"/>
              </a:ext>
            </a:extLst>
          </p:cNvPr>
          <p:cNvPicPr>
            <a:picLocks noGrp="1" noChangeAspect="1"/>
          </p:cNvPicPr>
          <p:nvPr>
            <p:ph idx="1"/>
          </p:nvPr>
        </p:nvPicPr>
        <p:blipFill>
          <a:blip r:embed="rId2"/>
          <a:stretch>
            <a:fillRect/>
          </a:stretch>
        </p:blipFill>
        <p:spPr>
          <a:xfrm>
            <a:off x="2930923" y="2636838"/>
            <a:ext cx="4444203" cy="3489325"/>
          </a:xfrm>
        </p:spPr>
      </p:pic>
    </p:spTree>
    <p:extLst>
      <p:ext uri="{BB962C8B-B14F-4D97-AF65-F5344CB8AC3E}">
        <p14:creationId xmlns:p14="http://schemas.microsoft.com/office/powerpoint/2010/main" val="393974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EE91D-35C6-494E-025D-D66A6F634056}"/>
              </a:ext>
            </a:extLst>
          </p:cNvPr>
          <p:cNvSpPr>
            <a:spLocks noGrp="1"/>
          </p:cNvSpPr>
          <p:nvPr>
            <p:ph idx="1"/>
          </p:nvPr>
        </p:nvSpPr>
        <p:spPr/>
        <p:txBody>
          <a:bodyPr>
            <a:normAutofit/>
          </a:bodyPr>
          <a:lstStyle/>
          <a:p>
            <a:pPr marL="0" indent="0">
              <a:buNone/>
            </a:pPr>
            <a:r>
              <a:rPr lang="en-US" dirty="0"/>
              <a:t>Each time a goroutine accesses the variables of the ban k (just balance here), it must call the mutex’s Lock method to acquire an exclusive lock. If some other goroutine has acquired the lock, this operation will block until the other goroutine calls Unlock and the lock becomes available again. The mutex guards the shared variables. By  convention, the var </a:t>
            </a:r>
            <a:r>
              <a:rPr lang="en-US" dirty="0" err="1"/>
              <a:t>iables</a:t>
            </a:r>
            <a:r>
              <a:rPr lang="en-US" dirty="0"/>
              <a:t> guarded by a mutex are declared immediately after the declaration of the mutex itself. If you deviate from this, be sure to document it.</a:t>
            </a:r>
          </a:p>
        </p:txBody>
      </p:sp>
    </p:spTree>
    <p:extLst>
      <p:ext uri="{BB962C8B-B14F-4D97-AF65-F5344CB8AC3E}">
        <p14:creationId xmlns:p14="http://schemas.microsoft.com/office/powerpoint/2010/main" val="189604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B236-33B8-4FD2-B84E-BAD591B8E855}"/>
              </a:ext>
            </a:extLst>
          </p:cNvPr>
          <p:cNvSpPr>
            <a:spLocks noGrp="1"/>
          </p:cNvSpPr>
          <p:nvPr>
            <p:ph type="title"/>
          </p:nvPr>
        </p:nvSpPr>
        <p:spPr/>
        <p:txBody>
          <a:bodyPr/>
          <a:lstStyle/>
          <a:p>
            <a:r>
              <a:rPr lang="en-US" dirty="0"/>
              <a:t>Read/Write Mutexes: </a:t>
            </a:r>
            <a:r>
              <a:rPr lang="en-US" dirty="0" err="1"/>
              <a:t>sync.RWMutex</a:t>
            </a:r>
            <a:endParaRPr lang="en-US" dirty="0"/>
          </a:p>
        </p:txBody>
      </p:sp>
      <p:sp>
        <p:nvSpPr>
          <p:cNvPr id="3" name="Content Placeholder 2">
            <a:extLst>
              <a:ext uri="{FF2B5EF4-FFF2-40B4-BE49-F238E27FC236}">
                <a16:creationId xmlns:a16="http://schemas.microsoft.com/office/drawing/2014/main" id="{2FEE829C-13FB-8834-3465-72219453CC06}"/>
              </a:ext>
            </a:extLst>
          </p:cNvPr>
          <p:cNvSpPr>
            <a:spLocks noGrp="1"/>
          </p:cNvSpPr>
          <p:nvPr>
            <p:ph idx="1"/>
          </p:nvPr>
        </p:nvSpPr>
        <p:spPr/>
        <p:txBody>
          <a:bodyPr>
            <a:normAutofit fontScale="85000" lnSpcReduction="20000"/>
          </a:bodyPr>
          <a:lstStyle/>
          <a:p>
            <a:r>
              <a:rPr lang="en-US" dirty="0"/>
              <a:t>A Story: In a fit of anxiety after seeing his $100 deposit vanish without a trace, Bob writes a program to check his bank balance hundreds of times a second. He runs it at home, at work, and on his phone. The bank notices that the increased traffic is delaying deposits and withdrawals, because all the Balance requests run sequentially, holding the lock exclusively and temporarily pre venting other goroutines from running.</a:t>
            </a:r>
          </a:p>
          <a:p>
            <a:r>
              <a:rPr lang="en-US" dirty="0"/>
              <a:t>Since the Balance function only needs to read the state of the variable, it would in fact be safe for multiple Balance calls to run concurrently, so long as no Deposit or Withdraw call is run-</a:t>
            </a:r>
          </a:p>
          <a:p>
            <a:r>
              <a:rPr lang="en-US" dirty="0" err="1"/>
              <a:t>ning</a:t>
            </a:r>
            <a:r>
              <a:rPr lang="en-US" dirty="0"/>
              <a:t>. In this </a:t>
            </a:r>
            <a:r>
              <a:rPr lang="en-US" dirty="0" err="1"/>
              <a:t>scenar</a:t>
            </a:r>
            <a:r>
              <a:rPr lang="en-US" dirty="0"/>
              <a:t> io we need a </a:t>
            </a:r>
            <a:r>
              <a:rPr lang="en-US" dirty="0" err="1"/>
              <a:t>speci</a:t>
            </a:r>
            <a:r>
              <a:rPr lang="en-US" dirty="0"/>
              <a:t> al kind of lock that allows read only operations to proceed in </a:t>
            </a:r>
            <a:r>
              <a:rPr lang="en-US" dirty="0" err="1"/>
              <a:t>paral</a:t>
            </a:r>
            <a:r>
              <a:rPr lang="en-US" dirty="0"/>
              <a:t> </a:t>
            </a:r>
            <a:r>
              <a:rPr lang="en-US" dirty="0" err="1"/>
              <a:t>lel</a:t>
            </a:r>
            <a:r>
              <a:rPr lang="en-US" dirty="0"/>
              <a:t> with each other, but write operations to have fully exclusive access. This lock is called a mu </a:t>
            </a:r>
            <a:r>
              <a:rPr lang="en-US" dirty="0" err="1"/>
              <a:t>ltiple</a:t>
            </a:r>
            <a:r>
              <a:rPr lang="en-US" dirty="0"/>
              <a:t> readers, single writer lock, and in Go it’s provided by </a:t>
            </a:r>
            <a:r>
              <a:rPr lang="en-US" dirty="0" err="1"/>
              <a:t>sync.RWMutex</a:t>
            </a:r>
            <a:r>
              <a:rPr lang="en-US" dirty="0"/>
              <a:t>:</a:t>
            </a:r>
          </a:p>
        </p:txBody>
      </p:sp>
    </p:spTree>
    <p:extLst>
      <p:ext uri="{BB962C8B-B14F-4D97-AF65-F5344CB8AC3E}">
        <p14:creationId xmlns:p14="http://schemas.microsoft.com/office/powerpoint/2010/main" val="1434194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588864-D85B-74F7-00F3-D1EB435A432C}"/>
              </a:ext>
            </a:extLst>
          </p:cNvPr>
          <p:cNvPicPr>
            <a:picLocks noGrp="1" noChangeAspect="1"/>
          </p:cNvPicPr>
          <p:nvPr>
            <p:ph idx="1"/>
          </p:nvPr>
        </p:nvPicPr>
        <p:blipFill>
          <a:blip r:embed="rId2"/>
          <a:stretch>
            <a:fillRect/>
          </a:stretch>
        </p:blipFill>
        <p:spPr>
          <a:xfrm>
            <a:off x="2258135" y="1514005"/>
            <a:ext cx="5699289" cy="2739717"/>
          </a:xfrm>
        </p:spPr>
      </p:pic>
      <p:sp>
        <p:nvSpPr>
          <p:cNvPr id="7" name="TextBox 6">
            <a:extLst>
              <a:ext uri="{FF2B5EF4-FFF2-40B4-BE49-F238E27FC236}">
                <a16:creationId xmlns:a16="http://schemas.microsoft.com/office/drawing/2014/main" id="{48221900-651E-8E31-93B3-27B8CB393283}"/>
              </a:ext>
            </a:extLst>
          </p:cNvPr>
          <p:cNvSpPr txBox="1"/>
          <p:nvPr/>
        </p:nvSpPr>
        <p:spPr>
          <a:xfrm>
            <a:off x="1071796" y="4871564"/>
            <a:ext cx="7517568" cy="1200329"/>
          </a:xfrm>
          <a:prstGeom prst="rect">
            <a:avLst/>
          </a:prstGeom>
          <a:noFill/>
        </p:spPr>
        <p:txBody>
          <a:bodyPr wrap="square">
            <a:spAutoFit/>
          </a:bodyPr>
          <a:lstStyle/>
          <a:p>
            <a:r>
              <a:rPr lang="en-US" dirty="0"/>
              <a:t>The Balance function now calls the </a:t>
            </a:r>
            <a:r>
              <a:rPr lang="en-US" dirty="0" err="1"/>
              <a:t>RLock</a:t>
            </a:r>
            <a:r>
              <a:rPr lang="en-US" dirty="0"/>
              <a:t> and </a:t>
            </a:r>
            <a:r>
              <a:rPr lang="en-US" dirty="0" err="1"/>
              <a:t>RUnlock</a:t>
            </a:r>
            <a:r>
              <a:rPr lang="en-US" dirty="0"/>
              <a:t> methods to acquire and release a re </a:t>
            </a:r>
            <a:r>
              <a:rPr lang="en-US" dirty="0" err="1"/>
              <a:t>aders</a:t>
            </a:r>
            <a:r>
              <a:rPr lang="en-US" dirty="0"/>
              <a:t> or shared lock. The Deposit function, which is unchanged, calls the </a:t>
            </a:r>
            <a:r>
              <a:rPr lang="en-US" dirty="0" err="1"/>
              <a:t>mu.Lock</a:t>
            </a:r>
            <a:r>
              <a:rPr lang="en-US" dirty="0"/>
              <a:t> and </a:t>
            </a:r>
            <a:r>
              <a:rPr lang="en-US" dirty="0" err="1"/>
              <a:t>mu.Unlock</a:t>
            </a:r>
            <a:r>
              <a:rPr lang="en-US" dirty="0"/>
              <a:t> methods to acquire and release a writer or exclusive lock.</a:t>
            </a:r>
          </a:p>
        </p:txBody>
      </p:sp>
    </p:spTree>
    <p:extLst>
      <p:ext uri="{BB962C8B-B14F-4D97-AF65-F5344CB8AC3E}">
        <p14:creationId xmlns:p14="http://schemas.microsoft.com/office/powerpoint/2010/main" val="1427144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688416-D27F-B253-83E1-78C5DE252216}"/>
              </a:ext>
            </a:extLst>
          </p:cNvPr>
          <p:cNvSpPr>
            <a:spLocks noGrp="1"/>
          </p:cNvSpPr>
          <p:nvPr>
            <p:ph idx="1"/>
          </p:nvPr>
        </p:nvSpPr>
        <p:spPr>
          <a:xfrm>
            <a:off x="1619672" y="1558978"/>
            <a:ext cx="7067128" cy="4567186"/>
          </a:xfrm>
        </p:spPr>
        <p:txBody>
          <a:bodyPr/>
          <a:lstStyle/>
          <a:p>
            <a:r>
              <a:rPr lang="en-US" dirty="0"/>
              <a:t>After this change, most of Bob’s Balance re quests run in parallel with each other and finish more quickly. The lock is available for more of the time, and Deposit requests can proceed in a timely manner</a:t>
            </a:r>
          </a:p>
          <a:p>
            <a:r>
              <a:rPr lang="en-US" dirty="0" err="1"/>
              <a:t>RLock</a:t>
            </a:r>
            <a:r>
              <a:rPr lang="en-US" dirty="0"/>
              <a:t> can be used only if there are no writes to shared variables in the critical section</a:t>
            </a:r>
          </a:p>
          <a:p>
            <a:endParaRPr lang="en-US" dirty="0"/>
          </a:p>
        </p:txBody>
      </p:sp>
    </p:spTree>
    <p:extLst>
      <p:ext uri="{BB962C8B-B14F-4D97-AF65-F5344CB8AC3E}">
        <p14:creationId xmlns:p14="http://schemas.microsoft.com/office/powerpoint/2010/main" val="825831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F68ED-16B2-A332-F7F8-1B876FA8B3ED}"/>
              </a:ext>
            </a:extLst>
          </p:cNvPr>
          <p:cNvSpPr>
            <a:spLocks noGrp="1"/>
          </p:cNvSpPr>
          <p:nvPr>
            <p:ph type="title"/>
          </p:nvPr>
        </p:nvSpPr>
        <p:spPr/>
        <p:txBody>
          <a:bodyPr/>
          <a:lstStyle/>
          <a:p>
            <a:r>
              <a:rPr lang="en-US" dirty="0"/>
              <a:t>Memory Synchronization</a:t>
            </a:r>
          </a:p>
        </p:txBody>
      </p:sp>
      <p:sp>
        <p:nvSpPr>
          <p:cNvPr id="3" name="Content Placeholder 2">
            <a:extLst>
              <a:ext uri="{FF2B5EF4-FFF2-40B4-BE49-F238E27FC236}">
                <a16:creationId xmlns:a16="http://schemas.microsoft.com/office/drawing/2014/main" id="{7039254E-4D37-9EB1-357D-8B4FB4DE5AC8}"/>
              </a:ext>
            </a:extLst>
          </p:cNvPr>
          <p:cNvSpPr>
            <a:spLocks noGrp="1"/>
          </p:cNvSpPr>
          <p:nvPr>
            <p:ph idx="1"/>
          </p:nvPr>
        </p:nvSpPr>
        <p:spPr/>
        <p:txBody>
          <a:bodyPr>
            <a:normAutofit fontScale="92500"/>
          </a:bodyPr>
          <a:lstStyle/>
          <a:p>
            <a:r>
              <a:rPr lang="en-US" dirty="0"/>
              <a:t>In a modern computer there may be dozens of processors, each with its own local cache of the main memory</a:t>
            </a:r>
          </a:p>
          <a:p>
            <a:r>
              <a:rPr lang="en-US" dirty="0"/>
              <a:t>For efficiency, writes to memory are buffered within each processor and flushed out to main memory only when necessary</a:t>
            </a:r>
          </a:p>
          <a:p>
            <a:r>
              <a:rPr lang="en-US" dirty="0"/>
              <a:t>Synchronization primitives like channel communications and mutex operations cause the processor to flush out and commit all its accumulated writes so that the effects of goroutine execution up to that point are guaranteed to be visible to goroutines running on other processors.</a:t>
            </a:r>
          </a:p>
          <a:p>
            <a:endParaRPr lang="en-US" dirty="0"/>
          </a:p>
        </p:txBody>
      </p:sp>
    </p:spTree>
    <p:extLst>
      <p:ext uri="{BB962C8B-B14F-4D97-AF65-F5344CB8AC3E}">
        <p14:creationId xmlns:p14="http://schemas.microsoft.com/office/powerpoint/2010/main" val="3199163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653281-DD6A-EF61-4D8A-B7FF4EBA1154}"/>
              </a:ext>
            </a:extLst>
          </p:cNvPr>
          <p:cNvPicPr>
            <a:picLocks noGrp="1" noChangeAspect="1"/>
          </p:cNvPicPr>
          <p:nvPr>
            <p:ph idx="1"/>
          </p:nvPr>
        </p:nvPicPr>
        <p:blipFill>
          <a:blip r:embed="rId2"/>
          <a:stretch>
            <a:fillRect/>
          </a:stretch>
        </p:blipFill>
        <p:spPr>
          <a:xfrm>
            <a:off x="1694873" y="1588958"/>
            <a:ext cx="5754254" cy="3077484"/>
          </a:xfrm>
        </p:spPr>
      </p:pic>
    </p:spTree>
    <p:extLst>
      <p:ext uri="{BB962C8B-B14F-4D97-AF65-F5344CB8AC3E}">
        <p14:creationId xmlns:p14="http://schemas.microsoft.com/office/powerpoint/2010/main" val="179525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07AB-C364-65A9-C04C-48450FA0520A}"/>
              </a:ext>
            </a:extLst>
          </p:cNvPr>
          <p:cNvSpPr>
            <a:spLocks noGrp="1"/>
          </p:cNvSpPr>
          <p:nvPr>
            <p:ph type="title"/>
          </p:nvPr>
        </p:nvSpPr>
        <p:spPr/>
        <p:txBody>
          <a:bodyPr/>
          <a:lstStyle/>
          <a:p>
            <a:r>
              <a:rPr lang="en-US" dirty="0"/>
              <a:t>Lazy Initialization: </a:t>
            </a:r>
            <a:r>
              <a:rPr lang="en-US" dirty="0" err="1"/>
              <a:t>sync.Once</a:t>
            </a:r>
            <a:endParaRPr lang="en-US" dirty="0"/>
          </a:p>
        </p:txBody>
      </p:sp>
      <p:sp>
        <p:nvSpPr>
          <p:cNvPr id="3" name="Content Placeholder 2">
            <a:extLst>
              <a:ext uri="{FF2B5EF4-FFF2-40B4-BE49-F238E27FC236}">
                <a16:creationId xmlns:a16="http://schemas.microsoft.com/office/drawing/2014/main" id="{40A9EE2F-1174-502C-FB58-E668F805078F}"/>
              </a:ext>
            </a:extLst>
          </p:cNvPr>
          <p:cNvSpPr>
            <a:spLocks noGrp="1"/>
          </p:cNvSpPr>
          <p:nvPr>
            <p:ph idx="1"/>
          </p:nvPr>
        </p:nvSpPr>
        <p:spPr/>
        <p:txBody>
          <a:bodyPr/>
          <a:lstStyle/>
          <a:p>
            <a:r>
              <a:rPr lang="en-US" dirty="0"/>
              <a:t>Initializing a variable up front increases the start-up latency of a program and is unnecessary if execution doesn’t always reach the par t of the program that uses that variable</a:t>
            </a:r>
          </a:p>
          <a:p>
            <a:endParaRPr lang="en-US" dirty="0"/>
          </a:p>
        </p:txBody>
      </p:sp>
      <p:pic>
        <p:nvPicPr>
          <p:cNvPr id="5" name="Picture 4">
            <a:extLst>
              <a:ext uri="{FF2B5EF4-FFF2-40B4-BE49-F238E27FC236}">
                <a16:creationId xmlns:a16="http://schemas.microsoft.com/office/drawing/2014/main" id="{2EC95407-B3B4-BA82-8DC4-19549DCBE6CF}"/>
              </a:ext>
            </a:extLst>
          </p:cNvPr>
          <p:cNvPicPr>
            <a:picLocks noChangeAspect="1"/>
          </p:cNvPicPr>
          <p:nvPr/>
        </p:nvPicPr>
        <p:blipFill>
          <a:blip r:embed="rId2"/>
          <a:stretch>
            <a:fillRect/>
          </a:stretch>
        </p:blipFill>
        <p:spPr>
          <a:xfrm>
            <a:off x="2842971" y="4033826"/>
            <a:ext cx="3458058" cy="695422"/>
          </a:xfrm>
          <a:prstGeom prst="rect">
            <a:avLst/>
          </a:prstGeom>
        </p:spPr>
      </p:pic>
    </p:spTree>
    <p:extLst>
      <p:ext uri="{BB962C8B-B14F-4D97-AF65-F5344CB8AC3E}">
        <p14:creationId xmlns:p14="http://schemas.microsoft.com/office/powerpoint/2010/main" val="3208523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254505-7A6E-9D54-CD1C-C902CE19CB47}"/>
              </a:ext>
            </a:extLst>
          </p:cNvPr>
          <p:cNvPicPr>
            <a:picLocks noGrp="1" noChangeAspect="1"/>
          </p:cNvPicPr>
          <p:nvPr>
            <p:ph idx="1"/>
          </p:nvPr>
        </p:nvPicPr>
        <p:blipFill>
          <a:blip r:embed="rId2"/>
          <a:stretch>
            <a:fillRect/>
          </a:stretch>
        </p:blipFill>
        <p:spPr>
          <a:xfrm>
            <a:off x="3646006" y="557215"/>
            <a:ext cx="5029902" cy="3315163"/>
          </a:xfrm>
        </p:spPr>
      </p:pic>
      <p:sp>
        <p:nvSpPr>
          <p:cNvPr id="7" name="TextBox 6">
            <a:extLst>
              <a:ext uri="{FF2B5EF4-FFF2-40B4-BE49-F238E27FC236}">
                <a16:creationId xmlns:a16="http://schemas.microsoft.com/office/drawing/2014/main" id="{4130DD9F-AFAA-6BC2-D650-4746593B5895}"/>
              </a:ext>
            </a:extLst>
          </p:cNvPr>
          <p:cNvSpPr txBox="1"/>
          <p:nvPr/>
        </p:nvSpPr>
        <p:spPr>
          <a:xfrm>
            <a:off x="1349115" y="3872378"/>
            <a:ext cx="6951338" cy="2031325"/>
          </a:xfrm>
          <a:prstGeom prst="rect">
            <a:avLst/>
          </a:prstGeom>
          <a:noFill/>
        </p:spPr>
        <p:txBody>
          <a:bodyPr wrap="square">
            <a:spAutoFit/>
          </a:bodyPr>
          <a:lstStyle/>
          <a:p>
            <a:pPr marL="285750" indent="-285750">
              <a:buFont typeface="Arial" panose="020B0604020202020204" pitchFamily="34" charset="0"/>
              <a:buChar char="•"/>
            </a:pPr>
            <a:r>
              <a:rPr lang="en-US" dirty="0"/>
              <a:t>For a variable accessed by only a single Goroutine, we can use the pattern above, but this pattern is not safe if Icon is called concurrently</a:t>
            </a:r>
          </a:p>
          <a:p>
            <a:pPr marL="285750" indent="-285750">
              <a:buFont typeface="Arial" panose="020B0604020202020204" pitchFamily="34" charset="0"/>
              <a:buChar char="•"/>
            </a:pPr>
            <a:r>
              <a:rPr lang="en-US" dirty="0"/>
              <a:t>While the first goroutine is busy loading the icons, another goroutine entering Icon would find the variable still equal to nil, and would also call </a:t>
            </a:r>
            <a:r>
              <a:rPr lang="en-US" dirty="0" err="1"/>
              <a:t>loadIcons</a:t>
            </a:r>
            <a:r>
              <a:rPr lang="en-US"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50399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72F03-BD0A-ED1B-5272-3FAB3A53CDA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CED19DA-D9F4-B43F-08E8-ED00934DA984}"/>
              </a:ext>
            </a:extLst>
          </p:cNvPr>
          <p:cNvPicPr>
            <a:picLocks noGrp="1" noChangeAspect="1"/>
          </p:cNvPicPr>
          <p:nvPr>
            <p:ph idx="1"/>
          </p:nvPr>
        </p:nvPicPr>
        <p:blipFill>
          <a:blip r:embed="rId2"/>
          <a:stretch>
            <a:fillRect/>
          </a:stretch>
        </p:blipFill>
        <p:spPr>
          <a:xfrm>
            <a:off x="2685705" y="3628920"/>
            <a:ext cx="4934639" cy="1505160"/>
          </a:xfrm>
        </p:spPr>
      </p:pic>
      <p:sp>
        <p:nvSpPr>
          <p:cNvPr id="7" name="TextBox 6">
            <a:extLst>
              <a:ext uri="{FF2B5EF4-FFF2-40B4-BE49-F238E27FC236}">
                <a16:creationId xmlns:a16="http://schemas.microsoft.com/office/drawing/2014/main" id="{4EDBBF1E-C82E-FC2D-12F4-925190F8277F}"/>
              </a:ext>
            </a:extLst>
          </p:cNvPr>
          <p:cNvSpPr txBox="1"/>
          <p:nvPr/>
        </p:nvSpPr>
        <p:spPr>
          <a:xfrm>
            <a:off x="3485213" y="5211886"/>
            <a:ext cx="4572000" cy="923330"/>
          </a:xfrm>
          <a:prstGeom prst="rect">
            <a:avLst/>
          </a:prstGeom>
          <a:noFill/>
        </p:spPr>
        <p:txBody>
          <a:bodyPr wrap="square">
            <a:spAutoFit/>
          </a:bodyPr>
          <a:lstStyle/>
          <a:p>
            <a:r>
              <a:rPr lang="en-US" dirty="0"/>
              <a:t>Consequently, a goroutine finding icons to be non-nil may not assume that the initialization</a:t>
            </a:r>
          </a:p>
          <a:p>
            <a:r>
              <a:rPr lang="en-US" dirty="0"/>
              <a:t>of the variable is complete.</a:t>
            </a:r>
          </a:p>
        </p:txBody>
      </p:sp>
    </p:spTree>
    <p:extLst>
      <p:ext uri="{BB962C8B-B14F-4D97-AF65-F5344CB8AC3E}">
        <p14:creationId xmlns:p14="http://schemas.microsoft.com/office/powerpoint/2010/main" val="2512477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231D2-5EA0-5051-4895-8F9F5904DF66}"/>
              </a:ext>
            </a:extLst>
          </p:cNvPr>
          <p:cNvSpPr>
            <a:spLocks noGrp="1"/>
          </p:cNvSpPr>
          <p:nvPr>
            <p:ph type="title"/>
          </p:nvPr>
        </p:nvSpPr>
        <p:spPr/>
        <p:txBody>
          <a:bodyPr/>
          <a:lstStyle/>
          <a:p>
            <a:r>
              <a:rPr lang="en-US" dirty="0"/>
              <a:t>Correct ways</a:t>
            </a:r>
          </a:p>
        </p:txBody>
      </p:sp>
      <p:sp>
        <p:nvSpPr>
          <p:cNvPr id="3" name="Content Placeholder 2">
            <a:extLst>
              <a:ext uri="{FF2B5EF4-FFF2-40B4-BE49-F238E27FC236}">
                <a16:creationId xmlns:a16="http://schemas.microsoft.com/office/drawing/2014/main" id="{FCA768B8-2AAB-6453-544F-D245B9031A5E}"/>
              </a:ext>
            </a:extLst>
          </p:cNvPr>
          <p:cNvSpPr>
            <a:spLocks noGrp="1"/>
          </p:cNvSpPr>
          <p:nvPr>
            <p:ph idx="1"/>
          </p:nvPr>
        </p:nvSpPr>
        <p:spPr/>
        <p:txBody>
          <a:bodyPr>
            <a:normAutofit fontScale="92500" lnSpcReduction="20000"/>
          </a:bodyPr>
          <a:lstStyle/>
          <a:p>
            <a:pPr marL="0" indent="0">
              <a:buNone/>
            </a:pPr>
            <a:r>
              <a:rPr lang="en-US" dirty="0"/>
              <a:t>var mu </a:t>
            </a:r>
            <a:r>
              <a:rPr lang="en-US" dirty="0" err="1"/>
              <a:t>sync.Mutex</a:t>
            </a:r>
            <a:r>
              <a:rPr lang="en-US" dirty="0"/>
              <a:t> // guards icons</a:t>
            </a:r>
          </a:p>
          <a:p>
            <a:pPr marL="0" indent="0">
              <a:buNone/>
            </a:pPr>
            <a:r>
              <a:rPr lang="en-US" dirty="0"/>
              <a:t>var icons map[string]</a:t>
            </a:r>
            <a:r>
              <a:rPr lang="en-US" dirty="0" err="1"/>
              <a:t>image.Image</a:t>
            </a:r>
            <a:endParaRPr lang="en-US" dirty="0"/>
          </a:p>
          <a:p>
            <a:pPr marL="0" indent="0">
              <a:buNone/>
            </a:pPr>
            <a:r>
              <a:rPr lang="en-US" dirty="0"/>
              <a:t>// Concurrency-safe.</a:t>
            </a:r>
          </a:p>
          <a:p>
            <a:pPr marL="0" indent="0">
              <a:buNone/>
            </a:pPr>
            <a:r>
              <a:rPr lang="en-US" dirty="0" err="1"/>
              <a:t>func</a:t>
            </a:r>
            <a:r>
              <a:rPr lang="en-US" dirty="0"/>
              <a:t> Icon(name string) </a:t>
            </a:r>
            <a:r>
              <a:rPr lang="en-US" dirty="0" err="1"/>
              <a:t>image.Image</a:t>
            </a:r>
            <a:r>
              <a:rPr lang="en-US" dirty="0"/>
              <a:t> {</a:t>
            </a:r>
          </a:p>
          <a:p>
            <a:pPr marL="0" indent="0">
              <a:buNone/>
            </a:pPr>
            <a:r>
              <a:rPr lang="en-US" dirty="0" err="1"/>
              <a:t>mu.Lock</a:t>
            </a:r>
            <a:r>
              <a:rPr lang="en-US" dirty="0"/>
              <a:t>()</a:t>
            </a:r>
          </a:p>
          <a:p>
            <a:pPr marL="0" indent="0">
              <a:buNone/>
            </a:pPr>
            <a:r>
              <a:rPr lang="en-US" dirty="0"/>
              <a:t>defer </a:t>
            </a:r>
            <a:r>
              <a:rPr lang="en-US" dirty="0" err="1"/>
              <a:t>mu.Unlock</a:t>
            </a:r>
            <a:r>
              <a:rPr lang="en-US" dirty="0"/>
              <a:t>()</a:t>
            </a:r>
          </a:p>
          <a:p>
            <a:pPr marL="0" indent="0">
              <a:buNone/>
            </a:pPr>
            <a:r>
              <a:rPr lang="en-US" dirty="0"/>
              <a:t>if icons == nil {</a:t>
            </a:r>
          </a:p>
          <a:p>
            <a:pPr marL="0" indent="0">
              <a:buNone/>
            </a:pPr>
            <a:r>
              <a:rPr lang="en-US" dirty="0" err="1"/>
              <a:t>loadIcons</a:t>
            </a:r>
            <a:r>
              <a:rPr lang="en-US" dirty="0"/>
              <a:t>()</a:t>
            </a:r>
          </a:p>
          <a:p>
            <a:pPr marL="0" indent="0">
              <a:buNone/>
            </a:pPr>
            <a:r>
              <a:rPr lang="en-US" dirty="0"/>
              <a:t>}</a:t>
            </a:r>
          </a:p>
          <a:p>
            <a:pPr marL="0" indent="0">
              <a:buNone/>
            </a:pPr>
            <a:r>
              <a:rPr lang="en-US" dirty="0"/>
              <a:t>return icons[name]</a:t>
            </a:r>
          </a:p>
          <a:p>
            <a:pPr marL="0" indent="0">
              <a:buNone/>
            </a:pPr>
            <a:r>
              <a:rPr lang="en-US" dirty="0"/>
              <a:t>}</a:t>
            </a:r>
          </a:p>
        </p:txBody>
      </p:sp>
    </p:spTree>
    <p:extLst>
      <p:ext uri="{BB962C8B-B14F-4D97-AF65-F5344CB8AC3E}">
        <p14:creationId xmlns:p14="http://schemas.microsoft.com/office/powerpoint/2010/main" val="3773666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FFC5-F7A5-6A61-4CD5-9039BC53F80C}"/>
              </a:ext>
            </a:extLst>
          </p:cNvPr>
          <p:cNvSpPr>
            <a:spLocks noGrp="1"/>
          </p:cNvSpPr>
          <p:nvPr>
            <p:ph type="title"/>
          </p:nvPr>
        </p:nvSpPr>
        <p:spPr/>
        <p:txBody>
          <a:bodyPr/>
          <a:lstStyle/>
          <a:p>
            <a:r>
              <a:rPr lang="en-US" dirty="0"/>
              <a:t>The Race Detector</a:t>
            </a:r>
          </a:p>
        </p:txBody>
      </p:sp>
      <p:sp>
        <p:nvSpPr>
          <p:cNvPr id="3" name="Content Placeholder 2">
            <a:extLst>
              <a:ext uri="{FF2B5EF4-FFF2-40B4-BE49-F238E27FC236}">
                <a16:creationId xmlns:a16="http://schemas.microsoft.com/office/drawing/2014/main" id="{610995E0-0B9E-F4CC-89F7-08D087C4A4AB}"/>
              </a:ext>
            </a:extLst>
          </p:cNvPr>
          <p:cNvSpPr>
            <a:spLocks noGrp="1"/>
          </p:cNvSpPr>
          <p:nvPr>
            <p:ph idx="1"/>
          </p:nvPr>
        </p:nvSpPr>
        <p:spPr/>
        <p:txBody>
          <a:bodyPr/>
          <a:lstStyle/>
          <a:p>
            <a:r>
              <a:rPr lang="en-US" dirty="0"/>
              <a:t>Even with the greatest of care, it’s all too easy to make concurrency mistakes. Fortunately, the Go runtime and toolchain are equipped with a sophisticated and easy-to-use dynamic analysis tool, the race detector.</a:t>
            </a:r>
          </a:p>
          <a:p>
            <a:r>
              <a:rPr lang="en-US" dirty="0"/>
              <a:t>Just add the -race flag to your go build, go run, or go test command.</a:t>
            </a:r>
          </a:p>
          <a:p>
            <a:endParaRPr lang="en-US" dirty="0"/>
          </a:p>
          <a:p>
            <a:endParaRPr lang="en-US" dirty="0"/>
          </a:p>
        </p:txBody>
      </p:sp>
    </p:spTree>
    <p:extLst>
      <p:ext uri="{BB962C8B-B14F-4D97-AF65-F5344CB8AC3E}">
        <p14:creationId xmlns:p14="http://schemas.microsoft.com/office/powerpoint/2010/main" val="3509675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1033-266E-2A2F-CA2D-D97B7C990F71}"/>
              </a:ext>
            </a:extLst>
          </p:cNvPr>
          <p:cNvSpPr>
            <a:spLocks noGrp="1"/>
          </p:cNvSpPr>
          <p:nvPr>
            <p:ph type="title"/>
          </p:nvPr>
        </p:nvSpPr>
        <p:spPr/>
        <p:txBody>
          <a:bodyPr/>
          <a:lstStyle/>
          <a:p>
            <a:r>
              <a:rPr lang="en-US" dirty="0"/>
              <a:t> Goroutines and Threads</a:t>
            </a:r>
            <a:br>
              <a:rPr lang="en-US" dirty="0"/>
            </a:br>
            <a:r>
              <a:rPr lang="en-US" dirty="0"/>
              <a:t>Growable Stacks</a:t>
            </a:r>
          </a:p>
        </p:txBody>
      </p:sp>
      <p:sp>
        <p:nvSpPr>
          <p:cNvPr id="3" name="Content Placeholder 2">
            <a:extLst>
              <a:ext uri="{FF2B5EF4-FFF2-40B4-BE49-F238E27FC236}">
                <a16:creationId xmlns:a16="http://schemas.microsoft.com/office/drawing/2014/main" id="{BF8ADD34-F820-81CF-BBE8-F5D17A29953E}"/>
              </a:ext>
            </a:extLst>
          </p:cNvPr>
          <p:cNvSpPr>
            <a:spLocks noGrp="1"/>
          </p:cNvSpPr>
          <p:nvPr>
            <p:ph idx="1"/>
          </p:nvPr>
        </p:nvSpPr>
        <p:spPr/>
        <p:txBody>
          <a:bodyPr>
            <a:normAutofit lnSpcReduction="10000"/>
          </a:bodyPr>
          <a:lstStyle/>
          <a:p>
            <a:r>
              <a:rPr lang="en-US" dirty="0"/>
              <a:t>Each OS thread has a fixed-size block of memory (often as large as 2MB) for its stack, the work area where it saves the local variables of function calls that are in progress or temporarily suspended while another function is called</a:t>
            </a:r>
          </a:p>
          <a:p>
            <a:r>
              <a:rPr lang="en-US" dirty="0"/>
              <a:t>In contrast, a goroutine starts life wit h a small stack, typically 2KB</a:t>
            </a:r>
          </a:p>
          <a:p>
            <a:r>
              <a:rPr lang="en-US" dirty="0"/>
              <a:t>A goroutine’s stack, like the stack of an OS thread, holds the local variables of active and suspended function calls, but unlike an OS thread, a goroutine’s stack is not fixe d; it grows and shrinks as needed</a:t>
            </a:r>
          </a:p>
        </p:txBody>
      </p:sp>
    </p:spTree>
    <p:extLst>
      <p:ext uri="{BB962C8B-B14F-4D97-AF65-F5344CB8AC3E}">
        <p14:creationId xmlns:p14="http://schemas.microsoft.com/office/powerpoint/2010/main" val="2106256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21DDF2-92D9-A133-9CC5-3CF87CC87CC1}"/>
              </a:ext>
            </a:extLst>
          </p:cNvPr>
          <p:cNvSpPr>
            <a:spLocks noGrp="1"/>
          </p:cNvSpPr>
          <p:nvPr>
            <p:ph type="title"/>
          </p:nvPr>
        </p:nvSpPr>
        <p:spPr/>
        <p:txBody>
          <a:bodyPr/>
          <a:lstStyle/>
          <a:p>
            <a:r>
              <a:rPr lang="en-US" dirty="0"/>
              <a:t>Project Progress</a:t>
            </a:r>
          </a:p>
        </p:txBody>
      </p:sp>
      <p:sp>
        <p:nvSpPr>
          <p:cNvPr id="5" name="Text Placeholder 4">
            <a:extLst>
              <a:ext uri="{FF2B5EF4-FFF2-40B4-BE49-F238E27FC236}">
                <a16:creationId xmlns:a16="http://schemas.microsoft.com/office/drawing/2014/main" id="{9580583B-9F5E-412C-18D6-A5392455503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74990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a:latin typeface="Arial"/>
                <a:ea typeface="Open Sans"/>
                <a:cs typeface="Times New Roman" panose="02020603050405020304" pitchFamily="18" charset="0"/>
              </a:rPr>
              <a:t>https://www.golangprograms.com/go-language/concurrency.html</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2007</TotalTime>
  <Words>1110</Words>
  <Application>Microsoft Office PowerPoint</Application>
  <PresentationFormat>On-screen Show (4:3)</PresentationFormat>
  <Paragraphs>64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Open Sans</vt:lpstr>
      <vt:lpstr>Symbol</vt:lpstr>
      <vt:lpstr>Template PPT 2015</vt:lpstr>
      <vt:lpstr>Popular Programming Tech</vt:lpstr>
      <vt:lpstr>Learning Objective</vt:lpstr>
      <vt:lpstr>Outline</vt:lpstr>
      <vt:lpstr>PowerPoint Presentation</vt:lpstr>
      <vt:lpstr>Race Conditions</vt:lpstr>
      <vt:lpstr> Mutual Exclusion: sync.Mutex</vt:lpstr>
      <vt:lpstr>PowerPoint Presentation</vt:lpstr>
      <vt:lpstr>Read/Write Mutexes: sync.RWMutex</vt:lpstr>
      <vt:lpstr>PowerPoint Presentation</vt:lpstr>
      <vt:lpstr>PowerPoint Presentation</vt:lpstr>
      <vt:lpstr>Memory Synchronization</vt:lpstr>
      <vt:lpstr>PowerPoint Presentation</vt:lpstr>
      <vt:lpstr>Lazy Initialization: sync.Once</vt:lpstr>
      <vt:lpstr>PowerPoint Presentation</vt:lpstr>
      <vt:lpstr>PowerPoint Presentation</vt:lpstr>
      <vt:lpstr>Correct ways</vt:lpstr>
      <vt:lpstr>The Race Detector</vt:lpstr>
      <vt:lpstr> Goroutines and Threads Growable Stacks</vt:lpstr>
      <vt:lpstr>Project Progress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503</cp:revision>
  <dcterms:created xsi:type="dcterms:W3CDTF">2015-05-04T03:33:03Z</dcterms:created>
  <dcterms:modified xsi:type="dcterms:W3CDTF">2023-01-02T09:32:25Z</dcterms:modified>
</cp:coreProperties>
</file>