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8" r:id="rId2"/>
    <p:sldId id="288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289" r:id="rId23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27C0728-BFBA-4018-A895-7E45D940962F}">
          <p14:sldIdLst>
            <p14:sldId id="258"/>
          </p14:sldIdLst>
        </p14:section>
        <p14:section name="COURSE CONTENT" id="{F4927CBE-FA17-46D1-BAAE-887D0AF2CCBF}">
          <p14:sldIdLst>
            <p14:sldId id="288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REFERENCE" id="{82098E28-DACF-4424-86A1-E861B2DCC6FF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F15"/>
    <a:srgbClr val="008FD5"/>
    <a:srgbClr val="F7F7F7"/>
    <a:srgbClr val="558FD5"/>
    <a:srgbClr val="0079B8"/>
    <a:srgbClr val="0081BD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63448D-0BC1-4789-8E3D-BB03E32C2A15}" v="2" dt="2023-01-02T04:38:05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sti Pangestu" userId="S::gusti.pangestu@binus.ac.id::7768735c-5c0d-4d9b-b550-ead0b3c82a30" providerId="AD" clId="Web-{545CF8EE-C950-CF5E-EA51-348C50644DAE}"/>
    <pc:docChg chg="delSld modSection">
      <pc:chgData name="Gusti Pangestu" userId="S::gusti.pangestu@binus.ac.id::7768735c-5c0d-4d9b-b550-ead0b3c82a30" providerId="AD" clId="Web-{545CF8EE-C950-CF5E-EA51-348C50644DAE}" dt="2022-11-02T09:50:50.443" v="7"/>
      <pc:docMkLst>
        <pc:docMk/>
      </pc:docMkLst>
      <pc:sldChg chg="del">
        <pc:chgData name="Gusti Pangestu" userId="S::gusti.pangestu@binus.ac.id::7768735c-5c0d-4d9b-b550-ead0b3c82a30" providerId="AD" clId="Web-{545CF8EE-C950-CF5E-EA51-348C50644DAE}" dt="2022-11-02T09:50:50.443" v="7"/>
        <pc:sldMkLst>
          <pc:docMk/>
          <pc:sldMk cId="2466898216" sldId="291"/>
        </pc:sldMkLst>
      </pc:sldChg>
      <pc:sldChg chg="del">
        <pc:chgData name="Gusti Pangestu" userId="S::gusti.pangestu@binus.ac.id::7768735c-5c0d-4d9b-b550-ead0b3c82a30" providerId="AD" clId="Web-{545CF8EE-C950-CF5E-EA51-348C50644DAE}" dt="2022-11-02T09:50:50.443" v="6"/>
        <pc:sldMkLst>
          <pc:docMk/>
          <pc:sldMk cId="3525839078" sldId="292"/>
        </pc:sldMkLst>
      </pc:sldChg>
      <pc:sldChg chg="del">
        <pc:chgData name="Gusti Pangestu" userId="S::gusti.pangestu@binus.ac.id::7768735c-5c0d-4d9b-b550-ead0b3c82a30" providerId="AD" clId="Web-{545CF8EE-C950-CF5E-EA51-348C50644DAE}" dt="2022-11-02T09:50:50.443" v="5"/>
        <pc:sldMkLst>
          <pc:docMk/>
          <pc:sldMk cId="4076145057" sldId="293"/>
        </pc:sldMkLst>
      </pc:sldChg>
      <pc:sldChg chg="del">
        <pc:chgData name="Gusti Pangestu" userId="S::gusti.pangestu@binus.ac.id::7768735c-5c0d-4d9b-b550-ead0b3c82a30" providerId="AD" clId="Web-{545CF8EE-C950-CF5E-EA51-348C50644DAE}" dt="2022-11-02T09:50:50.443" v="4"/>
        <pc:sldMkLst>
          <pc:docMk/>
          <pc:sldMk cId="1654806926" sldId="294"/>
        </pc:sldMkLst>
      </pc:sldChg>
      <pc:sldChg chg="del">
        <pc:chgData name="Gusti Pangestu" userId="S::gusti.pangestu@binus.ac.id::7768735c-5c0d-4d9b-b550-ead0b3c82a30" providerId="AD" clId="Web-{545CF8EE-C950-CF5E-EA51-348C50644DAE}" dt="2022-11-02T09:50:50.443" v="3"/>
        <pc:sldMkLst>
          <pc:docMk/>
          <pc:sldMk cId="1695190657" sldId="295"/>
        </pc:sldMkLst>
      </pc:sldChg>
      <pc:sldChg chg="del">
        <pc:chgData name="Gusti Pangestu" userId="S::gusti.pangestu@binus.ac.id::7768735c-5c0d-4d9b-b550-ead0b3c82a30" providerId="AD" clId="Web-{545CF8EE-C950-CF5E-EA51-348C50644DAE}" dt="2022-11-02T09:50:50.443" v="2"/>
        <pc:sldMkLst>
          <pc:docMk/>
          <pc:sldMk cId="1038788887" sldId="296"/>
        </pc:sldMkLst>
      </pc:sldChg>
      <pc:sldChg chg="del">
        <pc:chgData name="Gusti Pangestu" userId="S::gusti.pangestu@binus.ac.id::7768735c-5c0d-4d9b-b550-ead0b3c82a30" providerId="AD" clId="Web-{545CF8EE-C950-CF5E-EA51-348C50644DAE}" dt="2022-11-02T09:50:50.443" v="1"/>
        <pc:sldMkLst>
          <pc:docMk/>
          <pc:sldMk cId="1449165949" sldId="297"/>
        </pc:sldMkLst>
      </pc:sldChg>
      <pc:sldChg chg="del">
        <pc:chgData name="Gusti Pangestu" userId="S::gusti.pangestu@binus.ac.id::7768735c-5c0d-4d9b-b550-ead0b3c82a30" providerId="AD" clId="Web-{545CF8EE-C950-CF5E-EA51-348C50644DAE}" dt="2022-11-02T09:50:50.443" v="0"/>
        <pc:sldMkLst>
          <pc:docMk/>
          <pc:sldMk cId="1604491517" sldId="298"/>
        </pc:sldMkLst>
      </pc:sldChg>
    </pc:docChg>
  </pc:docChgLst>
  <pc:docChgLst>
    <pc:chgData name="Gusti Pangestu" userId="S::gusti.pangestu@binus.ac.id::7768735c-5c0d-4d9b-b550-ead0b3c82a30" providerId="AD" clId="Web-{4A07B62D-5FC8-B8E7-56D8-8F436EB36271}"/>
    <pc:docChg chg="addSld delSld modSld modSection">
      <pc:chgData name="Gusti Pangestu" userId="S::gusti.pangestu@binus.ac.id::7768735c-5c0d-4d9b-b550-ead0b3c82a30" providerId="AD" clId="Web-{4A07B62D-5FC8-B8E7-56D8-8F436EB36271}" dt="2022-10-27T04:20:36.460" v="197" actId="20577"/>
      <pc:docMkLst>
        <pc:docMk/>
      </pc:docMkLst>
      <pc:sldChg chg="modSp">
        <pc:chgData name="Gusti Pangestu" userId="S::gusti.pangestu@binus.ac.id::7768735c-5c0d-4d9b-b550-ead0b3c82a30" providerId="AD" clId="Web-{4A07B62D-5FC8-B8E7-56D8-8F436EB36271}" dt="2022-10-27T03:33:00.608" v="67" actId="20577"/>
        <pc:sldMkLst>
          <pc:docMk/>
          <pc:sldMk cId="109857222" sldId="258"/>
        </pc:sldMkLst>
        <pc:spChg chg="mod">
          <ac:chgData name="Gusti Pangestu" userId="S::gusti.pangestu@binus.ac.id::7768735c-5c0d-4d9b-b550-ead0b3c82a30" providerId="AD" clId="Web-{4A07B62D-5FC8-B8E7-56D8-8F436EB36271}" dt="2022-10-27T03:32:47.155" v="55" actId="20577"/>
          <ac:spMkLst>
            <pc:docMk/>
            <pc:sldMk cId="109857222" sldId="258"/>
            <ac:spMk id="2" creationId="{00000000-0000-0000-0000-000000000000}"/>
          </ac:spMkLst>
        </pc:spChg>
        <pc:spChg chg="mod">
          <ac:chgData name="Gusti Pangestu" userId="S::gusti.pangestu@binus.ac.id::7768735c-5c0d-4d9b-b550-ead0b3c82a30" providerId="AD" clId="Web-{4A07B62D-5FC8-B8E7-56D8-8F436EB36271}" dt="2022-10-27T03:33:00.608" v="67" actId="20577"/>
          <ac:spMkLst>
            <pc:docMk/>
            <pc:sldMk cId="109857222" sldId="258"/>
            <ac:spMk id="3" creationId="{00000000-0000-0000-0000-000000000000}"/>
          </ac:spMkLst>
        </pc:spChg>
      </pc:sldChg>
      <pc:sldChg chg="del">
        <pc:chgData name="Gusti Pangestu" userId="S::gusti.pangestu@binus.ac.id::7768735c-5c0d-4d9b-b550-ead0b3c82a30" providerId="AD" clId="Web-{4A07B62D-5FC8-B8E7-56D8-8F436EB36271}" dt="2022-10-27T03:32:17.654" v="28"/>
        <pc:sldMkLst>
          <pc:docMk/>
          <pc:sldMk cId="1744550803" sldId="259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654" v="27"/>
        <pc:sldMkLst>
          <pc:docMk/>
          <pc:sldMk cId="2444400246" sldId="260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623" v="26"/>
        <pc:sldMkLst>
          <pc:docMk/>
          <pc:sldMk cId="3227208170" sldId="261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623" v="25"/>
        <pc:sldMkLst>
          <pc:docMk/>
          <pc:sldMk cId="3586522301" sldId="262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91" v="24"/>
        <pc:sldMkLst>
          <pc:docMk/>
          <pc:sldMk cId="1358273460" sldId="263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91" v="23"/>
        <pc:sldMkLst>
          <pc:docMk/>
          <pc:sldMk cId="4186271631" sldId="264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91" v="22"/>
        <pc:sldMkLst>
          <pc:docMk/>
          <pc:sldMk cId="640388395" sldId="265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60" v="21"/>
        <pc:sldMkLst>
          <pc:docMk/>
          <pc:sldMk cId="2731352854" sldId="266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60" v="20"/>
        <pc:sldMkLst>
          <pc:docMk/>
          <pc:sldMk cId="2491614461" sldId="267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60" v="19"/>
        <pc:sldMkLst>
          <pc:docMk/>
          <pc:sldMk cId="2148684292" sldId="268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45" v="18"/>
        <pc:sldMkLst>
          <pc:docMk/>
          <pc:sldMk cId="3556607782" sldId="269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45" v="17"/>
        <pc:sldMkLst>
          <pc:docMk/>
          <pc:sldMk cId="1547233532" sldId="270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45" v="16"/>
        <pc:sldMkLst>
          <pc:docMk/>
          <pc:sldMk cId="536712598" sldId="271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45" v="15"/>
        <pc:sldMkLst>
          <pc:docMk/>
          <pc:sldMk cId="871585317" sldId="272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45" v="14"/>
        <pc:sldMkLst>
          <pc:docMk/>
          <pc:sldMk cId="2571191043" sldId="273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45" v="13"/>
        <pc:sldMkLst>
          <pc:docMk/>
          <pc:sldMk cId="3225170664" sldId="274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45" v="12"/>
        <pc:sldMkLst>
          <pc:docMk/>
          <pc:sldMk cId="785895188" sldId="275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29" v="11"/>
        <pc:sldMkLst>
          <pc:docMk/>
          <pc:sldMk cId="4271303309" sldId="276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29" v="10"/>
        <pc:sldMkLst>
          <pc:docMk/>
          <pc:sldMk cId="2117260491" sldId="277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29" v="9"/>
        <pc:sldMkLst>
          <pc:docMk/>
          <pc:sldMk cId="1015955173" sldId="278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8"/>
        <pc:sldMkLst>
          <pc:docMk/>
          <pc:sldMk cId="344992624" sldId="279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7"/>
        <pc:sldMkLst>
          <pc:docMk/>
          <pc:sldMk cId="90282252" sldId="280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6"/>
        <pc:sldMkLst>
          <pc:docMk/>
          <pc:sldMk cId="3410787883" sldId="281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5"/>
        <pc:sldMkLst>
          <pc:docMk/>
          <pc:sldMk cId="1227478321" sldId="282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4"/>
        <pc:sldMkLst>
          <pc:docMk/>
          <pc:sldMk cId="292231376" sldId="283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3"/>
        <pc:sldMkLst>
          <pc:docMk/>
          <pc:sldMk cId="2152450951" sldId="284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2"/>
        <pc:sldMkLst>
          <pc:docMk/>
          <pc:sldMk cId="2554036173" sldId="285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1"/>
        <pc:sldMkLst>
          <pc:docMk/>
          <pc:sldMk cId="1741353849" sldId="286"/>
        </pc:sldMkLst>
      </pc:sldChg>
      <pc:sldChg chg="del">
        <pc:chgData name="Gusti Pangestu" userId="S::gusti.pangestu@binus.ac.id::7768735c-5c0d-4d9b-b550-ead0b3c82a30" providerId="AD" clId="Web-{4A07B62D-5FC8-B8E7-56D8-8F436EB36271}" dt="2022-10-27T03:32:17.513" v="0"/>
        <pc:sldMkLst>
          <pc:docMk/>
          <pc:sldMk cId="2486734919" sldId="287"/>
        </pc:sldMkLst>
      </pc:sldChg>
      <pc:sldChg chg="modSp">
        <pc:chgData name="Gusti Pangestu" userId="S::gusti.pangestu@binus.ac.id::7768735c-5c0d-4d9b-b550-ead0b3c82a30" providerId="AD" clId="Web-{4A07B62D-5FC8-B8E7-56D8-8F436EB36271}" dt="2022-10-27T04:20:36.460" v="197" actId="20577"/>
        <pc:sldMkLst>
          <pc:docMk/>
          <pc:sldMk cId="1365886943" sldId="289"/>
        </pc:sldMkLst>
        <pc:spChg chg="mod">
          <ac:chgData name="Gusti Pangestu" userId="S::gusti.pangestu@binus.ac.id::7768735c-5c0d-4d9b-b550-ead0b3c82a30" providerId="AD" clId="Web-{4A07B62D-5FC8-B8E7-56D8-8F436EB36271}" dt="2022-10-27T04:20:36.460" v="197" actId="20577"/>
          <ac:spMkLst>
            <pc:docMk/>
            <pc:sldMk cId="1365886943" sldId="289"/>
            <ac:spMk id="5" creationId="{BFC9FBC7-A7B5-44F5-875A-9C78EE947DD2}"/>
          </ac:spMkLst>
        </pc:spChg>
      </pc:sldChg>
      <pc:sldChg chg="modSp new">
        <pc:chgData name="Gusti Pangestu" userId="S::gusti.pangestu@binus.ac.id::7768735c-5c0d-4d9b-b550-ead0b3c82a30" providerId="AD" clId="Web-{4A07B62D-5FC8-B8E7-56D8-8F436EB36271}" dt="2022-10-27T03:33:38.797" v="76" actId="20577"/>
        <pc:sldMkLst>
          <pc:docMk/>
          <pc:sldMk cId="1545682022" sldId="290"/>
        </pc:sldMkLst>
        <pc:spChg chg="mod">
          <ac:chgData name="Gusti Pangestu" userId="S::gusti.pangestu@binus.ac.id::7768735c-5c0d-4d9b-b550-ead0b3c82a30" providerId="AD" clId="Web-{4A07B62D-5FC8-B8E7-56D8-8F436EB36271}" dt="2022-10-27T03:33:24.281" v="73" actId="20577"/>
          <ac:spMkLst>
            <pc:docMk/>
            <pc:sldMk cId="1545682022" sldId="290"/>
            <ac:spMk id="2" creationId="{0D127130-CB93-C8BE-7021-F7979E8208C3}"/>
          </ac:spMkLst>
        </pc:spChg>
        <pc:spChg chg="mod">
          <ac:chgData name="Gusti Pangestu" userId="S::gusti.pangestu@binus.ac.id::7768735c-5c0d-4d9b-b550-ead0b3c82a30" providerId="AD" clId="Web-{4A07B62D-5FC8-B8E7-56D8-8F436EB36271}" dt="2022-10-27T03:33:38.797" v="76" actId="20577"/>
          <ac:spMkLst>
            <pc:docMk/>
            <pc:sldMk cId="1545682022" sldId="290"/>
            <ac:spMk id="3" creationId="{CFBE6DC7-A61F-27FA-B9A7-7018AFBF0075}"/>
          </ac:spMkLst>
        </pc:spChg>
      </pc:sldChg>
      <pc:sldChg chg="modSp new mod modClrScheme chgLayout">
        <pc:chgData name="Gusti Pangestu" userId="S::gusti.pangestu@binus.ac.id::7768735c-5c0d-4d9b-b550-ead0b3c82a30" providerId="AD" clId="Web-{4A07B62D-5FC8-B8E7-56D8-8F436EB36271}" dt="2022-10-27T03:33:55.203" v="83" actId="20577"/>
        <pc:sldMkLst>
          <pc:docMk/>
          <pc:sldMk cId="2466898216" sldId="291"/>
        </pc:sldMkLst>
        <pc:spChg chg="mod ord">
          <ac:chgData name="Gusti Pangestu" userId="S::gusti.pangestu@binus.ac.id::7768735c-5c0d-4d9b-b550-ead0b3c82a30" providerId="AD" clId="Web-{4A07B62D-5FC8-B8E7-56D8-8F436EB36271}" dt="2022-10-27T03:33:55.203" v="83" actId="20577"/>
          <ac:spMkLst>
            <pc:docMk/>
            <pc:sldMk cId="2466898216" sldId="291"/>
            <ac:spMk id="2" creationId="{1DA5B708-FC9B-00A9-922A-708391EAA17E}"/>
          </ac:spMkLst>
        </pc:spChg>
        <pc:spChg chg="mod ord">
          <ac:chgData name="Gusti Pangestu" userId="S::gusti.pangestu@binus.ac.id::7768735c-5c0d-4d9b-b550-ead0b3c82a30" providerId="AD" clId="Web-{4A07B62D-5FC8-B8E7-56D8-8F436EB36271}" dt="2022-10-27T03:33:48.531" v="78"/>
          <ac:spMkLst>
            <pc:docMk/>
            <pc:sldMk cId="2466898216" sldId="291"/>
            <ac:spMk id="3" creationId="{37081DDC-E11D-4A37-319D-F18FF771B1D3}"/>
          </ac:spMkLst>
        </pc:spChg>
      </pc:sldChg>
      <pc:sldChg chg="modSp new mod modClrScheme chgLayout">
        <pc:chgData name="Gusti Pangestu" userId="S::gusti.pangestu@binus.ac.id::7768735c-5c0d-4d9b-b550-ead0b3c82a30" providerId="AD" clId="Web-{4A07B62D-5FC8-B8E7-56D8-8F436EB36271}" dt="2022-10-27T03:34:48.205" v="93" actId="20577"/>
        <pc:sldMkLst>
          <pc:docMk/>
          <pc:sldMk cId="3525839078" sldId="292"/>
        </pc:sldMkLst>
        <pc:spChg chg="mod ord">
          <ac:chgData name="Gusti Pangestu" userId="S::gusti.pangestu@binus.ac.id::7768735c-5c0d-4d9b-b550-ead0b3c82a30" providerId="AD" clId="Web-{4A07B62D-5FC8-B8E7-56D8-8F436EB36271}" dt="2022-10-27T03:34:31.876" v="87" actId="20577"/>
          <ac:spMkLst>
            <pc:docMk/>
            <pc:sldMk cId="3525839078" sldId="292"/>
            <ac:spMk id="2" creationId="{0FD1391C-7614-D478-65D1-524193E45FC7}"/>
          </ac:spMkLst>
        </pc:spChg>
        <pc:spChg chg="mod ord">
          <ac:chgData name="Gusti Pangestu" userId="S::gusti.pangestu@binus.ac.id::7768735c-5c0d-4d9b-b550-ead0b3c82a30" providerId="AD" clId="Web-{4A07B62D-5FC8-B8E7-56D8-8F436EB36271}" dt="2022-10-27T03:34:48.205" v="93" actId="20577"/>
          <ac:spMkLst>
            <pc:docMk/>
            <pc:sldMk cId="3525839078" sldId="292"/>
            <ac:spMk id="3" creationId="{0873727D-BA01-A799-46C8-EC7DCCB11A3E}"/>
          </ac:spMkLst>
        </pc:spChg>
      </pc:sldChg>
      <pc:sldChg chg="modSp new">
        <pc:chgData name="Gusti Pangestu" userId="S::gusti.pangestu@binus.ac.id::7768735c-5c0d-4d9b-b550-ead0b3c82a30" providerId="AD" clId="Web-{4A07B62D-5FC8-B8E7-56D8-8F436EB36271}" dt="2022-10-27T03:36:31.973" v="121" actId="20577"/>
        <pc:sldMkLst>
          <pc:docMk/>
          <pc:sldMk cId="4076145057" sldId="293"/>
        </pc:sldMkLst>
        <pc:spChg chg="mod">
          <ac:chgData name="Gusti Pangestu" userId="S::gusti.pangestu@binus.ac.id::7768735c-5c0d-4d9b-b550-ead0b3c82a30" providerId="AD" clId="Web-{4A07B62D-5FC8-B8E7-56D8-8F436EB36271}" dt="2022-10-27T03:35:08.486" v="98" actId="20577"/>
          <ac:spMkLst>
            <pc:docMk/>
            <pc:sldMk cId="4076145057" sldId="293"/>
            <ac:spMk id="2" creationId="{33FB5CBE-178D-8513-456F-A822E6C8BEFF}"/>
          </ac:spMkLst>
        </pc:spChg>
        <pc:spChg chg="mod">
          <ac:chgData name="Gusti Pangestu" userId="S::gusti.pangestu@binus.ac.id::7768735c-5c0d-4d9b-b550-ead0b3c82a30" providerId="AD" clId="Web-{4A07B62D-5FC8-B8E7-56D8-8F436EB36271}" dt="2022-10-27T03:36:31.973" v="121" actId="20577"/>
          <ac:spMkLst>
            <pc:docMk/>
            <pc:sldMk cId="4076145057" sldId="293"/>
            <ac:spMk id="3" creationId="{E2727E9A-CE48-1885-0EF5-7B67BFB3EC92}"/>
          </ac:spMkLst>
        </pc:spChg>
      </pc:sldChg>
      <pc:sldChg chg="addSp delSp modSp new">
        <pc:chgData name="Gusti Pangestu" userId="S::gusti.pangestu@binus.ac.id::7768735c-5c0d-4d9b-b550-ead0b3c82a30" providerId="AD" clId="Web-{4A07B62D-5FC8-B8E7-56D8-8F436EB36271}" dt="2022-10-27T03:38:10.178" v="129" actId="1076"/>
        <pc:sldMkLst>
          <pc:docMk/>
          <pc:sldMk cId="1654806926" sldId="294"/>
        </pc:sldMkLst>
        <pc:spChg chg="del">
          <ac:chgData name="Gusti Pangestu" userId="S::gusti.pangestu@binus.ac.id::7768735c-5c0d-4d9b-b550-ead0b3c82a30" providerId="AD" clId="Web-{4A07B62D-5FC8-B8E7-56D8-8F436EB36271}" dt="2022-10-27T03:37:52.803" v="126"/>
          <ac:spMkLst>
            <pc:docMk/>
            <pc:sldMk cId="1654806926" sldId="294"/>
            <ac:spMk id="2" creationId="{B677F81A-B775-8269-F1F2-ACB6D365B45D}"/>
          </ac:spMkLst>
        </pc:spChg>
        <pc:spChg chg="del mod">
          <ac:chgData name="Gusti Pangestu" userId="S::gusti.pangestu@binus.ac.id::7768735c-5c0d-4d9b-b550-ead0b3c82a30" providerId="AD" clId="Web-{4A07B62D-5FC8-B8E7-56D8-8F436EB36271}" dt="2022-10-27T03:37:49.897" v="125"/>
          <ac:spMkLst>
            <pc:docMk/>
            <pc:sldMk cId="1654806926" sldId="294"/>
            <ac:spMk id="3" creationId="{A4F7337D-CF28-B38C-4966-E35FAD344E22}"/>
          </ac:spMkLst>
        </pc:spChg>
        <pc:spChg chg="add del">
          <ac:chgData name="Gusti Pangestu" userId="S::gusti.pangestu@binus.ac.id::7768735c-5c0d-4d9b-b550-ead0b3c82a30" providerId="AD" clId="Web-{4A07B62D-5FC8-B8E7-56D8-8F436EB36271}" dt="2022-10-27T03:38:00.178" v="127"/>
          <ac:spMkLst>
            <pc:docMk/>
            <pc:sldMk cId="1654806926" sldId="294"/>
            <ac:spMk id="9" creationId="{88CAE940-2F6D-D49B-1D77-795AE626C153}"/>
          </ac:spMkLst>
        </pc:spChg>
        <pc:picChg chg="add mod ord">
          <ac:chgData name="Gusti Pangestu" userId="S::gusti.pangestu@binus.ac.id::7768735c-5c0d-4d9b-b550-ead0b3c82a30" providerId="AD" clId="Web-{4A07B62D-5FC8-B8E7-56D8-8F436EB36271}" dt="2022-10-27T03:38:10.178" v="129" actId="1076"/>
          <ac:picMkLst>
            <pc:docMk/>
            <pc:sldMk cId="1654806926" sldId="294"/>
            <ac:picMk id="4" creationId="{32F0B99C-3514-5360-2C0F-FE302CBC16D1}"/>
          </ac:picMkLst>
        </pc:picChg>
      </pc:sldChg>
      <pc:sldChg chg="modSp new">
        <pc:chgData name="Gusti Pangestu" userId="S::gusti.pangestu@binus.ac.id::7768735c-5c0d-4d9b-b550-ead0b3c82a30" providerId="AD" clId="Web-{4A07B62D-5FC8-B8E7-56D8-8F436EB36271}" dt="2022-10-27T04:17:28.532" v="147" actId="20577"/>
        <pc:sldMkLst>
          <pc:docMk/>
          <pc:sldMk cId="1695190657" sldId="295"/>
        </pc:sldMkLst>
        <pc:spChg chg="mod">
          <ac:chgData name="Gusti Pangestu" userId="S::gusti.pangestu@binus.ac.id::7768735c-5c0d-4d9b-b550-ead0b3c82a30" providerId="AD" clId="Web-{4A07B62D-5FC8-B8E7-56D8-8F436EB36271}" dt="2022-10-27T04:17:28.532" v="147" actId="20577"/>
          <ac:spMkLst>
            <pc:docMk/>
            <pc:sldMk cId="1695190657" sldId="295"/>
            <ac:spMk id="2" creationId="{CE9CDD7E-610C-104F-E4D9-E4E57DECAC2C}"/>
          </ac:spMkLst>
        </pc:spChg>
        <pc:spChg chg="mod">
          <ac:chgData name="Gusti Pangestu" userId="S::gusti.pangestu@binus.ac.id::7768735c-5c0d-4d9b-b550-ead0b3c82a30" providerId="AD" clId="Web-{4A07B62D-5FC8-B8E7-56D8-8F436EB36271}" dt="2022-10-27T04:17:24.922" v="144" actId="20577"/>
          <ac:spMkLst>
            <pc:docMk/>
            <pc:sldMk cId="1695190657" sldId="295"/>
            <ac:spMk id="3" creationId="{868B0950-9FB9-A836-EF04-095A7B5E2363}"/>
          </ac:spMkLst>
        </pc:spChg>
      </pc:sldChg>
      <pc:sldChg chg="modSp new">
        <pc:chgData name="Gusti Pangestu" userId="S::gusti.pangestu@binus.ac.id::7768735c-5c0d-4d9b-b550-ead0b3c82a30" providerId="AD" clId="Web-{4A07B62D-5FC8-B8E7-56D8-8F436EB36271}" dt="2022-10-27T04:18:16.017" v="167" actId="20577"/>
        <pc:sldMkLst>
          <pc:docMk/>
          <pc:sldMk cId="1038788887" sldId="296"/>
        </pc:sldMkLst>
        <pc:spChg chg="mod">
          <ac:chgData name="Gusti Pangestu" userId="S::gusti.pangestu@binus.ac.id::7768735c-5c0d-4d9b-b550-ead0b3c82a30" providerId="AD" clId="Web-{4A07B62D-5FC8-B8E7-56D8-8F436EB36271}" dt="2022-10-27T04:17:35.547" v="154" actId="20577"/>
          <ac:spMkLst>
            <pc:docMk/>
            <pc:sldMk cId="1038788887" sldId="296"/>
            <ac:spMk id="2" creationId="{379435EB-2F4D-F994-FEBE-E84669BFF995}"/>
          </ac:spMkLst>
        </pc:spChg>
        <pc:spChg chg="mod">
          <ac:chgData name="Gusti Pangestu" userId="S::gusti.pangestu@binus.ac.id::7768735c-5c0d-4d9b-b550-ead0b3c82a30" providerId="AD" clId="Web-{4A07B62D-5FC8-B8E7-56D8-8F436EB36271}" dt="2022-10-27T04:18:16.017" v="167" actId="20577"/>
          <ac:spMkLst>
            <pc:docMk/>
            <pc:sldMk cId="1038788887" sldId="296"/>
            <ac:spMk id="3" creationId="{2A8DCDF0-75EE-995B-B3D4-3D2783C8D05E}"/>
          </ac:spMkLst>
        </pc:spChg>
      </pc:sldChg>
      <pc:sldChg chg="modSp new">
        <pc:chgData name="Gusti Pangestu" userId="S::gusti.pangestu@binus.ac.id::7768735c-5c0d-4d9b-b550-ead0b3c82a30" providerId="AD" clId="Web-{4A07B62D-5FC8-B8E7-56D8-8F436EB36271}" dt="2022-10-27T04:19:09.379" v="187" actId="20577"/>
        <pc:sldMkLst>
          <pc:docMk/>
          <pc:sldMk cId="1449165949" sldId="297"/>
        </pc:sldMkLst>
        <pc:spChg chg="mod">
          <ac:chgData name="Gusti Pangestu" userId="S::gusti.pangestu@binus.ac.id::7768735c-5c0d-4d9b-b550-ead0b3c82a30" providerId="AD" clId="Web-{4A07B62D-5FC8-B8E7-56D8-8F436EB36271}" dt="2022-10-27T04:18:21.565" v="173" actId="20577"/>
          <ac:spMkLst>
            <pc:docMk/>
            <pc:sldMk cId="1449165949" sldId="297"/>
            <ac:spMk id="2" creationId="{1BDB89C4-9F38-C573-7FEB-DBF372FEE009}"/>
          </ac:spMkLst>
        </pc:spChg>
        <pc:spChg chg="mod">
          <ac:chgData name="Gusti Pangestu" userId="S::gusti.pangestu@binus.ac.id::7768735c-5c0d-4d9b-b550-ead0b3c82a30" providerId="AD" clId="Web-{4A07B62D-5FC8-B8E7-56D8-8F436EB36271}" dt="2022-10-27T04:19:09.379" v="187" actId="20577"/>
          <ac:spMkLst>
            <pc:docMk/>
            <pc:sldMk cId="1449165949" sldId="297"/>
            <ac:spMk id="3" creationId="{7C1388C6-98A5-18A5-BD6E-039461A1C138}"/>
          </ac:spMkLst>
        </pc:spChg>
      </pc:sldChg>
      <pc:sldChg chg="modSp new">
        <pc:chgData name="Gusti Pangestu" userId="S::gusti.pangestu@binus.ac.id::7768735c-5c0d-4d9b-b550-ead0b3c82a30" providerId="AD" clId="Web-{4A07B62D-5FC8-B8E7-56D8-8F436EB36271}" dt="2022-10-27T04:19:35.583" v="193" actId="20577"/>
        <pc:sldMkLst>
          <pc:docMk/>
          <pc:sldMk cId="1604491517" sldId="298"/>
        </pc:sldMkLst>
        <pc:spChg chg="mod">
          <ac:chgData name="Gusti Pangestu" userId="S::gusti.pangestu@binus.ac.id::7768735c-5c0d-4d9b-b550-ead0b3c82a30" providerId="AD" clId="Web-{4A07B62D-5FC8-B8E7-56D8-8F436EB36271}" dt="2022-10-27T04:19:35.583" v="193" actId="20577"/>
          <ac:spMkLst>
            <pc:docMk/>
            <pc:sldMk cId="1604491517" sldId="298"/>
            <ac:spMk id="2" creationId="{60A60F9B-7090-48B0-C099-79A4FCD87C9C}"/>
          </ac:spMkLst>
        </pc:spChg>
        <pc:spChg chg="mod">
          <ac:chgData name="Gusti Pangestu" userId="S::gusti.pangestu@binus.ac.id::7768735c-5c0d-4d9b-b550-ead0b3c82a30" providerId="AD" clId="Web-{4A07B62D-5FC8-B8E7-56D8-8F436EB36271}" dt="2022-10-27T04:19:33.145" v="192" actId="20577"/>
          <ac:spMkLst>
            <pc:docMk/>
            <pc:sldMk cId="1604491517" sldId="298"/>
            <ac:spMk id="3" creationId="{9565EA00-A502-2E60-9160-59751FEB0489}"/>
          </ac:spMkLst>
        </pc:spChg>
      </pc:sldChg>
    </pc:docChg>
  </pc:docChgLst>
  <pc:docChgLst>
    <pc:chgData name="Gusti Pangestu" userId="S::gusti.pangestu@binus.ac.id::7768735c-5c0d-4d9b-b550-ead0b3c82a30" providerId="AD" clId="Web-{A223DC79-8A1C-ABAE-1F9B-158E890A425E}"/>
    <pc:docChg chg="addSld delSld modSld modSection">
      <pc:chgData name="Gusti Pangestu" userId="S::gusti.pangestu@binus.ac.id::7768735c-5c0d-4d9b-b550-ead0b3c82a30" providerId="AD" clId="Web-{A223DC79-8A1C-ABAE-1F9B-158E890A425E}" dt="2022-11-08T09:57:28.812" v="337" actId="1076"/>
      <pc:docMkLst>
        <pc:docMk/>
      </pc:docMkLst>
      <pc:sldChg chg="modSp">
        <pc:chgData name="Gusti Pangestu" userId="S::gusti.pangestu@binus.ac.id::7768735c-5c0d-4d9b-b550-ead0b3c82a30" providerId="AD" clId="Web-{A223DC79-8A1C-ABAE-1F9B-158E890A425E}" dt="2022-11-08T02:41:22.864" v="7" actId="20577"/>
        <pc:sldMkLst>
          <pc:docMk/>
          <pc:sldMk cId="109857222" sldId="258"/>
        </pc:sldMkLst>
        <pc:spChg chg="mod">
          <ac:chgData name="Gusti Pangestu" userId="S::gusti.pangestu@binus.ac.id::7768735c-5c0d-4d9b-b550-ead0b3c82a30" providerId="AD" clId="Web-{A223DC79-8A1C-ABAE-1F9B-158E890A425E}" dt="2022-11-08T02:41:22.864" v="7" actId="20577"/>
          <ac:spMkLst>
            <pc:docMk/>
            <pc:sldMk cId="109857222" sldId="258"/>
            <ac:spMk id="3" creationId="{00000000-0000-0000-0000-000000000000}"/>
          </ac:spMkLst>
        </pc:spChg>
      </pc:sldChg>
      <pc:sldChg chg="modSp">
        <pc:chgData name="Gusti Pangestu" userId="S::gusti.pangestu@binus.ac.id::7768735c-5c0d-4d9b-b550-ead0b3c82a30" providerId="AD" clId="Web-{A223DC79-8A1C-ABAE-1F9B-158E890A425E}" dt="2022-11-08T02:42:57.320" v="27" actId="20577"/>
        <pc:sldMkLst>
          <pc:docMk/>
          <pc:sldMk cId="1545682022" sldId="290"/>
        </pc:sldMkLst>
        <pc:spChg chg="mod">
          <ac:chgData name="Gusti Pangestu" userId="S::gusti.pangestu@binus.ac.id::7768735c-5c0d-4d9b-b550-ead0b3c82a30" providerId="AD" clId="Web-{A223DC79-8A1C-ABAE-1F9B-158E890A425E}" dt="2022-11-08T02:42:57.320" v="27" actId="20577"/>
          <ac:spMkLst>
            <pc:docMk/>
            <pc:sldMk cId="1545682022" sldId="290"/>
            <ac:spMk id="3" creationId="{CFBE6DC7-A61F-27FA-B9A7-7018AFBF0075}"/>
          </ac:spMkLst>
        </pc:spChg>
      </pc:sldChg>
      <pc:sldChg chg="modSp new">
        <pc:chgData name="Gusti Pangestu" userId="S::gusti.pangestu@binus.ac.id::7768735c-5c0d-4d9b-b550-ead0b3c82a30" providerId="AD" clId="Web-{A223DC79-8A1C-ABAE-1F9B-158E890A425E}" dt="2022-11-08T02:49:37.257" v="42" actId="20577"/>
        <pc:sldMkLst>
          <pc:docMk/>
          <pc:sldMk cId="2068043843" sldId="291"/>
        </pc:sldMkLst>
        <pc:spChg chg="mod">
          <ac:chgData name="Gusti Pangestu" userId="S::gusti.pangestu@binus.ac.id::7768735c-5c0d-4d9b-b550-ead0b3c82a30" providerId="AD" clId="Web-{A223DC79-8A1C-ABAE-1F9B-158E890A425E}" dt="2022-11-08T02:43:29.509" v="32" actId="20577"/>
          <ac:spMkLst>
            <pc:docMk/>
            <pc:sldMk cId="2068043843" sldId="291"/>
            <ac:spMk id="2" creationId="{96DA44D9-93FA-AECE-499F-7A2999266B64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2:49:37.257" v="42" actId="20577"/>
          <ac:spMkLst>
            <pc:docMk/>
            <pc:sldMk cId="2068043843" sldId="291"/>
            <ac:spMk id="3" creationId="{D13F6089-0C37-FA79-19CF-BF021308AAF8}"/>
          </ac:spMkLst>
        </pc:spChg>
      </pc:sldChg>
      <pc:sldChg chg="del">
        <pc:chgData name="Gusti Pangestu" userId="S::gusti.pangestu@binus.ac.id::7768735c-5c0d-4d9b-b550-ead0b3c82a30" providerId="AD" clId="Web-{A223DC79-8A1C-ABAE-1F9B-158E890A425E}" dt="2022-11-08T02:42:28.116" v="25"/>
        <pc:sldMkLst>
          <pc:docMk/>
          <pc:sldMk cId="3239910030" sldId="291"/>
        </pc:sldMkLst>
      </pc:sldChg>
      <pc:sldChg chg="addSp modSp new mod modClrScheme chgLayout">
        <pc:chgData name="Gusti Pangestu" userId="S::gusti.pangestu@binus.ac.id::7768735c-5c0d-4d9b-b550-ead0b3c82a30" providerId="AD" clId="Web-{A223DC79-8A1C-ABAE-1F9B-158E890A425E}" dt="2022-11-08T02:53:03.546" v="56"/>
        <pc:sldMkLst>
          <pc:docMk/>
          <pc:sldMk cId="181067477" sldId="292"/>
        </pc:sldMkLst>
        <pc:spChg chg="mod">
          <ac:chgData name="Gusti Pangestu" userId="S::gusti.pangestu@binus.ac.id::7768735c-5c0d-4d9b-b550-ead0b3c82a30" providerId="AD" clId="Web-{A223DC79-8A1C-ABAE-1F9B-158E890A425E}" dt="2022-11-08T02:53:03.546" v="56"/>
          <ac:spMkLst>
            <pc:docMk/>
            <pc:sldMk cId="181067477" sldId="292"/>
            <ac:spMk id="2" creationId="{2D8DA4BA-6E1B-06D5-7D8D-D75DF829090F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2:53:03.546" v="56"/>
          <ac:spMkLst>
            <pc:docMk/>
            <pc:sldMk cId="181067477" sldId="292"/>
            <ac:spMk id="3" creationId="{DEC6C18B-DD2A-34A7-6293-010D956D318B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2:53:03.546" v="56"/>
          <ac:picMkLst>
            <pc:docMk/>
            <pc:sldMk cId="181067477" sldId="292"/>
            <ac:picMk id="4" creationId="{E6C21DEE-C15C-2B07-0F48-41C0A6D188A8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16" v="24"/>
        <pc:sldMkLst>
          <pc:docMk/>
          <pc:sldMk cId="989727377" sldId="292"/>
        </pc:sldMkLst>
      </pc:sldChg>
      <pc:sldChg chg="del">
        <pc:chgData name="Gusti Pangestu" userId="S::gusti.pangestu@binus.ac.id::7768735c-5c0d-4d9b-b550-ead0b3c82a30" providerId="AD" clId="Web-{A223DC79-8A1C-ABAE-1F9B-158E890A425E}" dt="2022-11-08T02:42:28.116" v="23"/>
        <pc:sldMkLst>
          <pc:docMk/>
          <pc:sldMk cId="1956832009" sldId="293"/>
        </pc:sldMkLst>
      </pc:sldChg>
      <pc:sldChg chg="addSp delSp modSp new mod modClrScheme chgLayout">
        <pc:chgData name="Gusti Pangestu" userId="S::gusti.pangestu@binus.ac.id::7768735c-5c0d-4d9b-b550-ead0b3c82a30" providerId="AD" clId="Web-{A223DC79-8A1C-ABAE-1F9B-158E890A425E}" dt="2022-11-08T02:53:50.720" v="68"/>
        <pc:sldMkLst>
          <pc:docMk/>
          <pc:sldMk cId="2629645314" sldId="293"/>
        </pc:sldMkLst>
        <pc:spChg chg="mod ord">
          <ac:chgData name="Gusti Pangestu" userId="S::gusti.pangestu@binus.ac.id::7768735c-5c0d-4d9b-b550-ead0b3c82a30" providerId="AD" clId="Web-{A223DC79-8A1C-ABAE-1F9B-158E890A425E}" dt="2022-11-08T02:53:50.720" v="68"/>
          <ac:spMkLst>
            <pc:docMk/>
            <pc:sldMk cId="2629645314" sldId="293"/>
            <ac:spMk id="2" creationId="{23106449-8DB6-F408-D868-A74B0655A109}"/>
          </ac:spMkLst>
        </pc:spChg>
        <pc:spChg chg="del mod ord">
          <ac:chgData name="Gusti Pangestu" userId="S::gusti.pangestu@binus.ac.id::7768735c-5c0d-4d9b-b550-ead0b3c82a30" providerId="AD" clId="Web-{A223DC79-8A1C-ABAE-1F9B-158E890A425E}" dt="2022-11-08T02:53:47.345" v="67"/>
          <ac:spMkLst>
            <pc:docMk/>
            <pc:sldMk cId="2629645314" sldId="293"/>
            <ac:spMk id="3" creationId="{BA5FC8DB-0E06-4B1A-D8BD-3A3DD5F94C60}"/>
          </ac:spMkLst>
        </pc:spChg>
        <pc:spChg chg="del">
          <ac:chgData name="Gusti Pangestu" userId="S::gusti.pangestu@binus.ac.id::7768735c-5c0d-4d9b-b550-ead0b3c82a30" providerId="AD" clId="Web-{A223DC79-8A1C-ABAE-1F9B-158E890A425E}" dt="2022-11-08T02:53:25.359" v="66"/>
          <ac:spMkLst>
            <pc:docMk/>
            <pc:sldMk cId="2629645314" sldId="293"/>
            <ac:spMk id="4" creationId="{AAABC882-FE30-6BD5-1D21-3B60D404821B}"/>
          </ac:spMkLst>
        </pc:spChg>
        <pc:picChg chg="add mod ord">
          <ac:chgData name="Gusti Pangestu" userId="S::gusti.pangestu@binus.ac.id::7768735c-5c0d-4d9b-b550-ead0b3c82a30" providerId="AD" clId="Web-{A223DC79-8A1C-ABAE-1F9B-158E890A425E}" dt="2022-11-08T02:53:50.720" v="68"/>
          <ac:picMkLst>
            <pc:docMk/>
            <pc:sldMk cId="2629645314" sldId="293"/>
            <ac:picMk id="5" creationId="{37075F30-2E2F-6DF6-485E-D536AD44C383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16" v="22"/>
        <pc:sldMkLst>
          <pc:docMk/>
          <pc:sldMk cId="2857808774" sldId="294"/>
        </pc:sldMkLst>
      </pc:sldChg>
      <pc:sldChg chg="modSp new">
        <pc:chgData name="Gusti Pangestu" userId="S::gusti.pangestu@binus.ac.id::7768735c-5c0d-4d9b-b550-ead0b3c82a30" providerId="AD" clId="Web-{A223DC79-8A1C-ABAE-1F9B-158E890A425E}" dt="2022-11-08T03:09:20.426" v="92" actId="20577"/>
        <pc:sldMkLst>
          <pc:docMk/>
          <pc:sldMk cId="3671522191" sldId="294"/>
        </pc:sldMkLst>
        <pc:spChg chg="mod">
          <ac:chgData name="Gusti Pangestu" userId="S::gusti.pangestu@binus.ac.id::7768735c-5c0d-4d9b-b550-ead0b3c82a30" providerId="AD" clId="Web-{A223DC79-8A1C-ABAE-1F9B-158E890A425E}" dt="2022-11-08T03:06:36.014" v="78" actId="20577"/>
          <ac:spMkLst>
            <pc:docMk/>
            <pc:sldMk cId="3671522191" sldId="294"/>
            <ac:spMk id="2" creationId="{A9FBB719-A5E9-FB02-88FC-E9CB76115405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3:09:20.426" v="92" actId="20577"/>
          <ac:spMkLst>
            <pc:docMk/>
            <pc:sldMk cId="3671522191" sldId="294"/>
            <ac:spMk id="3" creationId="{628788DD-BE85-4788-CAAA-DFFE5CDD3DCD}"/>
          </ac:spMkLst>
        </pc:spChg>
      </pc:sldChg>
      <pc:sldChg chg="del">
        <pc:chgData name="Gusti Pangestu" userId="S::gusti.pangestu@binus.ac.id::7768735c-5c0d-4d9b-b550-ead0b3c82a30" providerId="AD" clId="Web-{A223DC79-8A1C-ABAE-1F9B-158E890A425E}" dt="2022-11-08T02:42:28.101" v="21"/>
        <pc:sldMkLst>
          <pc:docMk/>
          <pc:sldMk cId="1684321161" sldId="295"/>
        </pc:sldMkLst>
      </pc:sldChg>
      <pc:sldChg chg="addSp delSp modSp new mod modClrScheme chgLayout">
        <pc:chgData name="Gusti Pangestu" userId="S::gusti.pangestu@binus.ac.id::7768735c-5c0d-4d9b-b550-ead0b3c82a30" providerId="AD" clId="Web-{A223DC79-8A1C-ABAE-1F9B-158E890A425E}" dt="2022-11-08T03:09:44.364" v="102" actId="1076"/>
        <pc:sldMkLst>
          <pc:docMk/>
          <pc:sldMk cId="3854135633" sldId="295"/>
        </pc:sldMkLst>
        <pc:spChg chg="del">
          <ac:chgData name="Gusti Pangestu" userId="S::gusti.pangestu@binus.ac.id::7768735c-5c0d-4d9b-b550-ead0b3c82a30" providerId="AD" clId="Web-{A223DC79-8A1C-ABAE-1F9B-158E890A425E}" dt="2022-11-08T03:09:24.614" v="94"/>
          <ac:spMkLst>
            <pc:docMk/>
            <pc:sldMk cId="3854135633" sldId="295"/>
            <ac:spMk id="2" creationId="{4AAF674E-6837-C0DB-3D0D-7E4B039A1709}"/>
          </ac:spMkLst>
        </pc:spChg>
        <pc:spChg chg="del">
          <ac:chgData name="Gusti Pangestu" userId="S::gusti.pangestu@binus.ac.id::7768735c-5c0d-4d9b-b550-ead0b3c82a30" providerId="AD" clId="Web-{A223DC79-8A1C-ABAE-1F9B-158E890A425E}" dt="2022-11-08T03:09:26.707" v="95"/>
          <ac:spMkLst>
            <pc:docMk/>
            <pc:sldMk cId="3854135633" sldId="295"/>
            <ac:spMk id="3" creationId="{925F5DA7-D4A0-5629-3C1E-5FD4AD1D864B}"/>
          </ac:spMkLst>
        </pc:spChg>
        <pc:spChg chg="add del mod">
          <ac:chgData name="Gusti Pangestu" userId="S::gusti.pangestu@binus.ac.id::7768735c-5c0d-4d9b-b550-ead0b3c82a30" providerId="AD" clId="Web-{A223DC79-8A1C-ABAE-1F9B-158E890A425E}" dt="2022-11-08T03:09:33.786" v="98"/>
          <ac:spMkLst>
            <pc:docMk/>
            <pc:sldMk cId="3854135633" sldId="295"/>
            <ac:spMk id="9" creationId="{4A82447A-DDB7-DF27-0D71-F45F29C83482}"/>
          </ac:spMkLst>
        </pc:spChg>
        <pc:spChg chg="add del mod">
          <ac:chgData name="Gusti Pangestu" userId="S::gusti.pangestu@binus.ac.id::7768735c-5c0d-4d9b-b550-ead0b3c82a30" providerId="AD" clId="Web-{A223DC79-8A1C-ABAE-1F9B-158E890A425E}" dt="2022-11-08T03:09:33.786" v="98"/>
          <ac:spMkLst>
            <pc:docMk/>
            <pc:sldMk cId="3854135633" sldId="295"/>
            <ac:spMk id="11" creationId="{11D15A9B-7DF8-9106-56E5-C3AD0C23BEAB}"/>
          </ac:spMkLst>
        </pc:spChg>
        <pc:spChg chg="add del">
          <ac:chgData name="Gusti Pangestu" userId="S::gusti.pangestu@binus.ac.id::7768735c-5c0d-4d9b-b550-ead0b3c82a30" providerId="AD" clId="Web-{A223DC79-8A1C-ABAE-1F9B-158E890A425E}" dt="2022-11-08T03:09:36.614" v="100"/>
          <ac:spMkLst>
            <pc:docMk/>
            <pc:sldMk cId="3854135633" sldId="295"/>
            <ac:spMk id="13" creationId="{BF179ED5-5A20-4AC3-D491-9B2D823EA69D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3:09:44.364" v="102" actId="1076"/>
          <ac:picMkLst>
            <pc:docMk/>
            <pc:sldMk cId="3854135633" sldId="295"/>
            <ac:picMk id="4" creationId="{08D6BBFC-49AE-6D24-585E-6498707FF24A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20"/>
        <pc:sldMkLst>
          <pc:docMk/>
          <pc:sldMk cId="832701779" sldId="296"/>
        </pc:sldMkLst>
      </pc:sldChg>
      <pc:sldChg chg="delSp modSp new">
        <pc:chgData name="Gusti Pangestu" userId="S::gusti.pangestu@binus.ac.id::7768735c-5c0d-4d9b-b550-ead0b3c82a30" providerId="AD" clId="Web-{A223DC79-8A1C-ABAE-1F9B-158E890A425E}" dt="2022-11-08T03:26:18.558" v="124" actId="20577"/>
        <pc:sldMkLst>
          <pc:docMk/>
          <pc:sldMk cId="2826040258" sldId="296"/>
        </pc:sldMkLst>
        <pc:spChg chg="del">
          <ac:chgData name="Gusti Pangestu" userId="S::gusti.pangestu@binus.ac.id::7768735c-5c0d-4d9b-b550-ead0b3c82a30" providerId="AD" clId="Web-{A223DC79-8A1C-ABAE-1F9B-158E890A425E}" dt="2022-11-08T03:13:55.530" v="104"/>
          <ac:spMkLst>
            <pc:docMk/>
            <pc:sldMk cId="2826040258" sldId="296"/>
            <ac:spMk id="2" creationId="{34A9A0D0-A1E0-5A33-45DD-6D54BC735407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3:26:18.558" v="124" actId="20577"/>
          <ac:spMkLst>
            <pc:docMk/>
            <pc:sldMk cId="2826040258" sldId="296"/>
            <ac:spMk id="3" creationId="{8C543A02-739A-772E-8C93-9765F4B43336}"/>
          </ac:spMkLst>
        </pc:spChg>
      </pc:sldChg>
      <pc:sldChg chg="del">
        <pc:chgData name="Gusti Pangestu" userId="S::gusti.pangestu@binus.ac.id::7768735c-5c0d-4d9b-b550-ead0b3c82a30" providerId="AD" clId="Web-{A223DC79-8A1C-ABAE-1F9B-158E890A425E}" dt="2022-11-08T02:42:28.101" v="19"/>
        <pc:sldMkLst>
          <pc:docMk/>
          <pc:sldMk cId="376018570" sldId="297"/>
        </pc:sldMkLst>
      </pc:sldChg>
      <pc:sldChg chg="addSp delSp modSp new">
        <pc:chgData name="Gusti Pangestu" userId="S::gusti.pangestu@binus.ac.id::7768735c-5c0d-4d9b-b550-ead0b3c82a30" providerId="AD" clId="Web-{A223DC79-8A1C-ABAE-1F9B-158E890A425E}" dt="2022-11-08T03:26:27.480" v="128"/>
        <pc:sldMkLst>
          <pc:docMk/>
          <pc:sldMk cId="1902739993" sldId="297"/>
        </pc:sldMkLst>
        <pc:spChg chg="del">
          <ac:chgData name="Gusti Pangestu" userId="S::gusti.pangestu@binus.ac.id::7768735c-5c0d-4d9b-b550-ead0b3c82a30" providerId="AD" clId="Web-{A223DC79-8A1C-ABAE-1F9B-158E890A425E}" dt="2022-11-08T03:26:23.964" v="127"/>
          <ac:spMkLst>
            <pc:docMk/>
            <pc:sldMk cId="1902739993" sldId="297"/>
            <ac:spMk id="2" creationId="{50073644-AEA7-6707-3AB1-E34E699F1690}"/>
          </ac:spMkLst>
        </pc:spChg>
        <pc:spChg chg="del">
          <ac:chgData name="Gusti Pangestu" userId="S::gusti.pangestu@binus.ac.id::7768735c-5c0d-4d9b-b550-ead0b3c82a30" providerId="AD" clId="Web-{A223DC79-8A1C-ABAE-1F9B-158E890A425E}" dt="2022-11-08T03:26:20.745" v="126"/>
          <ac:spMkLst>
            <pc:docMk/>
            <pc:sldMk cId="1902739993" sldId="297"/>
            <ac:spMk id="3" creationId="{875AE402-9620-DAD3-17F2-D9BADD7BBBF2}"/>
          </ac:spMkLst>
        </pc:spChg>
        <pc:spChg chg="add del">
          <ac:chgData name="Gusti Pangestu" userId="S::gusti.pangestu@binus.ac.id::7768735c-5c0d-4d9b-b550-ead0b3c82a30" providerId="AD" clId="Web-{A223DC79-8A1C-ABAE-1F9B-158E890A425E}" dt="2022-11-08T03:26:27.480" v="128"/>
          <ac:spMkLst>
            <pc:docMk/>
            <pc:sldMk cId="1902739993" sldId="297"/>
            <ac:spMk id="9" creationId="{A8E78CD0-A219-4CC5-ABC4-2DBBDD712322}"/>
          </ac:spMkLst>
        </pc:spChg>
        <pc:picChg chg="add mod ord">
          <ac:chgData name="Gusti Pangestu" userId="S::gusti.pangestu@binus.ac.id::7768735c-5c0d-4d9b-b550-ead0b3c82a30" providerId="AD" clId="Web-{A223DC79-8A1C-ABAE-1F9B-158E890A425E}" dt="2022-11-08T03:26:23.964" v="127"/>
          <ac:picMkLst>
            <pc:docMk/>
            <pc:sldMk cId="1902739993" sldId="297"/>
            <ac:picMk id="4" creationId="{5CB8B085-5C65-13B9-22E7-8C9472309F3C}"/>
          </ac:picMkLst>
        </pc:picChg>
      </pc:sldChg>
      <pc:sldChg chg="addSp modSp new">
        <pc:chgData name="Gusti Pangestu" userId="S::gusti.pangestu@binus.ac.id::7768735c-5c0d-4d9b-b550-ead0b3c82a30" providerId="AD" clId="Web-{A223DC79-8A1C-ABAE-1F9B-158E890A425E}" dt="2022-11-08T06:57:15.033" v="154" actId="20577"/>
        <pc:sldMkLst>
          <pc:docMk/>
          <pc:sldMk cId="502453303" sldId="298"/>
        </pc:sldMkLst>
        <pc:spChg chg="mod">
          <ac:chgData name="Gusti Pangestu" userId="S::gusti.pangestu@binus.ac.id::7768735c-5c0d-4d9b-b550-ead0b3c82a30" providerId="AD" clId="Web-{A223DC79-8A1C-ABAE-1F9B-158E890A425E}" dt="2022-11-08T03:26:35.730" v="131" actId="20577"/>
          <ac:spMkLst>
            <pc:docMk/>
            <pc:sldMk cId="502453303" sldId="298"/>
            <ac:spMk id="2" creationId="{606D0FC3-BB3D-A9C6-003D-5D8B618E7056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6:57:15.033" v="154" actId="20577"/>
          <ac:spMkLst>
            <pc:docMk/>
            <pc:sldMk cId="502453303" sldId="298"/>
            <ac:spMk id="3" creationId="{E0718C77-5FD8-F462-1236-D9CA9618A86E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3:28:37.469" v="138" actId="1076"/>
          <ac:picMkLst>
            <pc:docMk/>
            <pc:sldMk cId="502453303" sldId="298"/>
            <ac:picMk id="4" creationId="{5703ECE7-E48D-292A-B306-CB89B0D16DDB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18"/>
        <pc:sldMkLst>
          <pc:docMk/>
          <pc:sldMk cId="3645830168" sldId="298"/>
        </pc:sldMkLst>
      </pc:sldChg>
      <pc:sldChg chg="addSp modSp new">
        <pc:chgData name="Gusti Pangestu" userId="S::gusti.pangestu@binus.ac.id::7768735c-5c0d-4d9b-b550-ead0b3c82a30" providerId="AD" clId="Web-{A223DC79-8A1C-ABAE-1F9B-158E890A425E}" dt="2022-11-08T07:09:17.438" v="202" actId="14100"/>
        <pc:sldMkLst>
          <pc:docMk/>
          <pc:sldMk cId="1410539918" sldId="299"/>
        </pc:sldMkLst>
        <pc:spChg chg="mod">
          <ac:chgData name="Gusti Pangestu" userId="S::gusti.pangestu@binus.ac.id::7768735c-5c0d-4d9b-b550-ead0b3c82a30" providerId="AD" clId="Web-{A223DC79-8A1C-ABAE-1F9B-158E890A425E}" dt="2022-11-08T07:08:29.155" v="185" actId="1076"/>
          <ac:spMkLst>
            <pc:docMk/>
            <pc:sldMk cId="1410539918" sldId="299"/>
            <ac:spMk id="2" creationId="{F7A02F53-F601-3FFF-0D9B-FCE4069D1E80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7:08:52.156" v="198" actId="20577"/>
          <ac:spMkLst>
            <pc:docMk/>
            <pc:sldMk cId="1410539918" sldId="299"/>
            <ac:spMk id="3" creationId="{144C5460-9955-749C-49EE-EA98FDD080D0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7:08:43.484" v="192" actId="1076"/>
          <ac:picMkLst>
            <pc:docMk/>
            <pc:sldMk cId="1410539918" sldId="299"/>
            <ac:picMk id="4" creationId="{492B302F-DCD4-C495-845A-29E3D2D434F2}"/>
          </ac:picMkLst>
        </pc:picChg>
        <pc:picChg chg="add mod">
          <ac:chgData name="Gusti Pangestu" userId="S::gusti.pangestu@binus.ac.id::7768735c-5c0d-4d9b-b550-ead0b3c82a30" providerId="AD" clId="Web-{A223DC79-8A1C-ABAE-1F9B-158E890A425E}" dt="2022-11-08T07:08:54.609" v="199" actId="1076"/>
          <ac:picMkLst>
            <pc:docMk/>
            <pc:sldMk cId="1410539918" sldId="299"/>
            <ac:picMk id="5" creationId="{EBBA7A14-844E-7721-04E7-195B37D27BA8}"/>
          </ac:picMkLst>
        </pc:picChg>
        <pc:picChg chg="add mod">
          <ac:chgData name="Gusti Pangestu" userId="S::gusti.pangestu@binus.ac.id::7768735c-5c0d-4d9b-b550-ead0b3c82a30" providerId="AD" clId="Web-{A223DC79-8A1C-ABAE-1F9B-158E890A425E}" dt="2022-11-08T07:09:17.438" v="202" actId="14100"/>
          <ac:picMkLst>
            <pc:docMk/>
            <pc:sldMk cId="1410539918" sldId="299"/>
            <ac:picMk id="6" creationId="{DDDB2DC9-FA93-AB6A-FCD8-A4446280DDE3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17"/>
        <pc:sldMkLst>
          <pc:docMk/>
          <pc:sldMk cId="3162136664" sldId="299"/>
        </pc:sldMkLst>
      </pc:sldChg>
      <pc:sldChg chg="addSp modSp new">
        <pc:chgData name="Gusti Pangestu" userId="S::gusti.pangestu@binus.ac.id::7768735c-5c0d-4d9b-b550-ead0b3c82a30" providerId="AD" clId="Web-{A223DC79-8A1C-ABAE-1F9B-158E890A425E}" dt="2022-11-08T07:13:07.505" v="231" actId="1076"/>
        <pc:sldMkLst>
          <pc:docMk/>
          <pc:sldMk cId="1225882195" sldId="300"/>
        </pc:sldMkLst>
        <pc:spChg chg="mod">
          <ac:chgData name="Gusti Pangestu" userId="S::gusti.pangestu@binus.ac.id::7768735c-5c0d-4d9b-b550-ead0b3c82a30" providerId="AD" clId="Web-{A223DC79-8A1C-ABAE-1F9B-158E890A425E}" dt="2022-11-08T07:12:18.019" v="219" actId="20577"/>
          <ac:spMkLst>
            <pc:docMk/>
            <pc:sldMk cId="1225882195" sldId="300"/>
            <ac:spMk id="2" creationId="{63518523-4647-9DE1-36BC-F594155AF708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7:12:56.004" v="227" actId="20577"/>
          <ac:spMkLst>
            <pc:docMk/>
            <pc:sldMk cId="1225882195" sldId="300"/>
            <ac:spMk id="3" creationId="{F8AC97D9-A0C7-C768-7E7C-7668D65EC631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7:13:07.505" v="231" actId="1076"/>
          <ac:picMkLst>
            <pc:docMk/>
            <pc:sldMk cId="1225882195" sldId="300"/>
            <ac:picMk id="4" creationId="{8F71BC29-4333-16F5-6FBF-118FEFF418A2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16"/>
        <pc:sldMkLst>
          <pc:docMk/>
          <pc:sldMk cId="2160808367" sldId="300"/>
        </pc:sldMkLst>
      </pc:sldChg>
      <pc:sldChg chg="del">
        <pc:chgData name="Gusti Pangestu" userId="S::gusti.pangestu@binus.ac.id::7768735c-5c0d-4d9b-b550-ead0b3c82a30" providerId="AD" clId="Web-{A223DC79-8A1C-ABAE-1F9B-158E890A425E}" dt="2022-11-08T02:42:28.101" v="15"/>
        <pc:sldMkLst>
          <pc:docMk/>
          <pc:sldMk cId="2329439584" sldId="301"/>
        </pc:sldMkLst>
      </pc:sldChg>
      <pc:sldChg chg="delSp modSp new">
        <pc:chgData name="Gusti Pangestu" userId="S::gusti.pangestu@binus.ac.id::7768735c-5c0d-4d9b-b550-ead0b3c82a30" providerId="AD" clId="Web-{A223DC79-8A1C-ABAE-1F9B-158E890A425E}" dt="2022-11-08T07:28:12.601" v="241" actId="20577"/>
        <pc:sldMkLst>
          <pc:docMk/>
          <pc:sldMk cId="2716777333" sldId="301"/>
        </pc:sldMkLst>
        <pc:spChg chg="del">
          <ac:chgData name="Gusti Pangestu" userId="S::gusti.pangestu@binus.ac.id::7768735c-5c0d-4d9b-b550-ead0b3c82a30" providerId="AD" clId="Web-{A223DC79-8A1C-ABAE-1F9B-158E890A425E}" dt="2022-11-08T07:27:42.381" v="234"/>
          <ac:spMkLst>
            <pc:docMk/>
            <pc:sldMk cId="2716777333" sldId="301"/>
            <ac:spMk id="2" creationId="{91084C92-A9F2-56E4-C488-E23767EADD99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7:28:12.601" v="241" actId="20577"/>
          <ac:spMkLst>
            <pc:docMk/>
            <pc:sldMk cId="2716777333" sldId="301"/>
            <ac:spMk id="3" creationId="{DE07990C-F4E2-9999-D4E2-5B1463B32A32}"/>
          </ac:spMkLst>
        </pc:spChg>
      </pc:sldChg>
      <pc:sldChg chg="modSp new">
        <pc:chgData name="Gusti Pangestu" userId="S::gusti.pangestu@binus.ac.id::7768735c-5c0d-4d9b-b550-ead0b3c82a30" providerId="AD" clId="Web-{A223DC79-8A1C-ABAE-1F9B-158E890A425E}" dt="2022-11-08T08:10:43.967" v="269" actId="20577"/>
        <pc:sldMkLst>
          <pc:docMk/>
          <pc:sldMk cId="2251878460" sldId="302"/>
        </pc:sldMkLst>
        <pc:spChg chg="mod">
          <ac:chgData name="Gusti Pangestu" userId="S::gusti.pangestu@binus.ac.id::7768735c-5c0d-4d9b-b550-ead0b3c82a30" providerId="AD" clId="Web-{A223DC79-8A1C-ABAE-1F9B-158E890A425E}" dt="2022-11-08T08:09:22.371" v="249" actId="20577"/>
          <ac:spMkLst>
            <pc:docMk/>
            <pc:sldMk cId="2251878460" sldId="302"/>
            <ac:spMk id="2" creationId="{023452D9-AF9A-0F98-0C01-7B25A0D2D05D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8:10:43.967" v="269" actId="20577"/>
          <ac:spMkLst>
            <pc:docMk/>
            <pc:sldMk cId="2251878460" sldId="302"/>
            <ac:spMk id="3" creationId="{910F573B-007A-F561-0511-D3CDB1F16358}"/>
          </ac:spMkLst>
        </pc:spChg>
      </pc:sldChg>
      <pc:sldChg chg="del">
        <pc:chgData name="Gusti Pangestu" userId="S::gusti.pangestu@binus.ac.id::7768735c-5c0d-4d9b-b550-ead0b3c82a30" providerId="AD" clId="Web-{A223DC79-8A1C-ABAE-1F9B-158E890A425E}" dt="2022-11-08T02:42:28.101" v="14"/>
        <pc:sldMkLst>
          <pc:docMk/>
          <pc:sldMk cId="4132436519" sldId="302"/>
        </pc:sldMkLst>
      </pc:sldChg>
      <pc:sldChg chg="addSp delSp modSp new">
        <pc:chgData name="Gusti Pangestu" userId="S::gusti.pangestu@binus.ac.id::7768735c-5c0d-4d9b-b550-ead0b3c82a30" providerId="AD" clId="Web-{A223DC79-8A1C-ABAE-1F9B-158E890A425E}" dt="2022-11-08T08:10:50.140" v="272"/>
        <pc:sldMkLst>
          <pc:docMk/>
          <pc:sldMk cId="1301941771" sldId="303"/>
        </pc:sldMkLst>
        <pc:spChg chg="del">
          <ac:chgData name="Gusti Pangestu" userId="S::gusti.pangestu@binus.ac.id::7768735c-5c0d-4d9b-b550-ead0b3c82a30" providerId="AD" clId="Web-{A223DC79-8A1C-ABAE-1F9B-158E890A425E}" dt="2022-11-08T08:10:50.140" v="272"/>
          <ac:spMkLst>
            <pc:docMk/>
            <pc:sldMk cId="1301941771" sldId="303"/>
            <ac:spMk id="2" creationId="{4D53193F-386D-FE86-B553-7DD117746C8D}"/>
          </ac:spMkLst>
        </pc:spChg>
        <pc:spChg chg="del">
          <ac:chgData name="Gusti Pangestu" userId="S::gusti.pangestu@binus.ac.id::7768735c-5c0d-4d9b-b550-ead0b3c82a30" providerId="AD" clId="Web-{A223DC79-8A1C-ABAE-1F9B-158E890A425E}" dt="2022-11-08T08:10:45.983" v="271"/>
          <ac:spMkLst>
            <pc:docMk/>
            <pc:sldMk cId="1301941771" sldId="303"/>
            <ac:spMk id="3" creationId="{7DE5D553-7B96-5476-815A-756D6320B66F}"/>
          </ac:spMkLst>
        </pc:spChg>
        <pc:picChg chg="add mod ord">
          <ac:chgData name="Gusti Pangestu" userId="S::gusti.pangestu@binus.ac.id::7768735c-5c0d-4d9b-b550-ead0b3c82a30" providerId="AD" clId="Web-{A223DC79-8A1C-ABAE-1F9B-158E890A425E}" dt="2022-11-08T08:10:45.983" v="271"/>
          <ac:picMkLst>
            <pc:docMk/>
            <pc:sldMk cId="1301941771" sldId="303"/>
            <ac:picMk id="4" creationId="{834D6E6A-1C57-1990-7B46-E068286128B8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13"/>
        <pc:sldMkLst>
          <pc:docMk/>
          <pc:sldMk cId="4173901416" sldId="303"/>
        </pc:sldMkLst>
      </pc:sldChg>
      <pc:sldChg chg="addSp delSp modSp new">
        <pc:chgData name="Gusti Pangestu" userId="S::gusti.pangestu@binus.ac.id::7768735c-5c0d-4d9b-b550-ead0b3c82a30" providerId="AD" clId="Web-{A223DC79-8A1C-ABAE-1F9B-158E890A425E}" dt="2022-11-08T09:02:06.937" v="292" actId="14100"/>
        <pc:sldMkLst>
          <pc:docMk/>
          <pc:sldMk cId="2438179628" sldId="304"/>
        </pc:sldMkLst>
        <pc:spChg chg="del">
          <ac:chgData name="Gusti Pangestu" userId="S::gusti.pangestu@binus.ac.id::7768735c-5c0d-4d9b-b550-ead0b3c82a30" providerId="AD" clId="Web-{A223DC79-8A1C-ABAE-1F9B-158E890A425E}" dt="2022-11-08T09:01:17.123" v="278"/>
          <ac:spMkLst>
            <pc:docMk/>
            <pc:sldMk cId="2438179628" sldId="304"/>
            <ac:spMk id="2" creationId="{9E3D8B49-B6FD-9FB2-183F-B1F5A1B86B4F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9:02:00.218" v="289" actId="20577"/>
          <ac:spMkLst>
            <pc:docMk/>
            <pc:sldMk cId="2438179628" sldId="304"/>
            <ac:spMk id="3" creationId="{2E02B41D-1089-F3E5-2D87-9328709EE1DC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9:02:06.937" v="292" actId="14100"/>
          <ac:picMkLst>
            <pc:docMk/>
            <pc:sldMk cId="2438179628" sldId="304"/>
            <ac:picMk id="4" creationId="{55AD6FF7-0801-2F3D-525C-61573A526548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12"/>
        <pc:sldMkLst>
          <pc:docMk/>
          <pc:sldMk cId="2940983348" sldId="304"/>
        </pc:sldMkLst>
      </pc:sldChg>
      <pc:sldChg chg="addSp modSp new">
        <pc:chgData name="Gusti Pangestu" userId="S::gusti.pangestu@binus.ac.id::7768735c-5c0d-4d9b-b550-ead0b3c82a30" providerId="AD" clId="Web-{A223DC79-8A1C-ABAE-1F9B-158E890A425E}" dt="2022-11-08T09:55:39.402" v="309" actId="14100"/>
        <pc:sldMkLst>
          <pc:docMk/>
          <pc:sldMk cId="108455753" sldId="305"/>
        </pc:sldMkLst>
        <pc:spChg chg="mod">
          <ac:chgData name="Gusti Pangestu" userId="S::gusti.pangestu@binus.ac.id::7768735c-5c0d-4d9b-b550-ead0b3c82a30" providerId="AD" clId="Web-{A223DC79-8A1C-ABAE-1F9B-158E890A425E}" dt="2022-11-08T09:54:29.853" v="296" actId="20577"/>
          <ac:spMkLst>
            <pc:docMk/>
            <pc:sldMk cId="108455753" sldId="305"/>
            <ac:spMk id="2" creationId="{3D72DB53-61D9-BFBA-98A6-A0104451DA80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9:55:11.495" v="305" actId="20577"/>
          <ac:spMkLst>
            <pc:docMk/>
            <pc:sldMk cId="108455753" sldId="305"/>
            <ac:spMk id="3" creationId="{AE41F33F-83FC-F04B-65B9-8AA89D8FC214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9:55:39.402" v="309" actId="14100"/>
          <ac:picMkLst>
            <pc:docMk/>
            <pc:sldMk cId="108455753" sldId="305"/>
            <ac:picMk id="4" creationId="{16F92BC1-AC15-CDEE-F393-8BA6DEEC5BE0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8"/>
        <pc:sldMkLst>
          <pc:docMk/>
          <pc:sldMk cId="654897096" sldId="305"/>
        </pc:sldMkLst>
      </pc:sldChg>
      <pc:sldChg chg="addSp modSp new">
        <pc:chgData name="Gusti Pangestu" userId="S::gusti.pangestu@binus.ac.id::7768735c-5c0d-4d9b-b550-ead0b3c82a30" providerId="AD" clId="Web-{A223DC79-8A1C-ABAE-1F9B-158E890A425E}" dt="2022-11-08T09:57:28.812" v="337" actId="1076"/>
        <pc:sldMkLst>
          <pc:docMk/>
          <pc:sldMk cId="1495215192" sldId="306"/>
        </pc:sldMkLst>
        <pc:spChg chg="mod">
          <ac:chgData name="Gusti Pangestu" userId="S::gusti.pangestu@binus.ac.id::7768735c-5c0d-4d9b-b550-ead0b3c82a30" providerId="AD" clId="Web-{A223DC79-8A1C-ABAE-1F9B-158E890A425E}" dt="2022-11-08T09:56:10.934" v="320" actId="20577"/>
          <ac:spMkLst>
            <pc:docMk/>
            <pc:sldMk cId="1495215192" sldId="306"/>
            <ac:spMk id="2" creationId="{BA12BD38-E371-84F6-51E5-446A2E8725A1}"/>
          </ac:spMkLst>
        </pc:spChg>
        <pc:spChg chg="mod">
          <ac:chgData name="Gusti Pangestu" userId="S::gusti.pangestu@binus.ac.id::7768735c-5c0d-4d9b-b550-ead0b3c82a30" providerId="AD" clId="Web-{A223DC79-8A1C-ABAE-1F9B-158E890A425E}" dt="2022-11-08T09:57:08.749" v="333" actId="20577"/>
          <ac:spMkLst>
            <pc:docMk/>
            <pc:sldMk cId="1495215192" sldId="306"/>
            <ac:spMk id="3" creationId="{AE53D38C-717E-2153-2296-EB8138EAC838}"/>
          </ac:spMkLst>
        </pc:spChg>
        <pc:picChg chg="add mod">
          <ac:chgData name="Gusti Pangestu" userId="S::gusti.pangestu@binus.ac.id::7768735c-5c0d-4d9b-b550-ead0b3c82a30" providerId="AD" clId="Web-{A223DC79-8A1C-ABAE-1F9B-158E890A425E}" dt="2022-11-08T09:57:28.812" v="337" actId="1076"/>
          <ac:picMkLst>
            <pc:docMk/>
            <pc:sldMk cId="1495215192" sldId="306"/>
            <ac:picMk id="4" creationId="{AAD421F8-28CB-82EF-DCD6-6A00546ED9F1}"/>
          </ac:picMkLst>
        </pc:picChg>
      </pc:sldChg>
      <pc:sldChg chg="del">
        <pc:chgData name="Gusti Pangestu" userId="S::gusti.pangestu@binus.ac.id::7768735c-5c0d-4d9b-b550-ead0b3c82a30" providerId="AD" clId="Web-{A223DC79-8A1C-ABAE-1F9B-158E890A425E}" dt="2022-11-08T02:42:28.101" v="11"/>
        <pc:sldMkLst>
          <pc:docMk/>
          <pc:sldMk cId="4236229230" sldId="306"/>
        </pc:sldMkLst>
      </pc:sldChg>
      <pc:sldChg chg="del">
        <pc:chgData name="Gusti Pangestu" userId="S::gusti.pangestu@binus.ac.id::7768735c-5c0d-4d9b-b550-ead0b3c82a30" providerId="AD" clId="Web-{A223DC79-8A1C-ABAE-1F9B-158E890A425E}" dt="2022-11-08T02:42:28.101" v="10"/>
        <pc:sldMkLst>
          <pc:docMk/>
          <pc:sldMk cId="868108864" sldId="307"/>
        </pc:sldMkLst>
      </pc:sldChg>
      <pc:sldChg chg="del">
        <pc:chgData name="Gusti Pangestu" userId="S::gusti.pangestu@binus.ac.id::7768735c-5c0d-4d9b-b550-ead0b3c82a30" providerId="AD" clId="Web-{A223DC79-8A1C-ABAE-1F9B-158E890A425E}" dt="2022-11-08T02:42:28.101" v="9"/>
        <pc:sldMkLst>
          <pc:docMk/>
          <pc:sldMk cId="2349906427" sldId="308"/>
        </pc:sldMkLst>
      </pc:sldChg>
    </pc:docChg>
  </pc:docChgLst>
  <pc:docChgLst>
    <pc:chgData name="Gusti Pangestu" userId="S::gusti.pangestu@binus.ac.id::7768735c-5c0d-4d9b-b550-ead0b3c82a30" providerId="AD" clId="Web-{C85BC696-B738-F53D-98D5-65753C315CC0}"/>
    <pc:docChg chg="addSld delSld modSld modSection">
      <pc:chgData name="Gusti Pangestu" userId="S::gusti.pangestu@binus.ac.id::7768735c-5c0d-4d9b-b550-ead0b3c82a30" providerId="AD" clId="Web-{C85BC696-B738-F53D-98D5-65753C315CC0}" dt="2022-11-17T07:11:17.053" v="77" actId="20577"/>
      <pc:docMkLst>
        <pc:docMk/>
      </pc:docMkLst>
      <pc:sldChg chg="modSp">
        <pc:chgData name="Gusti Pangestu" userId="S::gusti.pangestu@binus.ac.id::7768735c-5c0d-4d9b-b550-ead0b3c82a30" providerId="AD" clId="Web-{C85BC696-B738-F53D-98D5-65753C315CC0}" dt="2022-11-17T06:32:55.635" v="2" actId="20577"/>
        <pc:sldMkLst>
          <pc:docMk/>
          <pc:sldMk cId="1545682022" sldId="290"/>
        </pc:sldMkLst>
        <pc:spChg chg="mod">
          <ac:chgData name="Gusti Pangestu" userId="S::gusti.pangestu@binus.ac.id::7768735c-5c0d-4d9b-b550-ead0b3c82a30" providerId="AD" clId="Web-{C85BC696-B738-F53D-98D5-65753C315CC0}" dt="2022-11-17T06:32:55.635" v="2" actId="20577"/>
          <ac:spMkLst>
            <pc:docMk/>
            <pc:sldMk cId="1545682022" sldId="290"/>
            <ac:spMk id="3" creationId="{CFBE6DC7-A61F-27FA-B9A7-7018AFBF0075}"/>
          </ac:spMkLst>
        </pc:spChg>
      </pc:sldChg>
      <pc:sldChg chg="addSp modSp new">
        <pc:chgData name="Gusti Pangestu" userId="S::gusti.pangestu@binus.ac.id::7768735c-5c0d-4d9b-b550-ead0b3c82a30" providerId="AD" clId="Web-{C85BC696-B738-F53D-98D5-65753C315CC0}" dt="2022-11-17T06:37:53.437" v="44" actId="14100"/>
        <pc:sldMkLst>
          <pc:docMk/>
          <pc:sldMk cId="862529639" sldId="291"/>
        </pc:sldMkLst>
        <pc:spChg chg="mod">
          <ac:chgData name="Gusti Pangestu" userId="S::gusti.pangestu@binus.ac.id::7768735c-5c0d-4d9b-b550-ead0b3c82a30" providerId="AD" clId="Web-{C85BC696-B738-F53D-98D5-65753C315CC0}" dt="2022-11-17T06:34:03.261" v="33" actId="20577"/>
          <ac:spMkLst>
            <pc:docMk/>
            <pc:sldMk cId="862529639" sldId="291"/>
            <ac:spMk id="2" creationId="{244DCDDE-684F-4312-619A-1B0E60F01277}"/>
          </ac:spMkLst>
        </pc:spChg>
        <pc:spChg chg="mod">
          <ac:chgData name="Gusti Pangestu" userId="S::gusti.pangestu@binus.ac.id::7768735c-5c0d-4d9b-b550-ead0b3c82a30" providerId="AD" clId="Web-{C85BC696-B738-F53D-98D5-65753C315CC0}" dt="2022-11-17T06:37:46.906" v="41" actId="20577"/>
          <ac:spMkLst>
            <pc:docMk/>
            <pc:sldMk cId="862529639" sldId="291"/>
            <ac:spMk id="3" creationId="{B6F4EBE5-9772-CE07-35BD-983FAFE4DE40}"/>
          </ac:spMkLst>
        </pc:spChg>
        <pc:picChg chg="add mod">
          <ac:chgData name="Gusti Pangestu" userId="S::gusti.pangestu@binus.ac.id::7768735c-5c0d-4d9b-b550-ead0b3c82a30" providerId="AD" clId="Web-{C85BC696-B738-F53D-98D5-65753C315CC0}" dt="2022-11-17T06:37:53.437" v="44" actId="14100"/>
          <ac:picMkLst>
            <pc:docMk/>
            <pc:sldMk cId="862529639" sldId="291"/>
            <ac:picMk id="4" creationId="{70D5BA5C-FA3A-0440-DE06-470582C8BDA3}"/>
          </ac:picMkLst>
        </pc:picChg>
      </pc:sldChg>
      <pc:sldChg chg="del">
        <pc:chgData name="Gusti Pangestu" userId="S::gusti.pangestu@binus.ac.id::7768735c-5c0d-4d9b-b550-ead0b3c82a30" providerId="AD" clId="Web-{C85BC696-B738-F53D-98D5-65753C315CC0}" dt="2022-11-17T06:33:01.244" v="27"/>
        <pc:sldMkLst>
          <pc:docMk/>
          <pc:sldMk cId="3825084955" sldId="291"/>
        </pc:sldMkLst>
      </pc:sldChg>
      <pc:sldChg chg="addSp delSp modSp new">
        <pc:chgData name="Gusti Pangestu" userId="S::gusti.pangestu@binus.ac.id::7768735c-5c0d-4d9b-b550-ead0b3c82a30" providerId="AD" clId="Web-{C85BC696-B738-F53D-98D5-65753C315CC0}" dt="2022-11-17T07:10:35.130" v="68" actId="1076"/>
        <pc:sldMkLst>
          <pc:docMk/>
          <pc:sldMk cId="389853168" sldId="292"/>
        </pc:sldMkLst>
        <pc:spChg chg="del">
          <ac:chgData name="Gusti Pangestu" userId="S::gusti.pangestu@binus.ac.id::7768735c-5c0d-4d9b-b550-ead0b3c82a30" providerId="AD" clId="Web-{C85BC696-B738-F53D-98D5-65753C315CC0}" dt="2022-11-17T06:38:07.391" v="46"/>
          <ac:spMkLst>
            <pc:docMk/>
            <pc:sldMk cId="389853168" sldId="292"/>
            <ac:spMk id="2" creationId="{AFC24774-3A58-F649-0FFD-536B83B88AB0}"/>
          </ac:spMkLst>
        </pc:spChg>
        <pc:spChg chg="mod">
          <ac:chgData name="Gusti Pangestu" userId="S::gusti.pangestu@binus.ac.id::7768735c-5c0d-4d9b-b550-ead0b3c82a30" providerId="AD" clId="Web-{C85BC696-B738-F53D-98D5-65753C315CC0}" dt="2022-11-17T07:10:26.161" v="64" actId="20577"/>
          <ac:spMkLst>
            <pc:docMk/>
            <pc:sldMk cId="389853168" sldId="292"/>
            <ac:spMk id="3" creationId="{069F0CBE-BF2F-2E87-932C-82337BE12E1D}"/>
          </ac:spMkLst>
        </pc:spChg>
        <pc:picChg chg="add mod">
          <ac:chgData name="Gusti Pangestu" userId="S::gusti.pangestu@binus.ac.id::7768735c-5c0d-4d9b-b550-ead0b3c82a30" providerId="AD" clId="Web-{C85BC696-B738-F53D-98D5-65753C315CC0}" dt="2022-11-17T07:01:19.381" v="53" actId="1076"/>
          <ac:picMkLst>
            <pc:docMk/>
            <pc:sldMk cId="389853168" sldId="292"/>
            <ac:picMk id="2" creationId="{B798C832-8BC3-6D81-BBB8-D67155B95F57}"/>
          </ac:picMkLst>
        </pc:picChg>
        <pc:picChg chg="add del">
          <ac:chgData name="Gusti Pangestu" userId="S::gusti.pangestu@binus.ac.id::7768735c-5c0d-4d9b-b550-ead0b3c82a30" providerId="AD" clId="Web-{C85BC696-B738-F53D-98D5-65753C315CC0}" dt="2022-11-17T07:09:57.489" v="59"/>
          <ac:picMkLst>
            <pc:docMk/>
            <pc:sldMk cId="389853168" sldId="292"/>
            <ac:picMk id="4" creationId="{5E39D01C-490A-1C84-05EF-D37719F24D7A}"/>
          </ac:picMkLst>
        </pc:picChg>
        <pc:picChg chg="add mod">
          <ac:chgData name="Gusti Pangestu" userId="S::gusti.pangestu@binus.ac.id::7768735c-5c0d-4d9b-b550-ead0b3c82a30" providerId="AD" clId="Web-{C85BC696-B738-F53D-98D5-65753C315CC0}" dt="2022-11-17T07:10:35.130" v="68" actId="1076"/>
          <ac:picMkLst>
            <pc:docMk/>
            <pc:sldMk cId="389853168" sldId="292"/>
            <ac:picMk id="5" creationId="{A4B19CA3-4795-14F0-0103-63A109236D89}"/>
          </ac:picMkLst>
        </pc:picChg>
      </pc:sldChg>
      <pc:sldChg chg="del">
        <pc:chgData name="Gusti Pangestu" userId="S::gusti.pangestu@binus.ac.id::7768735c-5c0d-4d9b-b550-ead0b3c82a30" providerId="AD" clId="Web-{C85BC696-B738-F53D-98D5-65753C315CC0}" dt="2022-11-17T06:33:01.229" v="26"/>
        <pc:sldMkLst>
          <pc:docMk/>
          <pc:sldMk cId="1339754843" sldId="292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25"/>
        <pc:sldMkLst>
          <pc:docMk/>
          <pc:sldMk cId="1054886527" sldId="293"/>
        </pc:sldMkLst>
      </pc:sldChg>
      <pc:sldChg chg="modSp new">
        <pc:chgData name="Gusti Pangestu" userId="S::gusti.pangestu@binus.ac.id::7768735c-5c0d-4d9b-b550-ead0b3c82a30" providerId="AD" clId="Web-{C85BC696-B738-F53D-98D5-65753C315CC0}" dt="2022-11-17T07:11:17.053" v="77" actId="20577"/>
        <pc:sldMkLst>
          <pc:docMk/>
          <pc:sldMk cId="3520273111" sldId="293"/>
        </pc:sldMkLst>
        <pc:spChg chg="mod">
          <ac:chgData name="Gusti Pangestu" userId="S::gusti.pangestu@binus.ac.id::7768735c-5c0d-4d9b-b550-ead0b3c82a30" providerId="AD" clId="Web-{C85BC696-B738-F53D-98D5-65753C315CC0}" dt="2022-11-17T07:11:00.537" v="72" actId="20577"/>
          <ac:spMkLst>
            <pc:docMk/>
            <pc:sldMk cId="3520273111" sldId="293"/>
            <ac:spMk id="2" creationId="{A824AE3C-3D9A-98B0-604B-30A020B57517}"/>
          </ac:spMkLst>
        </pc:spChg>
        <pc:spChg chg="mod">
          <ac:chgData name="Gusti Pangestu" userId="S::gusti.pangestu@binus.ac.id::7768735c-5c0d-4d9b-b550-ead0b3c82a30" providerId="AD" clId="Web-{C85BC696-B738-F53D-98D5-65753C315CC0}" dt="2022-11-17T07:11:17.053" v="77" actId="20577"/>
          <ac:spMkLst>
            <pc:docMk/>
            <pc:sldMk cId="3520273111" sldId="293"/>
            <ac:spMk id="3" creationId="{7332E425-2FBF-9FAC-F086-989178224689}"/>
          </ac:spMkLst>
        </pc:spChg>
      </pc:sldChg>
      <pc:sldChg chg="del">
        <pc:chgData name="Gusti Pangestu" userId="S::gusti.pangestu@binus.ac.id::7768735c-5c0d-4d9b-b550-ead0b3c82a30" providerId="AD" clId="Web-{C85BC696-B738-F53D-98D5-65753C315CC0}" dt="2022-11-17T06:33:01.229" v="24"/>
        <pc:sldMkLst>
          <pc:docMk/>
          <pc:sldMk cId="684104041" sldId="294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23"/>
        <pc:sldMkLst>
          <pc:docMk/>
          <pc:sldMk cId="3833624046" sldId="295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22"/>
        <pc:sldMkLst>
          <pc:docMk/>
          <pc:sldMk cId="2301636605" sldId="296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21"/>
        <pc:sldMkLst>
          <pc:docMk/>
          <pc:sldMk cId="2568124687" sldId="297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20"/>
        <pc:sldMkLst>
          <pc:docMk/>
          <pc:sldMk cId="1685238828" sldId="298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9"/>
        <pc:sldMkLst>
          <pc:docMk/>
          <pc:sldMk cId="2835585452" sldId="299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8"/>
        <pc:sldMkLst>
          <pc:docMk/>
          <pc:sldMk cId="317275369" sldId="300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7"/>
        <pc:sldMkLst>
          <pc:docMk/>
          <pc:sldMk cId="340465697" sldId="301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6"/>
        <pc:sldMkLst>
          <pc:docMk/>
          <pc:sldMk cId="270357174" sldId="302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5"/>
        <pc:sldMkLst>
          <pc:docMk/>
          <pc:sldMk cId="3376913443" sldId="303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4"/>
        <pc:sldMkLst>
          <pc:docMk/>
          <pc:sldMk cId="1025671823" sldId="304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3"/>
        <pc:sldMkLst>
          <pc:docMk/>
          <pc:sldMk cId="3455937725" sldId="305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2"/>
        <pc:sldMkLst>
          <pc:docMk/>
          <pc:sldMk cId="3782674666" sldId="306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1"/>
        <pc:sldMkLst>
          <pc:docMk/>
          <pc:sldMk cId="88950683" sldId="307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10"/>
        <pc:sldMkLst>
          <pc:docMk/>
          <pc:sldMk cId="1661426597" sldId="308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29" v="9"/>
        <pc:sldMkLst>
          <pc:docMk/>
          <pc:sldMk cId="2364365303" sldId="309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13" v="8"/>
        <pc:sldMkLst>
          <pc:docMk/>
          <pc:sldMk cId="636280278" sldId="310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13" v="7"/>
        <pc:sldMkLst>
          <pc:docMk/>
          <pc:sldMk cId="781249497" sldId="311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13" v="6"/>
        <pc:sldMkLst>
          <pc:docMk/>
          <pc:sldMk cId="1569435913" sldId="312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13" v="5"/>
        <pc:sldMkLst>
          <pc:docMk/>
          <pc:sldMk cId="604071880" sldId="313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13" v="4"/>
        <pc:sldMkLst>
          <pc:docMk/>
          <pc:sldMk cId="3205491912" sldId="314"/>
        </pc:sldMkLst>
      </pc:sldChg>
      <pc:sldChg chg="del">
        <pc:chgData name="Gusti Pangestu" userId="S::gusti.pangestu@binus.ac.id::7768735c-5c0d-4d9b-b550-ead0b3c82a30" providerId="AD" clId="Web-{C85BC696-B738-F53D-98D5-65753C315CC0}" dt="2022-11-17T06:33:01.213" v="3"/>
        <pc:sldMkLst>
          <pc:docMk/>
          <pc:sldMk cId="1587019659" sldId="315"/>
        </pc:sldMkLst>
      </pc:sldChg>
    </pc:docChg>
  </pc:docChgLst>
  <pc:docChgLst>
    <pc:chgData name="Gusti Pangestu" userId="S::gusti.pangestu@binus.ac.id::7768735c-5c0d-4d9b-b550-ead0b3c82a30" providerId="AD" clId="Web-{CE3EDE46-5A29-B0DA-503C-90F3093E0DF2}"/>
    <pc:docChg chg="addSld delSld modSld modSection">
      <pc:chgData name="Gusti Pangestu" userId="S::gusti.pangestu@binus.ac.id::7768735c-5c0d-4d9b-b550-ead0b3c82a30" providerId="AD" clId="Web-{CE3EDE46-5A29-B0DA-503C-90F3093E0DF2}" dt="2022-11-17T04:12:11.346" v="305" actId="1076"/>
      <pc:docMkLst>
        <pc:docMk/>
      </pc:docMkLst>
      <pc:sldChg chg="addSp modSp">
        <pc:chgData name="Gusti Pangestu" userId="S::gusti.pangestu@binus.ac.id::7768735c-5c0d-4d9b-b550-ead0b3c82a30" providerId="AD" clId="Web-{CE3EDE46-5A29-B0DA-503C-90F3093E0DF2}" dt="2022-11-17T02:30:06.464" v="9" actId="1076"/>
        <pc:sldMkLst>
          <pc:docMk/>
          <pc:sldMk cId="1339754843" sldId="292"/>
        </pc:sldMkLst>
        <pc:spChg chg="mod">
          <ac:chgData name="Gusti Pangestu" userId="S::gusti.pangestu@binus.ac.id::7768735c-5c0d-4d9b-b550-ead0b3c82a30" providerId="AD" clId="Web-{CE3EDE46-5A29-B0DA-503C-90F3093E0DF2}" dt="2022-11-17T02:29:39.775" v="2" actId="20577"/>
          <ac:spMkLst>
            <pc:docMk/>
            <pc:sldMk cId="1339754843" sldId="292"/>
            <ac:spMk id="2" creationId="{2CD4D38E-151C-E926-4A5E-2418D5764E48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2:30:02.245" v="7" actId="20577"/>
          <ac:spMkLst>
            <pc:docMk/>
            <pc:sldMk cId="1339754843" sldId="292"/>
            <ac:spMk id="3" creationId="{C335E920-A773-D16F-8C4B-B58D0B92E14B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2:30:06.464" v="9" actId="1076"/>
          <ac:picMkLst>
            <pc:docMk/>
            <pc:sldMk cId="1339754843" sldId="292"/>
            <ac:picMk id="4" creationId="{1BA222C6-0E1E-1340-EC89-57C5A3678DA5}"/>
          </ac:picMkLst>
        </pc:picChg>
      </pc:sldChg>
      <pc:sldChg chg="modSp new">
        <pc:chgData name="Gusti Pangestu" userId="S::gusti.pangestu@binus.ac.id::7768735c-5c0d-4d9b-b550-ead0b3c82a30" providerId="AD" clId="Web-{CE3EDE46-5A29-B0DA-503C-90F3093E0DF2}" dt="2022-11-17T02:39:44.199" v="37" actId="20577"/>
        <pc:sldMkLst>
          <pc:docMk/>
          <pc:sldMk cId="1054886527" sldId="293"/>
        </pc:sldMkLst>
        <pc:spChg chg="mod">
          <ac:chgData name="Gusti Pangestu" userId="S::gusti.pangestu@binus.ac.id::7768735c-5c0d-4d9b-b550-ead0b3c82a30" providerId="AD" clId="Web-{CE3EDE46-5A29-B0DA-503C-90F3093E0DF2}" dt="2022-11-17T02:37:00.737" v="11" actId="20577"/>
          <ac:spMkLst>
            <pc:docMk/>
            <pc:sldMk cId="1054886527" sldId="293"/>
            <ac:spMk id="2" creationId="{A25E6832-DE91-DAFB-DDE1-D779DC886C1C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2:39:44.199" v="37" actId="20577"/>
          <ac:spMkLst>
            <pc:docMk/>
            <pc:sldMk cId="1054886527" sldId="293"/>
            <ac:spMk id="3" creationId="{FD220624-B9A7-EBEF-D81E-15866C8200F6}"/>
          </ac:spMkLst>
        </pc:spChg>
      </pc:sldChg>
      <pc:sldChg chg="addSp modSp new mod modClrScheme chgLayout">
        <pc:chgData name="Gusti Pangestu" userId="S::gusti.pangestu@binus.ac.id::7768735c-5c0d-4d9b-b550-ead0b3c82a30" providerId="AD" clId="Web-{CE3EDE46-5A29-B0DA-503C-90F3093E0DF2}" dt="2022-11-17T02:40:25.358" v="51"/>
        <pc:sldMkLst>
          <pc:docMk/>
          <pc:sldMk cId="684104041" sldId="294"/>
        </pc:sldMkLst>
        <pc:spChg chg="mod">
          <ac:chgData name="Gusti Pangestu" userId="S::gusti.pangestu@binus.ac.id::7768735c-5c0d-4d9b-b550-ead0b3c82a30" providerId="AD" clId="Web-{CE3EDE46-5A29-B0DA-503C-90F3093E0DF2}" dt="2022-11-17T02:40:25.358" v="51"/>
          <ac:spMkLst>
            <pc:docMk/>
            <pc:sldMk cId="684104041" sldId="294"/>
            <ac:spMk id="2" creationId="{76446C04-98C7-48D6-ACC9-484320EC91C9}"/>
          </ac:spMkLst>
        </pc:spChg>
        <pc:spChg chg="mod ord">
          <ac:chgData name="Gusti Pangestu" userId="S::gusti.pangestu@binus.ac.id::7768735c-5c0d-4d9b-b550-ead0b3c82a30" providerId="AD" clId="Web-{CE3EDE46-5A29-B0DA-503C-90F3093E0DF2}" dt="2022-11-17T02:40:25.358" v="51"/>
          <ac:spMkLst>
            <pc:docMk/>
            <pc:sldMk cId="684104041" sldId="294"/>
            <ac:spMk id="3" creationId="{AA33375F-B4CA-4565-DB0C-9246CAF6A535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2:40:25.358" v="51"/>
          <ac:picMkLst>
            <pc:docMk/>
            <pc:sldMk cId="684104041" sldId="294"/>
            <ac:picMk id="4" creationId="{A9A3C4D7-FECD-3F78-E8F0-E813A4AC1BD2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CE3EDE46-5A29-B0DA-503C-90F3093E0DF2}" dt="2022-11-17T02:44:05.964" v="69" actId="14100"/>
        <pc:sldMkLst>
          <pc:docMk/>
          <pc:sldMk cId="3833624046" sldId="295"/>
        </pc:sldMkLst>
        <pc:spChg chg="del mod ord">
          <ac:chgData name="Gusti Pangestu" userId="S::gusti.pangestu@binus.ac.id::7768735c-5c0d-4d9b-b550-ead0b3c82a30" providerId="AD" clId="Web-{CE3EDE46-5A29-B0DA-503C-90F3093E0DF2}" dt="2022-11-17T02:41:59.629" v="54"/>
          <ac:spMkLst>
            <pc:docMk/>
            <pc:sldMk cId="3833624046" sldId="295"/>
            <ac:spMk id="2" creationId="{32CE7728-BA47-DFDE-8044-340872129C40}"/>
          </ac:spMkLst>
        </pc:spChg>
        <pc:spChg chg="add del mod ord">
          <ac:chgData name="Gusti Pangestu" userId="S::gusti.pangestu@binus.ac.id::7768735c-5c0d-4d9b-b550-ead0b3c82a30" providerId="AD" clId="Web-{CE3EDE46-5A29-B0DA-503C-90F3093E0DF2}" dt="2022-11-17T02:42:10.551" v="57"/>
          <ac:spMkLst>
            <pc:docMk/>
            <pc:sldMk cId="3833624046" sldId="295"/>
            <ac:spMk id="3" creationId="{EDEFBE65-CBB3-48E4-18C8-528F93474F0B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2:41:38.737" v="53"/>
          <ac:spMkLst>
            <pc:docMk/>
            <pc:sldMk cId="3833624046" sldId="295"/>
            <ac:spMk id="4" creationId="{7187D58D-4EF1-2160-99A8-AB9844A0EEE7}"/>
          </ac:spMkLst>
        </pc:spChg>
        <pc:spChg chg="add mod">
          <ac:chgData name="Gusti Pangestu" userId="S::gusti.pangestu@binus.ac.id::7768735c-5c0d-4d9b-b550-ead0b3c82a30" providerId="AD" clId="Web-{CE3EDE46-5A29-B0DA-503C-90F3093E0DF2}" dt="2022-11-17T02:44:00.620" v="66" actId="20577"/>
          <ac:spMkLst>
            <pc:docMk/>
            <pc:sldMk cId="3833624046" sldId="295"/>
            <ac:spMk id="7" creationId="{E569D11F-FDB9-70B7-FD76-B0C4C2FC4EFE}"/>
          </ac:spMkLst>
        </pc:spChg>
        <pc:picChg chg="add del mod ord">
          <ac:chgData name="Gusti Pangestu" userId="S::gusti.pangestu@binus.ac.id::7768735c-5c0d-4d9b-b550-ead0b3c82a30" providerId="AD" clId="Web-{CE3EDE46-5A29-B0DA-503C-90F3093E0DF2}" dt="2022-11-17T02:42:04.473" v="56"/>
          <ac:picMkLst>
            <pc:docMk/>
            <pc:sldMk cId="3833624046" sldId="295"/>
            <ac:picMk id="5" creationId="{663F456C-BCDF-1D52-ACC7-3BF3289B86E2}"/>
          </ac:picMkLst>
        </pc:picChg>
        <pc:picChg chg="add mod ord">
          <ac:chgData name="Gusti Pangestu" userId="S::gusti.pangestu@binus.ac.id::7768735c-5c0d-4d9b-b550-ead0b3c82a30" providerId="AD" clId="Web-{CE3EDE46-5A29-B0DA-503C-90F3093E0DF2}" dt="2022-11-17T02:42:13.989" v="58" actId="1076"/>
          <ac:picMkLst>
            <pc:docMk/>
            <pc:sldMk cId="3833624046" sldId="295"/>
            <ac:picMk id="6" creationId="{DE0AFD10-B38B-4736-E5FD-BC6338DF9C66}"/>
          </ac:picMkLst>
        </pc:picChg>
        <pc:picChg chg="add mod">
          <ac:chgData name="Gusti Pangestu" userId="S::gusti.pangestu@binus.ac.id::7768735c-5c0d-4d9b-b550-ead0b3c82a30" providerId="AD" clId="Web-{CE3EDE46-5A29-B0DA-503C-90F3093E0DF2}" dt="2022-11-17T02:44:05.964" v="69" actId="14100"/>
          <ac:picMkLst>
            <pc:docMk/>
            <pc:sldMk cId="3833624046" sldId="295"/>
            <ac:picMk id="8" creationId="{10C6FBC8-0B03-9A9F-4D6B-13D822939E96}"/>
          </ac:picMkLst>
        </pc:picChg>
      </pc:sldChg>
      <pc:sldChg chg="addSp modSp new mod modClrScheme chgLayout">
        <pc:chgData name="Gusti Pangestu" userId="S::gusti.pangestu@binus.ac.id::7768735c-5c0d-4d9b-b550-ead0b3c82a30" providerId="AD" clId="Web-{CE3EDE46-5A29-B0DA-503C-90F3093E0DF2}" dt="2022-11-17T02:46:04.361" v="84"/>
        <pc:sldMkLst>
          <pc:docMk/>
          <pc:sldMk cId="2301636605" sldId="296"/>
        </pc:sldMkLst>
        <pc:spChg chg="mod">
          <ac:chgData name="Gusti Pangestu" userId="S::gusti.pangestu@binus.ac.id::7768735c-5c0d-4d9b-b550-ead0b3c82a30" providerId="AD" clId="Web-{CE3EDE46-5A29-B0DA-503C-90F3093E0DF2}" dt="2022-11-17T02:46:04.361" v="84"/>
          <ac:spMkLst>
            <pc:docMk/>
            <pc:sldMk cId="2301636605" sldId="296"/>
            <ac:spMk id="2" creationId="{B48C2AE9-E331-7958-15CD-63DA57763CE7}"/>
          </ac:spMkLst>
        </pc:spChg>
        <pc:spChg chg="mod ord">
          <ac:chgData name="Gusti Pangestu" userId="S::gusti.pangestu@binus.ac.id::7768735c-5c0d-4d9b-b550-ead0b3c82a30" providerId="AD" clId="Web-{CE3EDE46-5A29-B0DA-503C-90F3093E0DF2}" dt="2022-11-17T02:46:04.361" v="84"/>
          <ac:spMkLst>
            <pc:docMk/>
            <pc:sldMk cId="2301636605" sldId="296"/>
            <ac:spMk id="3" creationId="{E3E777C0-8FB7-C65C-56C4-F6BA3B60593F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2:46:04.361" v="84"/>
          <ac:picMkLst>
            <pc:docMk/>
            <pc:sldMk cId="2301636605" sldId="296"/>
            <ac:picMk id="4" creationId="{479F3450-FDC9-16B6-63F3-28C32AE60EA7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CE3EDE46-5A29-B0DA-503C-90F3093E0DF2}" dt="2022-11-17T02:58:34.138" v="119"/>
        <pc:sldMkLst>
          <pc:docMk/>
          <pc:sldMk cId="2568124687" sldId="297"/>
        </pc:sldMkLst>
        <pc:spChg chg="mod ord">
          <ac:chgData name="Gusti Pangestu" userId="S::gusti.pangestu@binus.ac.id::7768735c-5c0d-4d9b-b550-ead0b3c82a30" providerId="AD" clId="Web-{CE3EDE46-5A29-B0DA-503C-90F3093E0DF2}" dt="2022-11-17T02:58:31.106" v="118"/>
          <ac:spMkLst>
            <pc:docMk/>
            <pc:sldMk cId="2568124687" sldId="297"/>
            <ac:spMk id="2" creationId="{CB715408-0DF7-2FEE-EC89-772E8AACCD76}"/>
          </ac:spMkLst>
        </pc:spChg>
        <pc:spChg chg="del mod ord">
          <ac:chgData name="Gusti Pangestu" userId="S::gusti.pangestu@binus.ac.id::7768735c-5c0d-4d9b-b550-ead0b3c82a30" providerId="AD" clId="Web-{CE3EDE46-5A29-B0DA-503C-90F3093E0DF2}" dt="2022-11-17T02:58:34.138" v="119"/>
          <ac:spMkLst>
            <pc:docMk/>
            <pc:sldMk cId="2568124687" sldId="297"/>
            <ac:spMk id="3" creationId="{F0582F19-7330-1AAC-5479-F83EA9FC21E7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2:58:31.106" v="118"/>
          <ac:spMkLst>
            <pc:docMk/>
            <pc:sldMk cId="2568124687" sldId="297"/>
            <ac:spMk id="4" creationId="{D7548E84-2546-3A42-5B73-E298665ADD37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2:58:34.138" v="119"/>
          <ac:picMkLst>
            <pc:docMk/>
            <pc:sldMk cId="2568124687" sldId="297"/>
            <ac:picMk id="5" creationId="{BAB171C5-00AE-6911-18FF-1C0281F79BDE}"/>
          </ac:picMkLst>
        </pc:picChg>
      </pc:sldChg>
      <pc:sldChg chg="modSp new del">
        <pc:chgData name="Gusti Pangestu" userId="S::gusti.pangestu@binus.ac.id::7768735c-5c0d-4d9b-b550-ead0b3c82a30" providerId="AD" clId="Web-{CE3EDE46-5A29-B0DA-503C-90F3093E0DF2}" dt="2022-11-17T02:55:07.845" v="97"/>
        <pc:sldMkLst>
          <pc:docMk/>
          <pc:sldMk cId="3739284830" sldId="297"/>
        </pc:sldMkLst>
        <pc:spChg chg="mod">
          <ac:chgData name="Gusti Pangestu" userId="S::gusti.pangestu@binus.ac.id::7768735c-5c0d-4d9b-b550-ead0b3c82a30" providerId="AD" clId="Web-{CE3EDE46-5A29-B0DA-503C-90F3093E0DF2}" dt="2022-11-17T02:55:07.157" v="96" actId="20577"/>
          <ac:spMkLst>
            <pc:docMk/>
            <pc:sldMk cId="3739284830" sldId="297"/>
            <ac:spMk id="2" creationId="{7F64B7DE-455C-0D22-DD1C-CB06EAEC75C4}"/>
          </ac:spMkLst>
        </pc:spChg>
      </pc:sldChg>
      <pc:sldChg chg="addSp delSp modSp new">
        <pc:chgData name="Gusti Pangestu" userId="S::gusti.pangestu@binus.ac.id::7768735c-5c0d-4d9b-b550-ead0b3c82a30" providerId="AD" clId="Web-{CE3EDE46-5A29-B0DA-503C-90F3093E0DF2}" dt="2022-11-17T03:31:36.515" v="124" actId="14100"/>
        <pc:sldMkLst>
          <pc:docMk/>
          <pc:sldMk cId="1685238828" sldId="298"/>
        </pc:sldMkLst>
        <pc:spChg chg="del">
          <ac:chgData name="Gusti Pangestu" userId="S::gusti.pangestu@binus.ac.id::7768735c-5c0d-4d9b-b550-ead0b3c82a30" providerId="AD" clId="Web-{CE3EDE46-5A29-B0DA-503C-90F3093E0DF2}" dt="2022-11-17T03:31:25.249" v="122"/>
          <ac:spMkLst>
            <pc:docMk/>
            <pc:sldMk cId="1685238828" sldId="298"/>
            <ac:spMk id="2" creationId="{86222EB7-46A5-B329-4713-55BED742F115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3:31:23.093" v="121"/>
          <ac:spMkLst>
            <pc:docMk/>
            <pc:sldMk cId="1685238828" sldId="298"/>
            <ac:spMk id="3" creationId="{2743A34F-EFF0-F950-6647-02A0622EAECE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3:31:36.515" v="124" actId="14100"/>
          <ac:picMkLst>
            <pc:docMk/>
            <pc:sldMk cId="1685238828" sldId="298"/>
            <ac:picMk id="4" creationId="{7930E9D0-B875-6F14-A628-223A28A139C2}"/>
          </ac:picMkLst>
        </pc:picChg>
      </pc:sldChg>
      <pc:sldChg chg="modSp new">
        <pc:chgData name="Gusti Pangestu" userId="S::gusti.pangestu@binus.ac.id::7768735c-5c0d-4d9b-b550-ead0b3c82a30" providerId="AD" clId="Web-{CE3EDE46-5A29-B0DA-503C-90F3093E0DF2}" dt="2022-11-17T03:43:03.632" v="136" actId="20577"/>
        <pc:sldMkLst>
          <pc:docMk/>
          <pc:sldMk cId="2835585452" sldId="299"/>
        </pc:sldMkLst>
        <pc:spChg chg="mod">
          <ac:chgData name="Gusti Pangestu" userId="S::gusti.pangestu@binus.ac.id::7768735c-5c0d-4d9b-b550-ead0b3c82a30" providerId="AD" clId="Web-{CE3EDE46-5A29-B0DA-503C-90F3093E0DF2}" dt="2022-11-17T03:40:30.798" v="127" actId="20577"/>
          <ac:spMkLst>
            <pc:docMk/>
            <pc:sldMk cId="2835585452" sldId="299"/>
            <ac:spMk id="2" creationId="{AD388A89-AE3B-2FF2-D754-C6EF6E90C86E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3:43:03.632" v="136" actId="20577"/>
          <ac:spMkLst>
            <pc:docMk/>
            <pc:sldMk cId="2835585452" sldId="299"/>
            <ac:spMk id="3" creationId="{0713FFE9-84CC-230D-AAD8-CBD136347397}"/>
          </ac:spMkLst>
        </pc:spChg>
      </pc:sldChg>
      <pc:sldChg chg="addSp delSp modSp new">
        <pc:chgData name="Gusti Pangestu" userId="S::gusti.pangestu@binus.ac.id::7768735c-5c0d-4d9b-b550-ead0b3c82a30" providerId="AD" clId="Web-{CE3EDE46-5A29-B0DA-503C-90F3093E0DF2}" dt="2022-11-17T03:43:15.929" v="141" actId="14100"/>
        <pc:sldMkLst>
          <pc:docMk/>
          <pc:sldMk cId="317275369" sldId="300"/>
        </pc:sldMkLst>
        <pc:spChg chg="del">
          <ac:chgData name="Gusti Pangestu" userId="S::gusti.pangestu@binus.ac.id::7768735c-5c0d-4d9b-b550-ead0b3c82a30" providerId="AD" clId="Web-{CE3EDE46-5A29-B0DA-503C-90F3093E0DF2}" dt="2022-11-17T03:43:09.444" v="139"/>
          <ac:spMkLst>
            <pc:docMk/>
            <pc:sldMk cId="317275369" sldId="300"/>
            <ac:spMk id="2" creationId="{C77E3A43-B892-5120-BF83-E6AC5B0E987D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3:43:08.194" v="138"/>
          <ac:spMkLst>
            <pc:docMk/>
            <pc:sldMk cId="317275369" sldId="300"/>
            <ac:spMk id="3" creationId="{FDE3CB3A-592D-86DB-09DB-341C51D07C60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3:43:15.929" v="141" actId="14100"/>
          <ac:picMkLst>
            <pc:docMk/>
            <pc:sldMk cId="317275369" sldId="300"/>
            <ac:picMk id="4" creationId="{875DDD9D-E608-EB60-E37D-8AD219F59A95}"/>
          </ac:picMkLst>
        </pc:picChg>
      </pc:sldChg>
      <pc:sldChg chg="addSp delSp modSp new">
        <pc:chgData name="Gusti Pangestu" userId="S::gusti.pangestu@binus.ac.id::7768735c-5c0d-4d9b-b550-ead0b3c82a30" providerId="AD" clId="Web-{CE3EDE46-5A29-B0DA-503C-90F3093E0DF2}" dt="2022-11-17T03:44:27.931" v="151" actId="1076"/>
        <pc:sldMkLst>
          <pc:docMk/>
          <pc:sldMk cId="340465697" sldId="301"/>
        </pc:sldMkLst>
        <pc:spChg chg="del">
          <ac:chgData name="Gusti Pangestu" userId="S::gusti.pangestu@binus.ac.id::7768735c-5c0d-4d9b-b550-ead0b3c82a30" providerId="AD" clId="Web-{CE3EDE46-5A29-B0DA-503C-90F3093E0DF2}" dt="2022-11-17T03:43:43.492" v="145"/>
          <ac:spMkLst>
            <pc:docMk/>
            <pc:sldMk cId="340465697" sldId="301"/>
            <ac:spMk id="2" creationId="{EC62EFC4-CD99-1AA2-7814-4DCB03127051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3:43:50.961" v="148" actId="20577"/>
          <ac:spMkLst>
            <pc:docMk/>
            <pc:sldMk cId="340465697" sldId="301"/>
            <ac:spMk id="3" creationId="{04CA0DB7-C969-8F34-EBC5-0A1CA6B6A299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3:44:27.931" v="151" actId="1076"/>
          <ac:picMkLst>
            <pc:docMk/>
            <pc:sldMk cId="340465697" sldId="301"/>
            <ac:picMk id="4" creationId="{C5C3CC95-7D0D-0668-5A4F-A71CBBDA1C2A}"/>
          </ac:picMkLst>
        </pc:picChg>
      </pc:sldChg>
      <pc:sldChg chg="addSp modSp new mod modClrScheme chgLayout">
        <pc:chgData name="Gusti Pangestu" userId="S::gusti.pangestu@binus.ac.id::7768735c-5c0d-4d9b-b550-ead0b3c82a30" providerId="AD" clId="Web-{CE3EDE46-5A29-B0DA-503C-90F3093E0DF2}" dt="2022-11-17T03:45:39.809" v="165"/>
        <pc:sldMkLst>
          <pc:docMk/>
          <pc:sldMk cId="270357174" sldId="302"/>
        </pc:sldMkLst>
        <pc:spChg chg="mod">
          <ac:chgData name="Gusti Pangestu" userId="S::gusti.pangestu@binus.ac.id::7768735c-5c0d-4d9b-b550-ead0b3c82a30" providerId="AD" clId="Web-{CE3EDE46-5A29-B0DA-503C-90F3093E0DF2}" dt="2022-11-17T03:45:39.809" v="165"/>
          <ac:spMkLst>
            <pc:docMk/>
            <pc:sldMk cId="270357174" sldId="302"/>
            <ac:spMk id="2" creationId="{D0AE0A2E-773E-4A59-C6AC-DBEAAA9FB938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3:45:39.809" v="165"/>
          <ac:spMkLst>
            <pc:docMk/>
            <pc:sldMk cId="270357174" sldId="302"/>
            <ac:spMk id="3" creationId="{8135665F-00E6-3AD5-A713-3784CE126332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3:45:39.809" v="165"/>
          <ac:picMkLst>
            <pc:docMk/>
            <pc:sldMk cId="270357174" sldId="302"/>
            <ac:picMk id="4" creationId="{1FF8FC84-FA2E-8322-8789-64B9E656F80A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CE3EDE46-5A29-B0DA-503C-90F3093E0DF2}" dt="2022-11-17T03:48:44.862" v="179" actId="1076"/>
        <pc:sldMkLst>
          <pc:docMk/>
          <pc:sldMk cId="3376913443" sldId="303"/>
        </pc:sldMkLst>
        <pc:spChg chg="del mod ord">
          <ac:chgData name="Gusti Pangestu" userId="S::gusti.pangestu@binus.ac.id::7768735c-5c0d-4d9b-b550-ead0b3c82a30" providerId="AD" clId="Web-{CE3EDE46-5A29-B0DA-503C-90F3093E0DF2}" dt="2022-11-17T03:48:14.767" v="172"/>
          <ac:spMkLst>
            <pc:docMk/>
            <pc:sldMk cId="3376913443" sldId="303"/>
            <ac:spMk id="2" creationId="{A225D54F-594D-F360-C88D-DC513B42E063}"/>
          </ac:spMkLst>
        </pc:spChg>
        <pc:spChg chg="mod ord">
          <ac:chgData name="Gusti Pangestu" userId="S::gusti.pangestu@binus.ac.id::7768735c-5c0d-4d9b-b550-ead0b3c82a30" providerId="AD" clId="Web-{CE3EDE46-5A29-B0DA-503C-90F3093E0DF2}" dt="2022-11-17T03:48:35.814" v="176" actId="20577"/>
          <ac:spMkLst>
            <pc:docMk/>
            <pc:sldMk cId="3376913443" sldId="303"/>
            <ac:spMk id="3" creationId="{E2E65916-B84B-49D0-F866-A4E8397EA4BE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3:47:58.532" v="167"/>
          <ac:spMkLst>
            <pc:docMk/>
            <pc:sldMk cId="3376913443" sldId="303"/>
            <ac:spMk id="4" creationId="{497094A1-11E6-2355-8655-9F54400A1661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3:48:44.862" v="179" actId="1076"/>
          <ac:picMkLst>
            <pc:docMk/>
            <pc:sldMk cId="3376913443" sldId="303"/>
            <ac:picMk id="5" creationId="{CE84D2DF-7C68-DCDC-AE3E-28BA09A72302}"/>
          </ac:picMkLst>
        </pc:picChg>
      </pc:sldChg>
      <pc:sldChg chg="addSp modSp new mod modClrScheme chgLayout">
        <pc:chgData name="Gusti Pangestu" userId="S::gusti.pangestu@binus.ac.id::7768735c-5c0d-4d9b-b550-ead0b3c82a30" providerId="AD" clId="Web-{CE3EDE46-5A29-B0DA-503C-90F3093E0DF2}" dt="2022-11-17T03:53:15.542" v="189"/>
        <pc:sldMkLst>
          <pc:docMk/>
          <pc:sldMk cId="1025671823" sldId="304"/>
        </pc:sldMkLst>
        <pc:spChg chg="mod">
          <ac:chgData name="Gusti Pangestu" userId="S::gusti.pangestu@binus.ac.id::7768735c-5c0d-4d9b-b550-ead0b3c82a30" providerId="AD" clId="Web-{CE3EDE46-5A29-B0DA-503C-90F3093E0DF2}" dt="2022-11-17T03:53:15.542" v="189"/>
          <ac:spMkLst>
            <pc:docMk/>
            <pc:sldMk cId="1025671823" sldId="304"/>
            <ac:spMk id="2" creationId="{7303DF75-5F72-79EC-D07F-882E863917E8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3:53:15.542" v="189"/>
          <ac:spMkLst>
            <pc:docMk/>
            <pc:sldMk cId="1025671823" sldId="304"/>
            <ac:spMk id="3" creationId="{4D087624-CEB3-DD3B-4D5B-A9F5B54901CB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3:53:15.542" v="189"/>
          <ac:picMkLst>
            <pc:docMk/>
            <pc:sldMk cId="1025671823" sldId="304"/>
            <ac:picMk id="4" creationId="{2A8E65D2-7CB6-2913-1F58-563B0C2AAA7D}"/>
          </ac:picMkLst>
        </pc:picChg>
      </pc:sldChg>
      <pc:sldChg chg="delSp modSp new mod modClrScheme chgLayout">
        <pc:chgData name="Gusti Pangestu" userId="S::gusti.pangestu@binus.ac.id::7768735c-5c0d-4d9b-b550-ead0b3c82a30" providerId="AD" clId="Web-{CE3EDE46-5A29-B0DA-503C-90F3093E0DF2}" dt="2022-11-17T04:00:22.432" v="211" actId="20577"/>
        <pc:sldMkLst>
          <pc:docMk/>
          <pc:sldMk cId="3455937725" sldId="305"/>
        </pc:sldMkLst>
        <pc:spChg chg="mod ord">
          <ac:chgData name="Gusti Pangestu" userId="S::gusti.pangestu@binus.ac.id::7768735c-5c0d-4d9b-b550-ead0b3c82a30" providerId="AD" clId="Web-{CE3EDE46-5A29-B0DA-503C-90F3093E0DF2}" dt="2022-11-17T03:59:28.695" v="196" actId="20577"/>
          <ac:spMkLst>
            <pc:docMk/>
            <pc:sldMk cId="3455937725" sldId="305"/>
            <ac:spMk id="2" creationId="{731BCE32-38BD-C5E7-14B9-93348319C488}"/>
          </ac:spMkLst>
        </pc:spChg>
        <pc:spChg chg="mod ord">
          <ac:chgData name="Gusti Pangestu" userId="S::gusti.pangestu@binus.ac.id::7768735c-5c0d-4d9b-b550-ead0b3c82a30" providerId="AD" clId="Web-{CE3EDE46-5A29-B0DA-503C-90F3093E0DF2}" dt="2022-11-17T04:00:22.432" v="211" actId="20577"/>
          <ac:spMkLst>
            <pc:docMk/>
            <pc:sldMk cId="3455937725" sldId="305"/>
            <ac:spMk id="3" creationId="{6067493C-F4FA-DA22-FD2D-A2D7092580E3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3:53:37.215" v="193"/>
          <ac:spMkLst>
            <pc:docMk/>
            <pc:sldMk cId="3455937725" sldId="305"/>
            <ac:spMk id="4" creationId="{3F99530A-A5EF-DC96-2CD8-6A877C8C44CE}"/>
          </ac:spMkLst>
        </pc:spChg>
      </pc:sldChg>
      <pc:sldChg chg="addSp delSp modSp new mod modClrScheme chgLayout">
        <pc:chgData name="Gusti Pangestu" userId="S::gusti.pangestu@binus.ac.id::7768735c-5c0d-4d9b-b550-ead0b3c82a30" providerId="AD" clId="Web-{CE3EDE46-5A29-B0DA-503C-90F3093E0DF2}" dt="2022-11-17T04:02:53.499" v="224"/>
        <pc:sldMkLst>
          <pc:docMk/>
          <pc:sldMk cId="3782674666" sldId="306"/>
        </pc:sldMkLst>
        <pc:spChg chg="del">
          <ac:chgData name="Gusti Pangestu" userId="S::gusti.pangestu@binus.ac.id::7768735c-5c0d-4d9b-b550-ead0b3c82a30" providerId="AD" clId="Web-{CE3EDE46-5A29-B0DA-503C-90F3093E0DF2}" dt="2022-11-17T04:02:53.499" v="224"/>
          <ac:spMkLst>
            <pc:docMk/>
            <pc:sldMk cId="3782674666" sldId="306"/>
            <ac:spMk id="2" creationId="{EB237232-848C-FEAA-CF9D-94BEA2242F99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4:02:53.499" v="224"/>
          <ac:spMkLst>
            <pc:docMk/>
            <pc:sldMk cId="3782674666" sldId="306"/>
            <ac:spMk id="3" creationId="{10E3F144-202C-73FF-828C-BCF70A5C8CED}"/>
          </ac:spMkLst>
        </pc:spChg>
        <pc:spChg chg="add mod">
          <ac:chgData name="Gusti Pangestu" userId="S::gusti.pangestu@binus.ac.id::7768735c-5c0d-4d9b-b550-ead0b3c82a30" providerId="AD" clId="Web-{CE3EDE46-5A29-B0DA-503C-90F3093E0DF2}" dt="2022-11-17T04:02:53.499" v="224"/>
          <ac:spMkLst>
            <pc:docMk/>
            <pc:sldMk cId="3782674666" sldId="306"/>
            <ac:spMk id="9" creationId="{BB5E12FA-F918-7E2A-C0FC-7044C4F0C160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4:02:53.499" v="224"/>
          <ac:picMkLst>
            <pc:docMk/>
            <pc:sldMk cId="3782674666" sldId="306"/>
            <ac:picMk id="4" creationId="{AA950DF1-2023-C330-1AF7-08BA705D97C3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CE3EDE46-5A29-B0DA-503C-90F3093E0DF2}" dt="2022-11-17T04:03:19.984" v="227"/>
        <pc:sldMkLst>
          <pc:docMk/>
          <pc:sldMk cId="88950683" sldId="307"/>
        </pc:sldMkLst>
        <pc:spChg chg="mod ord">
          <ac:chgData name="Gusti Pangestu" userId="S::gusti.pangestu@binus.ac.id::7768735c-5c0d-4d9b-b550-ead0b3c82a30" providerId="AD" clId="Web-{CE3EDE46-5A29-B0DA-503C-90F3093E0DF2}" dt="2022-11-17T04:03:16.812" v="226"/>
          <ac:spMkLst>
            <pc:docMk/>
            <pc:sldMk cId="88950683" sldId="307"/>
            <ac:spMk id="2" creationId="{8B4A2945-A288-1880-BA85-8BAE8B026AB6}"/>
          </ac:spMkLst>
        </pc:spChg>
        <pc:spChg chg="del mod ord">
          <ac:chgData name="Gusti Pangestu" userId="S::gusti.pangestu@binus.ac.id::7768735c-5c0d-4d9b-b550-ead0b3c82a30" providerId="AD" clId="Web-{CE3EDE46-5A29-B0DA-503C-90F3093E0DF2}" dt="2022-11-17T04:03:19.984" v="227"/>
          <ac:spMkLst>
            <pc:docMk/>
            <pc:sldMk cId="88950683" sldId="307"/>
            <ac:spMk id="3" creationId="{8879BB75-1EBD-C105-BF0A-161F4021DEAD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4:03:16.812" v="226"/>
          <ac:spMkLst>
            <pc:docMk/>
            <pc:sldMk cId="88950683" sldId="307"/>
            <ac:spMk id="4" creationId="{3CF5BF90-DCE9-4F69-6321-6F778D8B4083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4:03:19.984" v="227"/>
          <ac:picMkLst>
            <pc:docMk/>
            <pc:sldMk cId="88950683" sldId="307"/>
            <ac:picMk id="5" creationId="{04F99E08-3B17-8ED7-2C2B-4BE64E743139}"/>
          </ac:picMkLst>
        </pc:picChg>
      </pc:sldChg>
      <pc:sldChg chg="addSp modSp new">
        <pc:chgData name="Gusti Pangestu" userId="S::gusti.pangestu@binus.ac.id::7768735c-5c0d-4d9b-b550-ead0b3c82a30" providerId="AD" clId="Web-{CE3EDE46-5A29-B0DA-503C-90F3093E0DF2}" dt="2022-11-17T04:04:46.518" v="239" actId="14100"/>
        <pc:sldMkLst>
          <pc:docMk/>
          <pc:sldMk cId="1661426597" sldId="308"/>
        </pc:sldMkLst>
        <pc:spChg chg="mod">
          <ac:chgData name="Gusti Pangestu" userId="S::gusti.pangestu@binus.ac.id::7768735c-5c0d-4d9b-b550-ead0b3c82a30" providerId="AD" clId="Web-{CE3EDE46-5A29-B0DA-503C-90F3093E0DF2}" dt="2022-11-17T04:04:40.753" v="236" actId="20577"/>
          <ac:spMkLst>
            <pc:docMk/>
            <pc:sldMk cId="1661426597" sldId="308"/>
            <ac:spMk id="3" creationId="{22413E9F-F9B1-E779-4398-D4E97B8A262B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4:04:46.518" v="239" actId="14100"/>
          <ac:picMkLst>
            <pc:docMk/>
            <pc:sldMk cId="1661426597" sldId="308"/>
            <ac:picMk id="4" creationId="{09C5250E-C0D3-26A6-3785-D069E8BCB9C5}"/>
          </ac:picMkLst>
        </pc:picChg>
      </pc:sldChg>
      <pc:sldChg chg="addSp modSp new">
        <pc:chgData name="Gusti Pangestu" userId="S::gusti.pangestu@binus.ac.id::7768735c-5c0d-4d9b-b550-ead0b3c82a30" providerId="AD" clId="Web-{CE3EDE46-5A29-B0DA-503C-90F3093E0DF2}" dt="2022-11-17T04:05:23.442" v="253" actId="14100"/>
        <pc:sldMkLst>
          <pc:docMk/>
          <pc:sldMk cId="2364365303" sldId="309"/>
        </pc:sldMkLst>
        <pc:spChg chg="mod">
          <ac:chgData name="Gusti Pangestu" userId="S::gusti.pangestu@binus.ac.id::7768735c-5c0d-4d9b-b550-ead0b3c82a30" providerId="AD" clId="Web-{CE3EDE46-5A29-B0DA-503C-90F3093E0DF2}" dt="2022-11-17T04:05:02.238" v="244" actId="20577"/>
          <ac:spMkLst>
            <pc:docMk/>
            <pc:sldMk cId="2364365303" sldId="309"/>
            <ac:spMk id="2" creationId="{9EBABF4B-E4EC-3E81-1FD8-5CCE24BA3651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4:05:17.660" v="250" actId="20577"/>
          <ac:spMkLst>
            <pc:docMk/>
            <pc:sldMk cId="2364365303" sldId="309"/>
            <ac:spMk id="3" creationId="{FD3CA73C-081E-3856-D82F-297280400BD0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4:05:23.442" v="253" actId="14100"/>
          <ac:picMkLst>
            <pc:docMk/>
            <pc:sldMk cId="2364365303" sldId="309"/>
            <ac:picMk id="4" creationId="{CD455C02-7B7C-134E-BB13-120E3B58B0DC}"/>
          </ac:picMkLst>
        </pc:picChg>
      </pc:sldChg>
      <pc:sldChg chg="addSp modSp new mod modClrScheme chgLayout">
        <pc:chgData name="Gusti Pangestu" userId="S::gusti.pangestu@binus.ac.id::7768735c-5c0d-4d9b-b550-ead0b3c82a30" providerId="AD" clId="Web-{CE3EDE46-5A29-B0DA-503C-90F3093E0DF2}" dt="2022-11-17T04:07:14.789" v="271"/>
        <pc:sldMkLst>
          <pc:docMk/>
          <pc:sldMk cId="636280278" sldId="310"/>
        </pc:sldMkLst>
        <pc:spChg chg="mod">
          <ac:chgData name="Gusti Pangestu" userId="S::gusti.pangestu@binus.ac.id::7768735c-5c0d-4d9b-b550-ead0b3c82a30" providerId="AD" clId="Web-{CE3EDE46-5A29-B0DA-503C-90F3093E0DF2}" dt="2022-11-17T04:07:14.789" v="271"/>
          <ac:spMkLst>
            <pc:docMk/>
            <pc:sldMk cId="636280278" sldId="310"/>
            <ac:spMk id="2" creationId="{EC6B442E-BD01-2BC2-3BC5-7661BBEFF2F3}"/>
          </ac:spMkLst>
        </pc:spChg>
        <pc:spChg chg="mod">
          <ac:chgData name="Gusti Pangestu" userId="S::gusti.pangestu@binus.ac.id::7768735c-5c0d-4d9b-b550-ead0b3c82a30" providerId="AD" clId="Web-{CE3EDE46-5A29-B0DA-503C-90F3093E0DF2}" dt="2022-11-17T04:07:14.789" v="271"/>
          <ac:spMkLst>
            <pc:docMk/>
            <pc:sldMk cId="636280278" sldId="310"/>
            <ac:spMk id="3" creationId="{AF34AF92-6FE0-C084-FFFB-27502E7725AC}"/>
          </ac:spMkLst>
        </pc:spChg>
        <pc:picChg chg="add mod">
          <ac:chgData name="Gusti Pangestu" userId="S::gusti.pangestu@binus.ac.id::7768735c-5c0d-4d9b-b550-ead0b3c82a30" providerId="AD" clId="Web-{CE3EDE46-5A29-B0DA-503C-90F3093E0DF2}" dt="2022-11-17T04:07:14.789" v="271"/>
          <ac:picMkLst>
            <pc:docMk/>
            <pc:sldMk cId="636280278" sldId="310"/>
            <ac:picMk id="4" creationId="{6DC4E7F5-6E06-1172-E070-272ADABA3FA6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CE3EDE46-5A29-B0DA-503C-90F3093E0DF2}" dt="2022-11-17T04:07:51.775" v="277" actId="1076"/>
        <pc:sldMkLst>
          <pc:docMk/>
          <pc:sldMk cId="781249497" sldId="311"/>
        </pc:sldMkLst>
        <pc:spChg chg="del mod ord">
          <ac:chgData name="Gusti Pangestu" userId="S::gusti.pangestu@binus.ac.id::7768735c-5c0d-4d9b-b550-ead0b3c82a30" providerId="AD" clId="Web-{CE3EDE46-5A29-B0DA-503C-90F3093E0DF2}" dt="2022-11-17T04:07:45.415" v="275"/>
          <ac:spMkLst>
            <pc:docMk/>
            <pc:sldMk cId="781249497" sldId="311"/>
            <ac:spMk id="2" creationId="{C3E481FA-EB35-17FF-670E-0E8681C1CA31}"/>
          </ac:spMkLst>
        </pc:spChg>
        <pc:spChg chg="del mod ord">
          <ac:chgData name="Gusti Pangestu" userId="S::gusti.pangestu@binus.ac.id::7768735c-5c0d-4d9b-b550-ead0b3c82a30" providerId="AD" clId="Web-{CE3EDE46-5A29-B0DA-503C-90F3093E0DF2}" dt="2022-11-17T04:07:42.759" v="274"/>
          <ac:spMkLst>
            <pc:docMk/>
            <pc:sldMk cId="781249497" sldId="311"/>
            <ac:spMk id="3" creationId="{3189DD37-B7EE-F348-2796-465527FDB539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4:07:40.290" v="273"/>
          <ac:spMkLst>
            <pc:docMk/>
            <pc:sldMk cId="781249497" sldId="311"/>
            <ac:spMk id="4" creationId="{6EBD2339-CA94-008A-384C-19B40E63296A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4:07:51.775" v="277" actId="1076"/>
          <ac:picMkLst>
            <pc:docMk/>
            <pc:sldMk cId="781249497" sldId="311"/>
            <ac:picMk id="5" creationId="{1F8B7E8C-B761-DF6C-F637-9F129B7404BE}"/>
          </ac:picMkLst>
        </pc:picChg>
      </pc:sldChg>
      <pc:sldChg chg="addSp delSp modSp new">
        <pc:chgData name="Gusti Pangestu" userId="S::gusti.pangestu@binus.ac.id::7768735c-5c0d-4d9b-b550-ead0b3c82a30" providerId="AD" clId="Web-{CE3EDE46-5A29-B0DA-503C-90F3093E0DF2}" dt="2022-11-17T04:09:58.091" v="286"/>
        <pc:sldMkLst>
          <pc:docMk/>
          <pc:sldMk cId="1569435913" sldId="312"/>
        </pc:sldMkLst>
        <pc:spChg chg="mod">
          <ac:chgData name="Gusti Pangestu" userId="S::gusti.pangestu@binus.ac.id::7768735c-5c0d-4d9b-b550-ead0b3c82a30" providerId="AD" clId="Web-{CE3EDE46-5A29-B0DA-503C-90F3093E0DF2}" dt="2022-11-17T04:09:55.826" v="285" actId="20577"/>
          <ac:spMkLst>
            <pc:docMk/>
            <pc:sldMk cId="1569435913" sldId="312"/>
            <ac:spMk id="2" creationId="{EEA26AC2-052D-61E9-614C-464B5C18AD35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4:09:58.091" v="286"/>
          <ac:spMkLst>
            <pc:docMk/>
            <pc:sldMk cId="1569435913" sldId="312"/>
            <ac:spMk id="3" creationId="{15A3F560-7B9D-2124-82DD-F8B4CAD3D15F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4:09:58.091" v="286"/>
          <ac:picMkLst>
            <pc:docMk/>
            <pc:sldMk cId="1569435913" sldId="312"/>
            <ac:picMk id="4" creationId="{61C644C3-817B-F58D-A7D7-FEFE83D0B8AC}"/>
          </ac:picMkLst>
        </pc:picChg>
      </pc:sldChg>
      <pc:sldChg chg="addSp delSp modSp new">
        <pc:chgData name="Gusti Pangestu" userId="S::gusti.pangestu@binus.ac.id::7768735c-5c0d-4d9b-b550-ead0b3c82a30" providerId="AD" clId="Web-{CE3EDE46-5A29-B0DA-503C-90F3093E0DF2}" dt="2022-11-17T04:10:50.609" v="294" actId="1076"/>
        <pc:sldMkLst>
          <pc:docMk/>
          <pc:sldMk cId="604071880" sldId="313"/>
        </pc:sldMkLst>
        <pc:spChg chg="del">
          <ac:chgData name="Gusti Pangestu" userId="S::gusti.pangestu@binus.ac.id::7768735c-5c0d-4d9b-b550-ead0b3c82a30" providerId="AD" clId="Web-{CE3EDE46-5A29-B0DA-503C-90F3093E0DF2}" dt="2022-11-17T04:10:24.670" v="290"/>
          <ac:spMkLst>
            <pc:docMk/>
            <pc:sldMk cId="604071880" sldId="313"/>
            <ac:spMk id="2" creationId="{6BB407FF-E39F-8369-B8DA-20133C67E009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4:10:20.639" v="288"/>
          <ac:spMkLst>
            <pc:docMk/>
            <pc:sldMk cId="604071880" sldId="313"/>
            <ac:spMk id="3" creationId="{3CC882E8-F35D-0F0B-DE1A-84F69CC9B0C4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4:10:27.577" v="291" actId="1076"/>
          <ac:picMkLst>
            <pc:docMk/>
            <pc:sldMk cId="604071880" sldId="313"/>
            <ac:picMk id="4" creationId="{51649065-1BCE-7218-44ED-93F61A85A938}"/>
          </ac:picMkLst>
        </pc:picChg>
        <pc:picChg chg="add mod">
          <ac:chgData name="Gusti Pangestu" userId="S::gusti.pangestu@binus.ac.id::7768735c-5c0d-4d9b-b550-ead0b3c82a30" providerId="AD" clId="Web-{CE3EDE46-5A29-B0DA-503C-90F3093E0DF2}" dt="2022-11-17T04:10:50.609" v="294" actId="1076"/>
          <ac:picMkLst>
            <pc:docMk/>
            <pc:sldMk cId="604071880" sldId="313"/>
            <ac:picMk id="5" creationId="{5F173CBC-5026-04AB-E189-4D99B8FCF4A7}"/>
          </ac:picMkLst>
        </pc:picChg>
      </pc:sldChg>
      <pc:sldChg chg="addSp delSp modSp new">
        <pc:chgData name="Gusti Pangestu" userId="S::gusti.pangestu@binus.ac.id::7768735c-5c0d-4d9b-b550-ead0b3c82a30" providerId="AD" clId="Web-{CE3EDE46-5A29-B0DA-503C-90F3093E0DF2}" dt="2022-11-17T04:11:32.829" v="300" actId="1076"/>
        <pc:sldMkLst>
          <pc:docMk/>
          <pc:sldMk cId="3205491912" sldId="314"/>
        </pc:sldMkLst>
        <pc:spChg chg="del">
          <ac:chgData name="Gusti Pangestu" userId="S::gusti.pangestu@binus.ac.id::7768735c-5c0d-4d9b-b550-ead0b3c82a30" providerId="AD" clId="Web-{CE3EDE46-5A29-B0DA-503C-90F3093E0DF2}" dt="2022-11-17T04:11:24.328" v="297"/>
          <ac:spMkLst>
            <pc:docMk/>
            <pc:sldMk cId="3205491912" sldId="314"/>
            <ac:spMk id="2" creationId="{78452CDD-F2EE-5106-09A7-71CE604937BE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4:11:18.594" v="296"/>
          <ac:spMkLst>
            <pc:docMk/>
            <pc:sldMk cId="3205491912" sldId="314"/>
            <ac:spMk id="3" creationId="{37DD0374-51DB-7869-AD64-30EC2EE30A78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4:11:32.829" v="300" actId="1076"/>
          <ac:picMkLst>
            <pc:docMk/>
            <pc:sldMk cId="3205491912" sldId="314"/>
            <ac:picMk id="4" creationId="{C5861838-B016-AE50-A35A-DD2A24E3EB34}"/>
          </ac:picMkLst>
        </pc:picChg>
      </pc:sldChg>
      <pc:sldChg chg="addSp delSp modSp new">
        <pc:chgData name="Gusti Pangestu" userId="S::gusti.pangestu@binus.ac.id::7768735c-5c0d-4d9b-b550-ead0b3c82a30" providerId="AD" clId="Web-{CE3EDE46-5A29-B0DA-503C-90F3093E0DF2}" dt="2022-11-17T04:12:11.346" v="305" actId="1076"/>
        <pc:sldMkLst>
          <pc:docMk/>
          <pc:sldMk cId="1587019659" sldId="315"/>
        </pc:sldMkLst>
        <pc:spChg chg="del">
          <ac:chgData name="Gusti Pangestu" userId="S::gusti.pangestu@binus.ac.id::7768735c-5c0d-4d9b-b550-ead0b3c82a30" providerId="AD" clId="Web-{CE3EDE46-5A29-B0DA-503C-90F3093E0DF2}" dt="2022-11-17T04:12:03.470" v="303"/>
          <ac:spMkLst>
            <pc:docMk/>
            <pc:sldMk cId="1587019659" sldId="315"/>
            <ac:spMk id="2" creationId="{30E65B33-072B-8AD0-F4B1-27524923D5FD}"/>
          </ac:spMkLst>
        </pc:spChg>
        <pc:spChg chg="del">
          <ac:chgData name="Gusti Pangestu" userId="S::gusti.pangestu@binus.ac.id::7768735c-5c0d-4d9b-b550-ead0b3c82a30" providerId="AD" clId="Web-{CE3EDE46-5A29-B0DA-503C-90F3093E0DF2}" dt="2022-11-17T04:12:01.345" v="302"/>
          <ac:spMkLst>
            <pc:docMk/>
            <pc:sldMk cId="1587019659" sldId="315"/>
            <ac:spMk id="3" creationId="{1B941369-7B4E-C6BA-A1EE-E17E6666F324}"/>
          </ac:spMkLst>
        </pc:spChg>
        <pc:picChg chg="add mod ord">
          <ac:chgData name="Gusti Pangestu" userId="S::gusti.pangestu@binus.ac.id::7768735c-5c0d-4d9b-b550-ead0b3c82a30" providerId="AD" clId="Web-{CE3EDE46-5A29-B0DA-503C-90F3093E0DF2}" dt="2022-11-17T04:12:11.346" v="305" actId="1076"/>
          <ac:picMkLst>
            <pc:docMk/>
            <pc:sldMk cId="1587019659" sldId="315"/>
            <ac:picMk id="4" creationId="{FE065EB0-F959-E414-2C9C-23BAB9D995DF}"/>
          </ac:picMkLst>
        </pc:picChg>
      </pc:sldChg>
    </pc:docChg>
  </pc:docChgLst>
  <pc:docChgLst>
    <pc:chgData name="Gusti Pangestu" userId="S::gusti.pangestu@binus.ac.id::7768735c-5c0d-4d9b-b550-ead0b3c82a30" providerId="AD" clId="Web-{C66C34B6-9332-01B0-020B-2C52778785FE}"/>
    <pc:docChg chg="addSld delSld modSld modSection">
      <pc:chgData name="Gusti Pangestu" userId="S::gusti.pangestu@binus.ac.id::7768735c-5c0d-4d9b-b550-ead0b3c82a30" providerId="AD" clId="Web-{C66C34B6-9332-01B0-020B-2C52778785FE}" dt="2022-11-16T09:17:52.740" v="40"/>
      <pc:docMkLst>
        <pc:docMk/>
      </pc:docMkLst>
      <pc:sldChg chg="modSp">
        <pc:chgData name="Gusti Pangestu" userId="S::gusti.pangestu@binus.ac.id::7768735c-5c0d-4d9b-b550-ead0b3c82a30" providerId="AD" clId="Web-{C66C34B6-9332-01B0-020B-2C52778785FE}" dt="2022-11-16T09:08:06.935" v="16" actId="20577"/>
        <pc:sldMkLst>
          <pc:docMk/>
          <pc:sldMk cId="1545682022" sldId="290"/>
        </pc:sldMkLst>
        <pc:spChg chg="mod">
          <ac:chgData name="Gusti Pangestu" userId="S::gusti.pangestu@binus.ac.id::7768735c-5c0d-4d9b-b550-ead0b3c82a30" providerId="AD" clId="Web-{C66C34B6-9332-01B0-020B-2C52778785FE}" dt="2022-11-16T09:08:06.935" v="16" actId="20577"/>
          <ac:spMkLst>
            <pc:docMk/>
            <pc:sldMk cId="1545682022" sldId="290"/>
            <ac:spMk id="3" creationId="{CFBE6DC7-A61F-27FA-B9A7-7018AFBF0075}"/>
          </ac:spMkLst>
        </pc:spChg>
      </pc:sldChg>
      <pc:sldChg chg="del">
        <pc:chgData name="Gusti Pangestu" userId="S::gusti.pangestu@binus.ac.id::7768735c-5c0d-4d9b-b550-ead0b3c82a30" providerId="AD" clId="Web-{C66C34B6-9332-01B0-020B-2C52778785FE}" dt="2022-11-16T09:07:20.871" v="14"/>
        <pc:sldMkLst>
          <pc:docMk/>
          <pc:sldMk cId="1765197454" sldId="291"/>
        </pc:sldMkLst>
      </pc:sldChg>
      <pc:sldChg chg="addSp modSp new">
        <pc:chgData name="Gusti Pangestu" userId="S::gusti.pangestu@binus.ac.id::7768735c-5c0d-4d9b-b550-ead0b3c82a30" providerId="AD" clId="Web-{C66C34B6-9332-01B0-020B-2C52778785FE}" dt="2022-11-16T09:17:46.756" v="39" actId="14100"/>
        <pc:sldMkLst>
          <pc:docMk/>
          <pc:sldMk cId="3825084955" sldId="291"/>
        </pc:sldMkLst>
        <pc:spChg chg="mod">
          <ac:chgData name="Gusti Pangestu" userId="S::gusti.pangestu@binus.ac.id::7768735c-5c0d-4d9b-b550-ead0b3c82a30" providerId="AD" clId="Web-{C66C34B6-9332-01B0-020B-2C52778785FE}" dt="2022-11-16T09:12:45.993" v="22" actId="20577"/>
          <ac:spMkLst>
            <pc:docMk/>
            <pc:sldMk cId="3825084955" sldId="291"/>
            <ac:spMk id="2" creationId="{065D08AA-2609-86CD-C729-7BC0D8B66F01}"/>
          </ac:spMkLst>
        </pc:spChg>
        <pc:spChg chg="mod">
          <ac:chgData name="Gusti Pangestu" userId="S::gusti.pangestu@binus.ac.id::7768735c-5c0d-4d9b-b550-ead0b3c82a30" providerId="AD" clId="Web-{C66C34B6-9332-01B0-020B-2C52778785FE}" dt="2022-11-16T09:17:23.755" v="31" actId="20577"/>
          <ac:spMkLst>
            <pc:docMk/>
            <pc:sldMk cId="3825084955" sldId="291"/>
            <ac:spMk id="3" creationId="{5CDA8B99-6B48-BF80-D3FB-13793B8E9409}"/>
          </ac:spMkLst>
        </pc:spChg>
        <pc:picChg chg="add mod">
          <ac:chgData name="Gusti Pangestu" userId="S::gusti.pangestu@binus.ac.id::7768735c-5c0d-4d9b-b550-ead0b3c82a30" providerId="AD" clId="Web-{C66C34B6-9332-01B0-020B-2C52778785FE}" dt="2022-11-16T09:17:41.771" v="37" actId="1076"/>
          <ac:picMkLst>
            <pc:docMk/>
            <pc:sldMk cId="3825084955" sldId="291"/>
            <ac:picMk id="4" creationId="{E11F8490-F232-993B-6615-EFD506669072}"/>
          </ac:picMkLst>
        </pc:picChg>
        <pc:picChg chg="add mod">
          <ac:chgData name="Gusti Pangestu" userId="S::gusti.pangestu@binus.ac.id::7768735c-5c0d-4d9b-b550-ead0b3c82a30" providerId="AD" clId="Web-{C66C34B6-9332-01B0-020B-2C52778785FE}" dt="2022-11-16T09:17:46.756" v="39" actId="14100"/>
          <ac:picMkLst>
            <pc:docMk/>
            <pc:sldMk cId="3825084955" sldId="291"/>
            <ac:picMk id="5" creationId="{4F0F1FA3-D48F-68D8-F1FB-6EA7F50B1369}"/>
          </ac:picMkLst>
        </pc:picChg>
      </pc:sldChg>
      <pc:sldChg chg="new">
        <pc:chgData name="Gusti Pangestu" userId="S::gusti.pangestu@binus.ac.id::7768735c-5c0d-4d9b-b550-ead0b3c82a30" providerId="AD" clId="Web-{C66C34B6-9332-01B0-020B-2C52778785FE}" dt="2022-11-16T09:17:52.740" v="40"/>
        <pc:sldMkLst>
          <pc:docMk/>
          <pc:sldMk cId="1339754843" sldId="292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71" v="13"/>
        <pc:sldMkLst>
          <pc:docMk/>
          <pc:sldMk cId="3506783845" sldId="292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71" v="11"/>
        <pc:sldMkLst>
          <pc:docMk/>
          <pc:sldMk cId="1023137893" sldId="293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71" v="12"/>
        <pc:sldMkLst>
          <pc:docMk/>
          <pc:sldMk cId="641680110" sldId="294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10"/>
        <pc:sldMkLst>
          <pc:docMk/>
          <pc:sldMk cId="1095013890" sldId="295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9"/>
        <pc:sldMkLst>
          <pc:docMk/>
          <pc:sldMk cId="1426729290" sldId="296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8"/>
        <pc:sldMkLst>
          <pc:docMk/>
          <pc:sldMk cId="2467367817" sldId="297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7"/>
        <pc:sldMkLst>
          <pc:docMk/>
          <pc:sldMk cId="3078249726" sldId="298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6"/>
        <pc:sldMkLst>
          <pc:docMk/>
          <pc:sldMk cId="2189213575" sldId="299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5"/>
        <pc:sldMkLst>
          <pc:docMk/>
          <pc:sldMk cId="544600065" sldId="300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4"/>
        <pc:sldMkLst>
          <pc:docMk/>
          <pc:sldMk cId="1266768660" sldId="301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3"/>
        <pc:sldMkLst>
          <pc:docMk/>
          <pc:sldMk cId="343948354" sldId="302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2"/>
        <pc:sldMkLst>
          <pc:docMk/>
          <pc:sldMk cId="2107620240" sldId="303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1"/>
        <pc:sldMkLst>
          <pc:docMk/>
          <pc:sldMk cId="3568005129" sldId="304"/>
        </pc:sldMkLst>
      </pc:sldChg>
      <pc:sldChg chg="del">
        <pc:chgData name="Gusti Pangestu" userId="S::gusti.pangestu@binus.ac.id::7768735c-5c0d-4d9b-b550-ead0b3c82a30" providerId="AD" clId="Web-{C66C34B6-9332-01B0-020B-2C52778785FE}" dt="2022-11-16T09:07:20.855" v="0"/>
        <pc:sldMkLst>
          <pc:docMk/>
          <pc:sldMk cId="4266244157" sldId="305"/>
        </pc:sldMkLst>
      </pc:sldChg>
    </pc:docChg>
  </pc:docChgLst>
  <pc:docChgLst>
    <pc:chgData name="Gusti Pangestu" userId="7768735c-5c0d-4d9b-b550-ead0b3c82a30" providerId="ADAL" clId="{A228A050-C777-4D68-9F08-432EC40BDDDD}"/>
    <pc:docChg chg="custSel addSld delSld modSld sldOrd modSection">
      <pc:chgData name="Gusti Pangestu" userId="7768735c-5c0d-4d9b-b550-ead0b3c82a30" providerId="ADAL" clId="{A228A050-C777-4D68-9F08-432EC40BDDDD}" dt="2021-01-07T20:53:19.184" v="61" actId="12"/>
      <pc:docMkLst>
        <pc:docMk/>
      </pc:docMkLst>
      <pc:sldChg chg="del">
        <pc:chgData name="Gusti Pangestu" userId="7768735c-5c0d-4d9b-b550-ead0b3c82a30" providerId="ADAL" clId="{A228A050-C777-4D68-9F08-432EC40BDDDD}" dt="2021-01-07T20:50:36.705" v="15" actId="47"/>
        <pc:sldMkLst>
          <pc:docMk/>
          <pc:sldMk cId="654055134" sldId="256"/>
        </pc:sldMkLst>
      </pc:sldChg>
      <pc:sldChg chg="new del">
        <pc:chgData name="Gusti Pangestu" userId="7768735c-5c0d-4d9b-b550-ead0b3c82a30" providerId="ADAL" clId="{A228A050-C777-4D68-9F08-432EC40BDDDD}" dt="2021-01-07T20:50:36.705" v="15" actId="47"/>
        <pc:sldMkLst>
          <pc:docMk/>
          <pc:sldMk cId="2630684662" sldId="257"/>
        </pc:sldMkLst>
      </pc:sldChg>
      <pc:sldChg chg="modSp add mod ord">
        <pc:chgData name="Gusti Pangestu" userId="7768735c-5c0d-4d9b-b550-ead0b3c82a30" providerId="ADAL" clId="{A228A050-C777-4D68-9F08-432EC40BDDDD}" dt="2021-01-07T20:50:42.926" v="17"/>
        <pc:sldMkLst>
          <pc:docMk/>
          <pc:sldMk cId="109857222" sldId="258"/>
        </pc:sldMkLst>
        <pc:spChg chg="mod">
          <ac:chgData name="Gusti Pangestu" userId="7768735c-5c0d-4d9b-b550-ead0b3c82a30" providerId="ADAL" clId="{A228A050-C777-4D68-9F08-432EC40BDDDD}" dt="2021-01-07T20:50:31.032" v="10" actId="27636"/>
          <ac:spMkLst>
            <pc:docMk/>
            <pc:sldMk cId="109857222" sldId="258"/>
            <ac:spMk id="3" creationId="{00000000-0000-0000-0000-000000000000}"/>
          </ac:spMkLst>
        </pc:spChg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1744550803" sldId="259"/>
        </pc:sldMkLst>
      </pc:sldChg>
      <pc:sldChg chg="delSp add setBg delDesignElem">
        <pc:chgData name="Gusti Pangestu" userId="7768735c-5c0d-4d9b-b550-ead0b3c82a30" providerId="ADAL" clId="{A228A050-C777-4D68-9F08-432EC40BDDDD}" dt="2021-01-07T20:50:30.890" v="9"/>
        <pc:sldMkLst>
          <pc:docMk/>
          <pc:sldMk cId="2444400246" sldId="260"/>
        </pc:sldMkLst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2444400246" sldId="260"/>
            <ac:spMk id="11" creationId="{46C2E80F-49A6-4372-B103-219D417A55ED}"/>
          </ac:spMkLst>
        </pc:spChg>
      </pc:sldChg>
      <pc:sldChg chg="delSp add setBg delDesignElem">
        <pc:chgData name="Gusti Pangestu" userId="7768735c-5c0d-4d9b-b550-ead0b3c82a30" providerId="ADAL" clId="{A228A050-C777-4D68-9F08-432EC40BDDDD}" dt="2021-01-07T20:50:30.890" v="9"/>
        <pc:sldMkLst>
          <pc:docMk/>
          <pc:sldMk cId="3227208170" sldId="261"/>
        </pc:sldMkLst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3227208170" sldId="261"/>
            <ac:spMk id="8" creationId="{5A292AEA-2528-46C0-B426-95822B6141FB}"/>
          </ac:spMkLst>
        </pc:spChg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3227208170" sldId="261"/>
            <ac:spMk id="10" creationId="{D8B7B198-E4DF-43CD-AD8C-199884323745}"/>
          </ac:spMkLst>
        </pc:spChg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3227208170" sldId="261"/>
            <ac:spMk id="12" creationId="{2BE67753-EA0E-4819-8D22-0B6600CF7231}"/>
          </ac:spMkLst>
        </pc:spChg>
        <pc:grpChg chg="del">
          <ac:chgData name="Gusti Pangestu" userId="7768735c-5c0d-4d9b-b550-ead0b3c82a30" providerId="ADAL" clId="{A228A050-C777-4D68-9F08-432EC40BDDDD}" dt="2021-01-07T20:50:30.890" v="9"/>
          <ac:grpSpMkLst>
            <pc:docMk/>
            <pc:sldMk cId="3227208170" sldId="261"/>
            <ac:grpSpMk id="14" creationId="{D76D63AC-0421-45EC-B383-E79A61A78C6B}"/>
          </ac:grpSpMkLst>
        </pc:grpChg>
        <pc:grpChg chg="del">
          <ac:chgData name="Gusti Pangestu" userId="7768735c-5c0d-4d9b-b550-ead0b3c82a30" providerId="ADAL" clId="{A228A050-C777-4D68-9F08-432EC40BDDDD}" dt="2021-01-07T20:50:30.890" v="9"/>
          <ac:grpSpMkLst>
            <pc:docMk/>
            <pc:sldMk cId="3227208170" sldId="261"/>
            <ac:grpSpMk id="23" creationId="{87F87F1B-42BA-4AC7-A4E2-41544DDB2CE3}"/>
          </ac:grpSpMkLst>
        </pc:grpChg>
        <pc:grpChg chg="del">
          <ac:chgData name="Gusti Pangestu" userId="7768735c-5c0d-4d9b-b550-ead0b3c82a30" providerId="ADAL" clId="{A228A050-C777-4D68-9F08-432EC40BDDDD}" dt="2021-01-07T20:50:30.890" v="9"/>
          <ac:grpSpMkLst>
            <pc:docMk/>
            <pc:sldMk cId="3227208170" sldId="261"/>
            <ac:grpSpMk id="29" creationId="{967346A5-7569-4F15-AB5D-BE3DADF192C0}"/>
          </ac:grpSpMkLst>
        </pc:grpChg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3586522301" sldId="262"/>
        </pc:sldMkLst>
      </pc:sldChg>
      <pc:sldChg chg="delSp modSp add mod setBg delDesignElem">
        <pc:chgData name="Gusti Pangestu" userId="7768735c-5c0d-4d9b-b550-ead0b3c82a30" providerId="ADAL" clId="{A228A050-C777-4D68-9F08-432EC40BDDDD}" dt="2021-01-07T20:50:31.144" v="11" actId="27636"/>
        <pc:sldMkLst>
          <pc:docMk/>
          <pc:sldMk cId="1358273460" sldId="263"/>
        </pc:sldMkLst>
        <pc:spChg chg="mod">
          <ac:chgData name="Gusti Pangestu" userId="7768735c-5c0d-4d9b-b550-ead0b3c82a30" providerId="ADAL" clId="{A228A050-C777-4D68-9F08-432EC40BDDDD}" dt="2021-01-07T20:50:31.144" v="11" actId="27636"/>
          <ac:spMkLst>
            <pc:docMk/>
            <pc:sldMk cId="1358273460" sldId="263"/>
            <ac:spMk id="4" creationId="{C89EFB6E-43D7-4C58-8CA4-240152F0CFE6}"/>
          </ac:spMkLst>
        </pc:spChg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1358273460" sldId="263"/>
            <ac:spMk id="14" creationId="{C413D172-8B6A-47F5-9813-DE455773F3FB}"/>
          </ac:spMkLst>
        </pc:spChg>
      </pc:sldChg>
      <pc:sldChg chg="delSp add setBg delDesignElem">
        <pc:chgData name="Gusti Pangestu" userId="7768735c-5c0d-4d9b-b550-ead0b3c82a30" providerId="ADAL" clId="{A228A050-C777-4D68-9F08-432EC40BDDDD}" dt="2021-01-07T20:50:30.890" v="9"/>
        <pc:sldMkLst>
          <pc:docMk/>
          <pc:sldMk cId="4186271631" sldId="264"/>
        </pc:sldMkLst>
        <pc:cxnChg chg="del">
          <ac:chgData name="Gusti Pangestu" userId="7768735c-5c0d-4d9b-b550-ead0b3c82a30" providerId="ADAL" clId="{A228A050-C777-4D68-9F08-432EC40BDDDD}" dt="2021-01-07T20:50:30.890" v="9"/>
          <ac:cxnSpMkLst>
            <pc:docMk/>
            <pc:sldMk cId="4186271631" sldId="264"/>
            <ac:cxnSpMk id="11" creationId="{A7F400EE-A8A5-48AF-B4D6-291B52C6F0B0}"/>
          </ac:cxnSpMkLst>
        </pc:cxnChg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640388395" sldId="265"/>
        </pc:sldMkLst>
      </pc:sldChg>
      <pc:sldChg chg="delSp add setBg delDesignElem">
        <pc:chgData name="Gusti Pangestu" userId="7768735c-5c0d-4d9b-b550-ead0b3c82a30" providerId="ADAL" clId="{A228A050-C777-4D68-9F08-432EC40BDDDD}" dt="2021-01-07T20:50:30.890" v="9"/>
        <pc:sldMkLst>
          <pc:docMk/>
          <pc:sldMk cId="2731352854" sldId="266"/>
        </pc:sldMkLst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2731352854" sldId="266"/>
            <ac:spMk id="10" creationId="{F13C74B1-5B17-4795-BED0-7140497B445A}"/>
          </ac:spMkLst>
        </pc:spChg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2731352854" sldId="266"/>
            <ac:spMk id="12" creationId="{D4974D33-8DC5-464E-8C6D-BE58F0669C17}"/>
          </ac:spMkLst>
        </pc:spChg>
      </pc:sldChg>
      <pc:sldChg chg="delSp add setBg delDesignElem">
        <pc:chgData name="Gusti Pangestu" userId="7768735c-5c0d-4d9b-b550-ead0b3c82a30" providerId="ADAL" clId="{A228A050-C777-4D68-9F08-432EC40BDDDD}" dt="2021-01-07T20:50:30.890" v="9"/>
        <pc:sldMkLst>
          <pc:docMk/>
          <pc:sldMk cId="2491614461" sldId="267"/>
        </pc:sldMkLst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2491614461" sldId="267"/>
            <ac:spMk id="8" creationId="{2A8AA5BC-4F7A-4226-8F99-6D824B226A97}"/>
          </ac:spMkLst>
        </pc:spChg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2491614461" sldId="267"/>
            <ac:spMk id="10" creationId="{3E5445C6-DD42-4979-86FF-03730E8C6DB0}"/>
          </ac:spMkLst>
        </pc:spChg>
        <pc:cxnChg chg="del">
          <ac:chgData name="Gusti Pangestu" userId="7768735c-5c0d-4d9b-b550-ead0b3c82a30" providerId="ADAL" clId="{A228A050-C777-4D68-9F08-432EC40BDDDD}" dt="2021-01-07T20:50:30.890" v="9"/>
          <ac:cxnSpMkLst>
            <pc:docMk/>
            <pc:sldMk cId="2491614461" sldId="267"/>
            <ac:cxnSpMk id="12" creationId="{45000665-DFC7-417E-8FD7-516A0F15C975}"/>
          </ac:cxnSpMkLst>
        </pc:cxnChg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2148684292" sldId="268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3556607782" sldId="269"/>
        </pc:sldMkLst>
      </pc:sldChg>
      <pc:sldChg chg="delSp add setBg delDesignElem">
        <pc:chgData name="Gusti Pangestu" userId="7768735c-5c0d-4d9b-b550-ead0b3c82a30" providerId="ADAL" clId="{A228A050-C777-4D68-9F08-432EC40BDDDD}" dt="2021-01-07T20:50:30.890" v="9"/>
        <pc:sldMkLst>
          <pc:docMk/>
          <pc:sldMk cId="1547233532" sldId="270"/>
        </pc:sldMkLst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1547233532" sldId="270"/>
            <ac:spMk id="7" creationId="{60E9A6ED-B880-44EA-8D60-C9D3C82CCBD2}"/>
          </ac:spMkLst>
        </pc:spChg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536712598" sldId="271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871585317" sldId="272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2571191043" sldId="273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3225170664" sldId="274"/>
        </pc:sldMkLst>
      </pc:sldChg>
      <pc:sldChg chg="delSp add setBg delDesignElem">
        <pc:chgData name="Gusti Pangestu" userId="7768735c-5c0d-4d9b-b550-ead0b3c82a30" providerId="ADAL" clId="{A228A050-C777-4D68-9F08-432EC40BDDDD}" dt="2021-01-07T20:50:30.890" v="9"/>
        <pc:sldMkLst>
          <pc:docMk/>
          <pc:sldMk cId="785895188" sldId="275"/>
        </pc:sldMkLst>
        <pc:spChg chg="del">
          <ac:chgData name="Gusti Pangestu" userId="7768735c-5c0d-4d9b-b550-ead0b3c82a30" providerId="ADAL" clId="{A228A050-C777-4D68-9F08-432EC40BDDDD}" dt="2021-01-07T20:50:30.890" v="9"/>
          <ac:spMkLst>
            <pc:docMk/>
            <pc:sldMk cId="785895188" sldId="275"/>
            <ac:spMk id="9" creationId="{46C2E80F-49A6-4372-B103-219D417A55ED}"/>
          </ac:spMkLst>
        </pc:spChg>
      </pc:sldChg>
      <pc:sldChg chg="modSp add mod">
        <pc:chgData name="Gusti Pangestu" userId="7768735c-5c0d-4d9b-b550-ead0b3c82a30" providerId="ADAL" clId="{A228A050-C777-4D68-9F08-432EC40BDDDD}" dt="2021-01-07T20:50:31.223" v="12" actId="27636"/>
        <pc:sldMkLst>
          <pc:docMk/>
          <pc:sldMk cId="4271303309" sldId="276"/>
        </pc:sldMkLst>
        <pc:spChg chg="mod">
          <ac:chgData name="Gusti Pangestu" userId="7768735c-5c0d-4d9b-b550-ead0b3c82a30" providerId="ADAL" clId="{A228A050-C777-4D68-9F08-432EC40BDDDD}" dt="2021-01-07T20:50:31.223" v="12" actId="27636"/>
          <ac:spMkLst>
            <pc:docMk/>
            <pc:sldMk cId="4271303309" sldId="276"/>
            <ac:spMk id="3" creationId="{51B93F0A-E9F7-46C2-8E5B-DE6787A459FA}"/>
          </ac:spMkLst>
        </pc:spChg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2117260491" sldId="277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1015955173" sldId="278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344992624" sldId="279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90282252" sldId="280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3410787883" sldId="281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1227478321" sldId="282"/>
        </pc:sldMkLst>
      </pc:sldChg>
      <pc:sldChg chg="modSp add mod">
        <pc:chgData name="Gusti Pangestu" userId="7768735c-5c0d-4d9b-b550-ead0b3c82a30" providerId="ADAL" clId="{A228A050-C777-4D68-9F08-432EC40BDDDD}" dt="2021-01-07T20:50:31.277" v="13" actId="27636"/>
        <pc:sldMkLst>
          <pc:docMk/>
          <pc:sldMk cId="292231376" sldId="283"/>
        </pc:sldMkLst>
        <pc:spChg chg="mod">
          <ac:chgData name="Gusti Pangestu" userId="7768735c-5c0d-4d9b-b550-ead0b3c82a30" providerId="ADAL" clId="{A228A050-C777-4D68-9F08-432EC40BDDDD}" dt="2021-01-07T20:50:31.277" v="13" actId="27636"/>
          <ac:spMkLst>
            <pc:docMk/>
            <pc:sldMk cId="292231376" sldId="283"/>
            <ac:spMk id="3" creationId="{1DD5EFC8-2115-4E3E-89B5-91646468B7F1}"/>
          </ac:spMkLst>
        </pc:spChg>
      </pc:sldChg>
      <pc:sldChg chg="modSp add mod">
        <pc:chgData name="Gusti Pangestu" userId="7768735c-5c0d-4d9b-b550-ead0b3c82a30" providerId="ADAL" clId="{A228A050-C777-4D68-9F08-432EC40BDDDD}" dt="2021-01-07T20:50:31.289" v="14" actId="27636"/>
        <pc:sldMkLst>
          <pc:docMk/>
          <pc:sldMk cId="2152450951" sldId="284"/>
        </pc:sldMkLst>
        <pc:spChg chg="mod">
          <ac:chgData name="Gusti Pangestu" userId="7768735c-5c0d-4d9b-b550-ead0b3c82a30" providerId="ADAL" clId="{A228A050-C777-4D68-9F08-432EC40BDDDD}" dt="2021-01-07T20:50:31.289" v="14" actId="27636"/>
          <ac:spMkLst>
            <pc:docMk/>
            <pc:sldMk cId="2152450951" sldId="284"/>
            <ac:spMk id="3" creationId="{E7B1C3F7-9691-4C1B-8220-DEADB47A784A}"/>
          </ac:spMkLst>
        </pc:spChg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2554036173" sldId="285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1741353849" sldId="286"/>
        </pc:sldMkLst>
      </pc:sldChg>
      <pc:sldChg chg="add">
        <pc:chgData name="Gusti Pangestu" userId="7768735c-5c0d-4d9b-b550-ead0b3c82a30" providerId="ADAL" clId="{A228A050-C777-4D68-9F08-432EC40BDDDD}" dt="2021-01-07T20:50:30.890" v="9"/>
        <pc:sldMkLst>
          <pc:docMk/>
          <pc:sldMk cId="2486734919" sldId="287"/>
        </pc:sldMkLst>
      </pc:sldChg>
      <pc:sldChg chg="modSp new mod">
        <pc:chgData name="Gusti Pangestu" userId="7768735c-5c0d-4d9b-b550-ead0b3c82a30" providerId="ADAL" clId="{A228A050-C777-4D68-9F08-432EC40BDDDD}" dt="2021-01-07T20:51:51.029" v="39" actId="20577"/>
        <pc:sldMkLst>
          <pc:docMk/>
          <pc:sldMk cId="1727291188" sldId="288"/>
        </pc:sldMkLst>
        <pc:spChg chg="mod">
          <ac:chgData name="Gusti Pangestu" userId="7768735c-5c0d-4d9b-b550-ead0b3c82a30" providerId="ADAL" clId="{A228A050-C777-4D68-9F08-432EC40BDDDD}" dt="2021-01-07T20:51:13.661" v="36" actId="20577"/>
          <ac:spMkLst>
            <pc:docMk/>
            <pc:sldMk cId="1727291188" sldId="288"/>
            <ac:spMk id="2" creationId="{F85E616B-94C1-4821-AA95-497C64ADBC5C}"/>
          </ac:spMkLst>
        </pc:spChg>
        <pc:spChg chg="mod">
          <ac:chgData name="Gusti Pangestu" userId="7768735c-5c0d-4d9b-b550-ead0b3c82a30" providerId="ADAL" clId="{A228A050-C777-4D68-9F08-432EC40BDDDD}" dt="2021-01-07T20:51:51.029" v="39" actId="20577"/>
          <ac:spMkLst>
            <pc:docMk/>
            <pc:sldMk cId="1727291188" sldId="288"/>
            <ac:spMk id="3" creationId="{4C14D8CF-1B8B-4AE4-B51C-5D619267E8B5}"/>
          </ac:spMkLst>
        </pc:spChg>
      </pc:sldChg>
      <pc:sldChg chg="addSp delSp modSp new mod modClrScheme chgLayout">
        <pc:chgData name="Gusti Pangestu" userId="7768735c-5c0d-4d9b-b550-ead0b3c82a30" providerId="ADAL" clId="{A228A050-C777-4D68-9F08-432EC40BDDDD}" dt="2021-01-07T20:53:19.184" v="61" actId="12"/>
        <pc:sldMkLst>
          <pc:docMk/>
          <pc:sldMk cId="1365886943" sldId="289"/>
        </pc:sldMkLst>
        <pc:spChg chg="del mod ord">
          <ac:chgData name="Gusti Pangestu" userId="7768735c-5c0d-4d9b-b550-ead0b3c82a30" providerId="ADAL" clId="{A228A050-C777-4D68-9F08-432EC40BDDDD}" dt="2021-01-07T20:52:08.873" v="41" actId="700"/>
          <ac:spMkLst>
            <pc:docMk/>
            <pc:sldMk cId="1365886943" sldId="289"/>
            <ac:spMk id="2" creationId="{9DD15A01-3AEE-426F-B062-2806FFB72997}"/>
          </ac:spMkLst>
        </pc:spChg>
        <pc:spChg chg="del mod ord">
          <ac:chgData name="Gusti Pangestu" userId="7768735c-5c0d-4d9b-b550-ead0b3c82a30" providerId="ADAL" clId="{A228A050-C777-4D68-9F08-432EC40BDDDD}" dt="2021-01-07T20:52:08.873" v="41" actId="700"/>
          <ac:spMkLst>
            <pc:docMk/>
            <pc:sldMk cId="1365886943" sldId="289"/>
            <ac:spMk id="3" creationId="{69D1B3AA-25D4-44A2-8BF3-27FB567A1E55}"/>
          </ac:spMkLst>
        </pc:spChg>
        <pc:spChg chg="add mod ord">
          <ac:chgData name="Gusti Pangestu" userId="7768735c-5c0d-4d9b-b550-ead0b3c82a30" providerId="ADAL" clId="{A228A050-C777-4D68-9F08-432EC40BDDDD}" dt="2021-01-07T20:52:13.414" v="51" actId="20577"/>
          <ac:spMkLst>
            <pc:docMk/>
            <pc:sldMk cId="1365886943" sldId="289"/>
            <ac:spMk id="4" creationId="{F28D8085-CEF9-4899-944F-A4EBC89804E1}"/>
          </ac:spMkLst>
        </pc:spChg>
        <pc:spChg chg="add mod ord">
          <ac:chgData name="Gusti Pangestu" userId="7768735c-5c0d-4d9b-b550-ead0b3c82a30" providerId="ADAL" clId="{A228A050-C777-4D68-9F08-432EC40BDDDD}" dt="2021-01-07T20:53:19.184" v="61" actId="12"/>
          <ac:spMkLst>
            <pc:docMk/>
            <pc:sldMk cId="1365886943" sldId="289"/>
            <ac:spMk id="5" creationId="{BFC9FBC7-A7B5-44F5-875A-9C78EE947DD2}"/>
          </ac:spMkLst>
        </pc:spChg>
        <pc:spChg chg="add mod ord">
          <ac:chgData name="Gusti Pangestu" userId="7768735c-5c0d-4d9b-b550-ead0b3c82a30" providerId="ADAL" clId="{A228A050-C777-4D68-9F08-432EC40BDDDD}" dt="2021-01-07T20:52:08.873" v="41" actId="700"/>
          <ac:spMkLst>
            <pc:docMk/>
            <pc:sldMk cId="1365886943" sldId="289"/>
            <ac:spMk id="6" creationId="{64CE016D-E953-4FF6-AB64-3D5523725FF4}"/>
          </ac:spMkLst>
        </pc:spChg>
      </pc:sldChg>
    </pc:docChg>
  </pc:docChgLst>
  <pc:docChgLst>
    <pc:chgData name="Gusti Pangestu" userId="7768735c-5c0d-4d9b-b550-ead0b3c82a30" providerId="ADAL" clId="{CB63448D-0BC1-4789-8E3D-BB03E32C2A15}"/>
    <pc:docChg chg="modSld">
      <pc:chgData name="Gusti Pangestu" userId="7768735c-5c0d-4d9b-b550-ead0b3c82a30" providerId="ADAL" clId="{CB63448D-0BC1-4789-8E3D-BB03E32C2A15}" dt="2023-01-02T06:44:19.517" v="3"/>
      <pc:docMkLst>
        <pc:docMk/>
      </pc:docMkLst>
      <pc:sldChg chg="modSp mod">
        <pc:chgData name="Gusti Pangestu" userId="7768735c-5c0d-4d9b-b550-ead0b3c82a30" providerId="ADAL" clId="{CB63448D-0BC1-4789-8E3D-BB03E32C2A15}" dt="2023-01-02T06:44:19.517" v="3"/>
        <pc:sldMkLst>
          <pc:docMk/>
          <pc:sldMk cId="1727291188" sldId="288"/>
        </pc:sldMkLst>
        <pc:spChg chg="mod">
          <ac:chgData name="Gusti Pangestu" userId="7768735c-5c0d-4d9b-b550-ead0b3c82a30" providerId="ADAL" clId="{CB63448D-0BC1-4789-8E3D-BB03E32C2A15}" dt="2023-01-02T06:44:19.517" v="3"/>
          <ac:spMkLst>
            <pc:docMk/>
            <pc:sldMk cId="1727291188" sldId="288"/>
            <ac:spMk id="3" creationId="{4C14D8CF-1B8B-4AE4-B51C-5D619267E8B5}"/>
          </ac:spMkLst>
        </pc:spChg>
      </pc:sldChg>
      <pc:sldChg chg="modSp mod">
        <pc:chgData name="Gusti Pangestu" userId="7768735c-5c0d-4d9b-b550-ead0b3c82a30" providerId="ADAL" clId="{CB63448D-0BC1-4789-8E3D-BB03E32C2A15}" dt="2023-01-02T04:38:05.455" v="2" actId="20577"/>
        <pc:sldMkLst>
          <pc:docMk/>
          <pc:sldMk cId="1365886943" sldId="289"/>
        </pc:sldMkLst>
        <pc:spChg chg="mod">
          <ac:chgData name="Gusti Pangestu" userId="7768735c-5c0d-4d9b-b550-ead0b3c82a30" providerId="ADAL" clId="{CB63448D-0BC1-4789-8E3D-BB03E32C2A15}" dt="2023-01-02T04:38:05.455" v="2" actId="20577"/>
          <ac:spMkLst>
            <pc:docMk/>
            <pc:sldMk cId="1365886943" sldId="289"/>
            <ac:spMk id="5" creationId="{BFC9FBC7-A7B5-44F5-875A-9C78EE947DD2}"/>
          </ac:spMkLst>
        </pc:spChg>
      </pc:sldChg>
    </pc:docChg>
  </pc:docChgLst>
  <pc:docChgLst>
    <pc:chgData name="Gusti Pangestu" userId="S::gusti.pangestu@binus.ac.id::7768735c-5c0d-4d9b-b550-ead0b3c82a30" providerId="AD" clId="Web-{4723764F-4FB6-2621-BCB5-1B2AA75B9DEF}"/>
    <pc:docChg chg="addSld modSld modSection">
      <pc:chgData name="Gusti Pangestu" userId="S::gusti.pangestu@binus.ac.id::7768735c-5c0d-4d9b-b550-ead0b3c82a30" providerId="AD" clId="Web-{4723764F-4FB6-2621-BCB5-1B2AA75B9DEF}" dt="2022-11-03T03:17:22.866" v="178" actId="1076"/>
      <pc:docMkLst>
        <pc:docMk/>
      </pc:docMkLst>
      <pc:sldChg chg="modSp">
        <pc:chgData name="Gusti Pangestu" userId="S::gusti.pangestu@binus.ac.id::7768735c-5c0d-4d9b-b550-ead0b3c82a30" providerId="AD" clId="Web-{4723764F-4FB6-2621-BCB5-1B2AA75B9DEF}" dt="2022-11-03T02:43:24.724" v="5" actId="20577"/>
        <pc:sldMkLst>
          <pc:docMk/>
          <pc:sldMk cId="109857222" sldId="258"/>
        </pc:sldMkLst>
        <pc:spChg chg="mod">
          <ac:chgData name="Gusti Pangestu" userId="S::gusti.pangestu@binus.ac.id::7768735c-5c0d-4d9b-b550-ead0b3c82a30" providerId="AD" clId="Web-{4723764F-4FB6-2621-BCB5-1B2AA75B9DEF}" dt="2022-11-03T02:43:24.724" v="5" actId="20577"/>
          <ac:spMkLst>
            <pc:docMk/>
            <pc:sldMk cId="109857222" sldId="258"/>
            <ac:spMk id="3" creationId="{00000000-0000-0000-0000-000000000000}"/>
          </ac:spMkLst>
        </pc:spChg>
      </pc:sldChg>
      <pc:sldChg chg="modSp">
        <pc:chgData name="Gusti Pangestu" userId="S::gusti.pangestu@binus.ac.id::7768735c-5c0d-4d9b-b550-ead0b3c82a30" providerId="AD" clId="Web-{4723764F-4FB6-2621-BCB5-1B2AA75B9DEF}" dt="2022-11-03T02:44:14.991" v="7" actId="20577"/>
        <pc:sldMkLst>
          <pc:docMk/>
          <pc:sldMk cId="1545682022" sldId="290"/>
        </pc:sldMkLst>
        <pc:spChg chg="mod">
          <ac:chgData name="Gusti Pangestu" userId="S::gusti.pangestu@binus.ac.id::7768735c-5c0d-4d9b-b550-ead0b3c82a30" providerId="AD" clId="Web-{4723764F-4FB6-2621-BCB5-1B2AA75B9DEF}" dt="2022-11-03T02:44:14.991" v="7" actId="20577"/>
          <ac:spMkLst>
            <pc:docMk/>
            <pc:sldMk cId="1545682022" sldId="290"/>
            <ac:spMk id="3" creationId="{CFBE6DC7-A61F-27FA-B9A7-7018AFBF0075}"/>
          </ac:spMkLst>
        </pc:spChg>
      </pc:sldChg>
      <pc:sldChg chg="addSp delSp modSp new mod modClrScheme chgLayout">
        <pc:chgData name="Gusti Pangestu" userId="S::gusti.pangestu@binus.ac.id::7768735c-5c0d-4d9b-b550-ead0b3c82a30" providerId="AD" clId="Web-{4723764F-4FB6-2621-BCB5-1B2AA75B9DEF}" dt="2022-11-03T02:45:49.603" v="26"/>
        <pc:sldMkLst>
          <pc:docMk/>
          <pc:sldMk cId="3239910030" sldId="291"/>
        </pc:sldMkLst>
        <pc:spChg chg="mod ord">
          <ac:chgData name="Gusti Pangestu" userId="S::gusti.pangestu@binus.ac.id::7768735c-5c0d-4d9b-b550-ead0b3c82a30" providerId="AD" clId="Web-{4723764F-4FB6-2621-BCB5-1B2AA75B9DEF}" dt="2022-11-03T02:45:49.603" v="26"/>
          <ac:spMkLst>
            <pc:docMk/>
            <pc:sldMk cId="3239910030" sldId="291"/>
            <ac:spMk id="2" creationId="{06BE8195-C27D-70D7-28E0-726710B91B9D}"/>
          </ac:spMkLst>
        </pc:spChg>
        <pc:spChg chg="mod ord">
          <ac:chgData name="Gusti Pangestu" userId="S::gusti.pangestu@binus.ac.id::7768735c-5c0d-4d9b-b550-ead0b3c82a30" providerId="AD" clId="Web-{4723764F-4FB6-2621-BCB5-1B2AA75B9DEF}" dt="2022-11-03T02:45:49.603" v="26"/>
          <ac:spMkLst>
            <pc:docMk/>
            <pc:sldMk cId="3239910030" sldId="291"/>
            <ac:spMk id="3" creationId="{499B5FB4-6AD2-6720-5F06-982D62089E73}"/>
          </ac:spMkLst>
        </pc:spChg>
        <pc:spChg chg="add del mod ord">
          <ac:chgData name="Gusti Pangestu" userId="S::gusti.pangestu@binus.ac.id::7768735c-5c0d-4d9b-b550-ead0b3c82a30" providerId="AD" clId="Web-{4723764F-4FB6-2621-BCB5-1B2AA75B9DEF}" dt="2022-11-03T02:45:46.759" v="25"/>
          <ac:spMkLst>
            <pc:docMk/>
            <pc:sldMk cId="3239910030" sldId="291"/>
            <ac:spMk id="4" creationId="{92C9719A-CC46-2504-EF4C-6C78CFE1199F}"/>
          </ac:spMkLst>
        </pc:spChg>
        <pc:picChg chg="add mod ord">
          <ac:chgData name="Gusti Pangestu" userId="S::gusti.pangestu@binus.ac.id::7768735c-5c0d-4d9b-b550-ead0b3c82a30" providerId="AD" clId="Web-{4723764F-4FB6-2621-BCB5-1B2AA75B9DEF}" dt="2022-11-03T02:45:49.603" v="26"/>
          <ac:picMkLst>
            <pc:docMk/>
            <pc:sldMk cId="3239910030" sldId="291"/>
            <ac:picMk id="5" creationId="{6F7C705D-3C75-F52D-FC70-362D5330B2A4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4723764F-4FB6-2621-BCB5-1B2AA75B9DEF}" dt="2022-11-03T02:48:31.202" v="81" actId="1076"/>
        <pc:sldMkLst>
          <pc:docMk/>
          <pc:sldMk cId="989727377" sldId="292"/>
        </pc:sldMkLst>
        <pc:spChg chg="mod ord">
          <ac:chgData name="Gusti Pangestu" userId="S::gusti.pangestu@binus.ac.id::7768735c-5c0d-4d9b-b550-ead0b3c82a30" providerId="AD" clId="Web-{4723764F-4FB6-2621-BCB5-1B2AA75B9DEF}" dt="2022-11-03T02:46:34.573" v="48" actId="20577"/>
          <ac:spMkLst>
            <pc:docMk/>
            <pc:sldMk cId="989727377" sldId="292"/>
            <ac:spMk id="2" creationId="{41CCD47F-9B6B-3569-DEBA-A2401F2D11CC}"/>
          </ac:spMkLst>
        </pc:spChg>
        <pc:spChg chg="mod ord">
          <ac:chgData name="Gusti Pangestu" userId="S::gusti.pangestu@binus.ac.id::7768735c-5c0d-4d9b-b550-ead0b3c82a30" providerId="AD" clId="Web-{4723764F-4FB6-2621-BCB5-1B2AA75B9DEF}" dt="2022-11-03T02:48:28.889" v="80" actId="20577"/>
          <ac:spMkLst>
            <pc:docMk/>
            <pc:sldMk cId="989727377" sldId="292"/>
            <ac:spMk id="3" creationId="{E1706120-D971-3F2E-FDC1-F729C1BBB272}"/>
          </ac:spMkLst>
        </pc:spChg>
        <pc:spChg chg="del">
          <ac:chgData name="Gusti Pangestu" userId="S::gusti.pangestu@binus.ac.id::7768735c-5c0d-4d9b-b550-ead0b3c82a30" providerId="AD" clId="Web-{4723764F-4FB6-2621-BCB5-1B2AA75B9DEF}" dt="2022-11-03T02:46:19.901" v="28"/>
          <ac:spMkLst>
            <pc:docMk/>
            <pc:sldMk cId="989727377" sldId="292"/>
            <ac:spMk id="4" creationId="{89EA1DC5-C250-477F-D5F8-983F8BF98A58}"/>
          </ac:spMkLst>
        </pc:spChg>
        <pc:picChg chg="add mod">
          <ac:chgData name="Gusti Pangestu" userId="S::gusti.pangestu@binus.ac.id::7768735c-5c0d-4d9b-b550-ead0b3c82a30" providerId="AD" clId="Web-{4723764F-4FB6-2621-BCB5-1B2AA75B9DEF}" dt="2022-11-03T02:48:31.202" v="81" actId="1076"/>
          <ac:picMkLst>
            <pc:docMk/>
            <pc:sldMk cId="989727377" sldId="292"/>
            <ac:picMk id="5" creationId="{2288BEF4-E51F-B242-1C73-FACBF9FEDC23}"/>
          </ac:picMkLst>
        </pc:picChg>
      </pc:sldChg>
      <pc:sldChg chg="addSp modSp new">
        <pc:chgData name="Gusti Pangestu" userId="S::gusti.pangestu@binus.ac.id::7768735c-5c0d-4d9b-b550-ead0b3c82a30" providerId="AD" clId="Web-{4723764F-4FB6-2621-BCB5-1B2AA75B9DEF}" dt="2022-11-03T02:49:58.080" v="106" actId="1076"/>
        <pc:sldMkLst>
          <pc:docMk/>
          <pc:sldMk cId="1956832009" sldId="293"/>
        </pc:sldMkLst>
        <pc:spChg chg="mod">
          <ac:chgData name="Gusti Pangestu" userId="S::gusti.pangestu@binus.ac.id::7768735c-5c0d-4d9b-b550-ead0b3c82a30" providerId="AD" clId="Web-{4723764F-4FB6-2621-BCB5-1B2AA75B9DEF}" dt="2022-11-03T02:48:57.406" v="87" actId="20577"/>
          <ac:spMkLst>
            <pc:docMk/>
            <pc:sldMk cId="1956832009" sldId="293"/>
            <ac:spMk id="2" creationId="{0974A77D-DC1B-EC55-1E0D-780FFB7B6171}"/>
          </ac:spMkLst>
        </pc:spChg>
        <pc:spChg chg="mod">
          <ac:chgData name="Gusti Pangestu" userId="S::gusti.pangestu@binus.ac.id::7768735c-5c0d-4d9b-b550-ead0b3c82a30" providerId="AD" clId="Web-{4723764F-4FB6-2621-BCB5-1B2AA75B9DEF}" dt="2022-11-03T02:49:51.908" v="102" actId="20577"/>
          <ac:spMkLst>
            <pc:docMk/>
            <pc:sldMk cId="1956832009" sldId="293"/>
            <ac:spMk id="3" creationId="{4CD220FE-80E2-DAFC-E049-FE571AF85D59}"/>
          </ac:spMkLst>
        </pc:spChg>
        <pc:picChg chg="add mod">
          <ac:chgData name="Gusti Pangestu" userId="S::gusti.pangestu@binus.ac.id::7768735c-5c0d-4d9b-b550-ead0b3c82a30" providerId="AD" clId="Web-{4723764F-4FB6-2621-BCB5-1B2AA75B9DEF}" dt="2022-11-03T02:49:24.860" v="95" actId="1076"/>
          <ac:picMkLst>
            <pc:docMk/>
            <pc:sldMk cId="1956832009" sldId="293"/>
            <ac:picMk id="4" creationId="{C6272345-3F9B-AB2B-AF9A-9063808F84D5}"/>
          </ac:picMkLst>
        </pc:picChg>
        <pc:picChg chg="add mod">
          <ac:chgData name="Gusti Pangestu" userId="S::gusti.pangestu@binus.ac.id::7768735c-5c0d-4d9b-b550-ead0b3c82a30" providerId="AD" clId="Web-{4723764F-4FB6-2621-BCB5-1B2AA75B9DEF}" dt="2022-11-03T02:49:58.080" v="106" actId="1076"/>
          <ac:picMkLst>
            <pc:docMk/>
            <pc:sldMk cId="1956832009" sldId="293"/>
            <ac:picMk id="5" creationId="{39A73783-942A-3DAD-C268-F150A84B9582}"/>
          </ac:picMkLst>
        </pc:picChg>
      </pc:sldChg>
      <pc:sldChg chg="modSp new">
        <pc:chgData name="Gusti Pangestu" userId="S::gusti.pangestu@binus.ac.id::7768735c-5c0d-4d9b-b550-ead0b3c82a30" providerId="AD" clId="Web-{4723764F-4FB6-2621-BCB5-1B2AA75B9DEF}" dt="2022-11-03T03:06:42.893" v="136" actId="20577"/>
        <pc:sldMkLst>
          <pc:docMk/>
          <pc:sldMk cId="2857808774" sldId="294"/>
        </pc:sldMkLst>
        <pc:spChg chg="mod">
          <ac:chgData name="Gusti Pangestu" userId="S::gusti.pangestu@binus.ac.id::7768735c-5c0d-4d9b-b550-ead0b3c82a30" providerId="AD" clId="Web-{4723764F-4FB6-2621-BCB5-1B2AA75B9DEF}" dt="2022-11-03T02:51:03.097" v="115" actId="20577"/>
          <ac:spMkLst>
            <pc:docMk/>
            <pc:sldMk cId="2857808774" sldId="294"/>
            <ac:spMk id="2" creationId="{80D8ED6B-1F91-FA76-8442-3BD92848D259}"/>
          </ac:spMkLst>
        </pc:spChg>
        <pc:spChg chg="mod">
          <ac:chgData name="Gusti Pangestu" userId="S::gusti.pangestu@binus.ac.id::7768735c-5c0d-4d9b-b550-ead0b3c82a30" providerId="AD" clId="Web-{4723764F-4FB6-2621-BCB5-1B2AA75B9DEF}" dt="2022-11-03T03:06:42.893" v="136" actId="20577"/>
          <ac:spMkLst>
            <pc:docMk/>
            <pc:sldMk cId="2857808774" sldId="294"/>
            <ac:spMk id="3" creationId="{67F7FC30-C4BB-4163-B058-F8921BEF2568}"/>
          </ac:spMkLst>
        </pc:spChg>
      </pc:sldChg>
      <pc:sldChg chg="addSp modSp new">
        <pc:chgData name="Gusti Pangestu" userId="S::gusti.pangestu@binus.ac.id::7768735c-5c0d-4d9b-b550-ead0b3c82a30" providerId="AD" clId="Web-{4723764F-4FB6-2621-BCB5-1B2AA75B9DEF}" dt="2022-11-03T03:17:22.866" v="178" actId="1076"/>
        <pc:sldMkLst>
          <pc:docMk/>
          <pc:sldMk cId="1684321161" sldId="295"/>
        </pc:sldMkLst>
        <pc:spChg chg="mod">
          <ac:chgData name="Gusti Pangestu" userId="S::gusti.pangestu@binus.ac.id::7768735c-5c0d-4d9b-b550-ead0b3c82a30" providerId="AD" clId="Web-{4723764F-4FB6-2621-BCB5-1B2AA75B9DEF}" dt="2022-11-03T03:09:11.507" v="154" actId="20577"/>
          <ac:spMkLst>
            <pc:docMk/>
            <pc:sldMk cId="1684321161" sldId="295"/>
            <ac:spMk id="2" creationId="{3D7D28F3-975D-21FF-3DFD-F779FEBED9AA}"/>
          </ac:spMkLst>
        </pc:spChg>
        <pc:spChg chg="mod">
          <ac:chgData name="Gusti Pangestu" userId="S::gusti.pangestu@binus.ac.id::7768735c-5c0d-4d9b-b550-ead0b3c82a30" providerId="AD" clId="Web-{4723764F-4FB6-2621-BCB5-1B2AA75B9DEF}" dt="2022-11-03T03:12:03.450" v="161" actId="20577"/>
          <ac:spMkLst>
            <pc:docMk/>
            <pc:sldMk cId="1684321161" sldId="295"/>
            <ac:spMk id="3" creationId="{96D19530-4A52-9542-D14E-51F0CB915FF7}"/>
          </ac:spMkLst>
        </pc:spChg>
        <pc:picChg chg="add mod">
          <ac:chgData name="Gusti Pangestu" userId="S::gusti.pangestu@binus.ac.id::7768735c-5c0d-4d9b-b550-ead0b3c82a30" providerId="AD" clId="Web-{4723764F-4FB6-2621-BCB5-1B2AA75B9DEF}" dt="2022-11-03T03:17:09.491" v="174" actId="1076"/>
          <ac:picMkLst>
            <pc:docMk/>
            <pc:sldMk cId="1684321161" sldId="295"/>
            <ac:picMk id="4" creationId="{D19ABB9B-B821-9820-6C45-7CEDDF2D4136}"/>
          </ac:picMkLst>
        </pc:picChg>
        <pc:picChg chg="add mod">
          <ac:chgData name="Gusti Pangestu" userId="S::gusti.pangestu@binus.ac.id::7768735c-5c0d-4d9b-b550-ead0b3c82a30" providerId="AD" clId="Web-{4723764F-4FB6-2621-BCB5-1B2AA75B9DEF}" dt="2022-11-03T03:17:22.866" v="178" actId="1076"/>
          <ac:picMkLst>
            <pc:docMk/>
            <pc:sldMk cId="1684321161" sldId="295"/>
            <ac:picMk id="5" creationId="{6644DA4B-20A8-41DD-48CB-19F74E0D69A9}"/>
          </ac:picMkLst>
        </pc:picChg>
      </pc:sldChg>
      <pc:sldChg chg="modSp new">
        <pc:chgData name="Gusti Pangestu" userId="S::gusti.pangestu@binus.ac.id::7768735c-5c0d-4d9b-b550-ead0b3c82a30" providerId="AD" clId="Web-{4723764F-4FB6-2621-BCB5-1B2AA75B9DEF}" dt="2022-11-03T03:17:07.538" v="173" actId="20577"/>
        <pc:sldMkLst>
          <pc:docMk/>
          <pc:sldMk cId="832701779" sldId="296"/>
        </pc:sldMkLst>
        <pc:spChg chg="mod">
          <ac:chgData name="Gusti Pangestu" userId="S::gusti.pangestu@binus.ac.id::7768735c-5c0d-4d9b-b550-ead0b3c82a30" providerId="AD" clId="Web-{4723764F-4FB6-2621-BCB5-1B2AA75B9DEF}" dt="2022-11-03T03:16:22.239" v="167" actId="20577"/>
          <ac:spMkLst>
            <pc:docMk/>
            <pc:sldMk cId="832701779" sldId="296"/>
            <ac:spMk id="2" creationId="{A9D638A7-C878-DBC6-BCA3-94CAB5E6CBE5}"/>
          </ac:spMkLst>
        </pc:spChg>
        <pc:spChg chg="mod">
          <ac:chgData name="Gusti Pangestu" userId="S::gusti.pangestu@binus.ac.id::7768735c-5c0d-4d9b-b550-ead0b3c82a30" providerId="AD" clId="Web-{4723764F-4FB6-2621-BCB5-1B2AA75B9DEF}" dt="2022-11-03T03:17:07.538" v="173" actId="20577"/>
          <ac:spMkLst>
            <pc:docMk/>
            <pc:sldMk cId="832701779" sldId="296"/>
            <ac:spMk id="3" creationId="{FF0687D8-F186-C0BE-FEF2-00D857C5D11E}"/>
          </ac:spMkLst>
        </pc:spChg>
      </pc:sldChg>
    </pc:docChg>
  </pc:docChgLst>
  <pc:docChgLst>
    <pc:chgData name="Gusti Pangestu" userId="S::gusti.pangestu@binus.ac.id::7768735c-5c0d-4d9b-b550-ead0b3c82a30" providerId="AD" clId="Web-{2D93CF2B-77F8-A25B-D210-87A5597154A1}"/>
    <pc:docChg chg="addSld modSld modSection">
      <pc:chgData name="Gusti Pangestu" userId="S::gusti.pangestu@binus.ac.id::7768735c-5c0d-4d9b-b550-ead0b3c82a30" providerId="AD" clId="Web-{2D93CF2B-77F8-A25B-D210-87A5597154A1}" dt="2022-11-08T02:40:13.934" v="3" actId="20577"/>
      <pc:docMkLst>
        <pc:docMk/>
      </pc:docMkLst>
      <pc:sldChg chg="modSp new">
        <pc:chgData name="Gusti Pangestu" userId="S::gusti.pangestu@binus.ac.id::7768735c-5c0d-4d9b-b550-ead0b3c82a30" providerId="AD" clId="Web-{2D93CF2B-77F8-A25B-D210-87A5597154A1}" dt="2022-11-08T02:40:13.934" v="3" actId="20577"/>
        <pc:sldMkLst>
          <pc:docMk/>
          <pc:sldMk cId="2349906427" sldId="308"/>
        </pc:sldMkLst>
        <pc:spChg chg="mod">
          <ac:chgData name="Gusti Pangestu" userId="S::gusti.pangestu@binus.ac.id::7768735c-5c0d-4d9b-b550-ead0b3c82a30" providerId="AD" clId="Web-{2D93CF2B-77F8-A25B-D210-87A5597154A1}" dt="2022-11-08T02:40:13.934" v="3" actId="20577"/>
          <ac:spMkLst>
            <pc:docMk/>
            <pc:sldMk cId="2349906427" sldId="308"/>
            <ac:spMk id="2" creationId="{8F985375-C6B8-C22E-CA8A-4D16C270F34C}"/>
          </ac:spMkLst>
        </pc:spChg>
      </pc:sldChg>
    </pc:docChg>
  </pc:docChgLst>
  <pc:docChgLst>
    <pc:chgData name="Gusti Pangestu" userId="S::gusti.pangestu@binus.ac.id::7768735c-5c0d-4d9b-b550-ead0b3c82a30" providerId="AD" clId="Web-{731F4634-1767-D2F4-7CC6-A07A3265D8B4}"/>
    <pc:docChg chg="addSld delSld modSld modSection">
      <pc:chgData name="Gusti Pangestu" userId="S::gusti.pangestu@binus.ac.id::7768735c-5c0d-4d9b-b550-ead0b3c82a30" providerId="AD" clId="Web-{731F4634-1767-D2F4-7CC6-A07A3265D8B4}" dt="2022-11-16T09:04:49.353" v="338"/>
      <pc:docMkLst>
        <pc:docMk/>
      </pc:docMkLst>
      <pc:sldChg chg="modSp">
        <pc:chgData name="Gusti Pangestu" userId="S::gusti.pangestu@binus.ac.id::7768735c-5c0d-4d9b-b550-ead0b3c82a30" providerId="AD" clId="Web-{731F4634-1767-D2F4-7CC6-A07A3265D8B4}" dt="2022-11-16T06:52:16.105" v="163" actId="20577"/>
        <pc:sldMkLst>
          <pc:docMk/>
          <pc:sldMk cId="109857222" sldId="258"/>
        </pc:sldMkLst>
        <pc:spChg chg="mod">
          <ac:chgData name="Gusti Pangestu" userId="S::gusti.pangestu@binus.ac.id::7768735c-5c0d-4d9b-b550-ead0b3c82a30" providerId="AD" clId="Web-{731F4634-1767-D2F4-7CC6-A07A3265D8B4}" dt="2022-11-16T06:52:16.105" v="163" actId="20577"/>
          <ac:spMkLst>
            <pc:docMk/>
            <pc:sldMk cId="109857222" sldId="258"/>
            <ac:spMk id="3" creationId="{00000000-0000-0000-0000-000000000000}"/>
          </ac:spMkLst>
        </pc:spChg>
      </pc:sldChg>
      <pc:sldChg chg="modSp">
        <pc:chgData name="Gusti Pangestu" userId="S::gusti.pangestu@binus.ac.id::7768735c-5c0d-4d9b-b550-ead0b3c82a30" providerId="AD" clId="Web-{731F4634-1767-D2F4-7CC6-A07A3265D8B4}" dt="2022-11-16T03:44:46.518" v="2" actId="20577"/>
        <pc:sldMkLst>
          <pc:docMk/>
          <pc:sldMk cId="1545682022" sldId="290"/>
        </pc:sldMkLst>
        <pc:spChg chg="mod">
          <ac:chgData name="Gusti Pangestu" userId="S::gusti.pangestu@binus.ac.id::7768735c-5c0d-4d9b-b550-ead0b3c82a30" providerId="AD" clId="Web-{731F4634-1767-D2F4-7CC6-A07A3265D8B4}" dt="2022-11-16T03:44:46.518" v="2" actId="20577"/>
          <ac:spMkLst>
            <pc:docMk/>
            <pc:sldMk cId="1545682022" sldId="290"/>
            <ac:spMk id="3" creationId="{CFBE6DC7-A61F-27FA-B9A7-7018AFBF0075}"/>
          </ac:spMkLst>
        </pc:spChg>
      </pc:sldChg>
      <pc:sldChg chg="modSp new">
        <pc:chgData name="Gusti Pangestu" userId="S::gusti.pangestu@binus.ac.id::7768735c-5c0d-4d9b-b550-ead0b3c82a30" providerId="AD" clId="Web-{731F4634-1767-D2F4-7CC6-A07A3265D8B4}" dt="2022-11-16T03:46:24.802" v="43" actId="20577"/>
        <pc:sldMkLst>
          <pc:docMk/>
          <pc:sldMk cId="1765197454" sldId="291"/>
        </pc:sldMkLst>
        <pc:spChg chg="mod">
          <ac:chgData name="Gusti Pangestu" userId="S::gusti.pangestu@binus.ac.id::7768735c-5c0d-4d9b-b550-ead0b3c82a30" providerId="AD" clId="Web-{731F4634-1767-D2F4-7CC6-A07A3265D8B4}" dt="2022-11-16T03:45:30.051" v="31" actId="20577"/>
          <ac:spMkLst>
            <pc:docMk/>
            <pc:sldMk cId="1765197454" sldId="291"/>
            <ac:spMk id="2" creationId="{C6AEFE48-B198-A7D0-6348-3645566C3D8F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3:46:24.802" v="43" actId="20577"/>
          <ac:spMkLst>
            <pc:docMk/>
            <pc:sldMk cId="1765197454" sldId="291"/>
            <ac:spMk id="3" creationId="{F33AE568-5F8F-2D9A-B17F-CCA4C6721E18}"/>
          </ac:spMkLst>
        </pc:spChg>
      </pc:sldChg>
      <pc:sldChg chg="del">
        <pc:chgData name="Gusti Pangestu" userId="S::gusti.pangestu@binus.ac.id::7768735c-5c0d-4d9b-b550-ead0b3c82a30" providerId="AD" clId="Web-{731F4634-1767-D2F4-7CC6-A07A3265D8B4}" dt="2022-11-16T03:44:51.018" v="24"/>
        <pc:sldMkLst>
          <pc:docMk/>
          <pc:sldMk cId="2068043843" sldId="291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18" v="23"/>
        <pc:sldMkLst>
          <pc:docMk/>
          <pc:sldMk cId="181067477" sldId="292"/>
        </pc:sldMkLst>
      </pc:sldChg>
      <pc:sldChg chg="addSp delSp modSp new mod modClrScheme chgLayout">
        <pc:chgData name="Gusti Pangestu" userId="S::gusti.pangestu@binus.ac.id::7768735c-5c0d-4d9b-b550-ead0b3c82a30" providerId="AD" clId="Web-{731F4634-1767-D2F4-7CC6-A07A3265D8B4}" dt="2022-11-16T03:55:26.646" v="79" actId="14100"/>
        <pc:sldMkLst>
          <pc:docMk/>
          <pc:sldMk cId="3506783845" sldId="292"/>
        </pc:sldMkLst>
        <pc:spChg chg="del">
          <ac:chgData name="Gusti Pangestu" userId="S::gusti.pangestu@binus.ac.id::7768735c-5c0d-4d9b-b550-ead0b3c82a30" providerId="AD" clId="Web-{731F4634-1767-D2F4-7CC6-A07A3265D8B4}" dt="2022-11-16T03:47:31.789" v="45"/>
          <ac:spMkLst>
            <pc:docMk/>
            <pc:sldMk cId="3506783845" sldId="292"/>
            <ac:spMk id="2" creationId="{36CFE4A1-9406-F805-6272-1FD0F83B902A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3:55:06.989" v="74" actId="20577"/>
          <ac:spMkLst>
            <pc:docMk/>
            <pc:sldMk cId="3506783845" sldId="292"/>
            <ac:spMk id="3" creationId="{1A39E79B-87E1-4B48-741F-1094046F0F15}"/>
          </ac:spMkLst>
        </pc:spChg>
        <pc:spChg chg="add mod">
          <ac:chgData name="Gusti Pangestu" userId="S::gusti.pangestu@binus.ac.id::7768735c-5c0d-4d9b-b550-ead0b3c82a30" providerId="AD" clId="Web-{731F4634-1767-D2F4-7CC6-A07A3265D8B4}" dt="2022-11-16T03:48:06.415" v="65" actId="20577"/>
          <ac:spMkLst>
            <pc:docMk/>
            <pc:sldMk cId="3506783845" sldId="292"/>
            <ac:spMk id="9" creationId="{42BD2175-415E-7C5B-2CE2-49BCCF2158B2}"/>
          </ac:spMkLst>
        </pc:spChg>
        <pc:picChg chg="add mod">
          <ac:chgData name="Gusti Pangestu" userId="S::gusti.pangestu@binus.ac.id::7768735c-5c0d-4d9b-b550-ead0b3c82a30" providerId="AD" clId="Web-{731F4634-1767-D2F4-7CC6-A07A3265D8B4}" dt="2022-11-16T03:54:56.645" v="67" actId="1076"/>
          <ac:picMkLst>
            <pc:docMk/>
            <pc:sldMk cId="3506783845" sldId="292"/>
            <ac:picMk id="4" creationId="{8FA40C1F-FC6B-210D-37FC-35A8B3231006}"/>
          </ac:picMkLst>
        </pc:picChg>
        <pc:picChg chg="add mod">
          <ac:chgData name="Gusti Pangestu" userId="S::gusti.pangestu@binus.ac.id::7768735c-5c0d-4d9b-b550-ead0b3c82a30" providerId="AD" clId="Web-{731F4634-1767-D2F4-7CC6-A07A3265D8B4}" dt="2022-11-16T03:55:26.646" v="79" actId="14100"/>
          <ac:picMkLst>
            <pc:docMk/>
            <pc:sldMk cId="3506783845" sldId="292"/>
            <ac:picMk id="5" creationId="{D9078361-D59F-44AF-1B68-A4559F312AFD}"/>
          </ac:picMkLst>
        </pc:picChg>
      </pc:sldChg>
      <pc:sldChg chg="addSp delSp modSp new">
        <pc:chgData name="Gusti Pangestu" userId="S::gusti.pangestu@binus.ac.id::7768735c-5c0d-4d9b-b550-ead0b3c82a30" providerId="AD" clId="Web-{731F4634-1767-D2F4-7CC6-A07A3265D8B4}" dt="2022-11-16T04:12:46.692" v="116"/>
        <pc:sldMkLst>
          <pc:docMk/>
          <pc:sldMk cId="1023137893" sldId="293"/>
        </pc:sldMkLst>
        <pc:spChg chg="del">
          <ac:chgData name="Gusti Pangestu" userId="S::gusti.pangestu@binus.ac.id::7768735c-5c0d-4d9b-b550-ead0b3c82a30" providerId="AD" clId="Web-{731F4634-1767-D2F4-7CC6-A07A3265D8B4}" dt="2022-11-16T04:12:46.692" v="116"/>
          <ac:spMkLst>
            <pc:docMk/>
            <pc:sldMk cId="1023137893" sldId="293"/>
            <ac:spMk id="2" creationId="{5C5CAB32-3A7D-7E93-7521-4EEA73D57908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4:12:46.692" v="116"/>
          <ac:spMkLst>
            <pc:docMk/>
            <pc:sldMk cId="1023137893" sldId="293"/>
            <ac:spMk id="3" creationId="{520EB2C5-E55F-CF84-322E-5B3F67A92ED2}"/>
          </ac:spMkLst>
        </pc:spChg>
        <pc:spChg chg="del mod">
          <ac:chgData name="Gusti Pangestu" userId="S::gusti.pangestu@binus.ac.id::7768735c-5c0d-4d9b-b550-ead0b3c82a30" providerId="AD" clId="Web-{731F4634-1767-D2F4-7CC6-A07A3265D8B4}" dt="2022-11-16T04:12:43.864" v="115"/>
          <ac:spMkLst>
            <pc:docMk/>
            <pc:sldMk cId="1023137893" sldId="293"/>
            <ac:spMk id="4" creationId="{DB2E4289-FF07-CF4A-3B85-D33B1FDB1499}"/>
          </ac:spMkLst>
        </pc:spChg>
        <pc:spChg chg="add">
          <ac:chgData name="Gusti Pangestu" userId="S::gusti.pangestu@binus.ac.id::7768735c-5c0d-4d9b-b550-ead0b3c82a30" providerId="AD" clId="Web-{731F4634-1767-D2F4-7CC6-A07A3265D8B4}" dt="2022-11-16T04:12:46.692" v="116"/>
          <ac:spMkLst>
            <pc:docMk/>
            <pc:sldMk cId="1023137893" sldId="293"/>
            <ac:spMk id="10" creationId="{38C9C34E-D236-F09C-4A57-2242D77E2EAB}"/>
          </ac:spMkLst>
        </pc:spChg>
        <pc:picChg chg="add mod ord">
          <ac:chgData name="Gusti Pangestu" userId="S::gusti.pangestu@binus.ac.id::7768735c-5c0d-4d9b-b550-ead0b3c82a30" providerId="AD" clId="Web-{731F4634-1767-D2F4-7CC6-A07A3265D8B4}" dt="2022-11-16T04:12:46.692" v="116"/>
          <ac:picMkLst>
            <pc:docMk/>
            <pc:sldMk cId="1023137893" sldId="293"/>
            <ac:picMk id="5" creationId="{48CF6B61-EBC5-CC21-A68A-E267F9CCDA10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18" v="22"/>
        <pc:sldMkLst>
          <pc:docMk/>
          <pc:sldMk cId="2629645314" sldId="293"/>
        </pc:sldMkLst>
      </pc:sldChg>
      <pc:sldChg chg="addSp delSp modSp new">
        <pc:chgData name="Gusti Pangestu" userId="S::gusti.pangestu@binus.ac.id::7768735c-5c0d-4d9b-b550-ead0b3c82a30" providerId="AD" clId="Web-{731F4634-1767-D2F4-7CC6-A07A3265D8B4}" dt="2022-11-16T04:10:31.329" v="101" actId="20577"/>
        <pc:sldMkLst>
          <pc:docMk/>
          <pc:sldMk cId="641680110" sldId="294"/>
        </pc:sldMkLst>
        <pc:spChg chg="mod">
          <ac:chgData name="Gusti Pangestu" userId="S::gusti.pangestu@binus.ac.id::7768735c-5c0d-4d9b-b550-ead0b3c82a30" providerId="AD" clId="Web-{731F4634-1767-D2F4-7CC6-A07A3265D8B4}" dt="2022-11-16T04:10:31.329" v="101" actId="20577"/>
          <ac:spMkLst>
            <pc:docMk/>
            <pc:sldMk cId="641680110" sldId="294"/>
            <ac:spMk id="2" creationId="{0FC8C279-7F77-79FE-FE69-7105421936B2}"/>
          </ac:spMkLst>
        </pc:spChg>
        <pc:spChg chg="del">
          <ac:chgData name="Gusti Pangestu" userId="S::gusti.pangestu@binus.ac.id::7768735c-5c0d-4d9b-b550-ead0b3c82a30" providerId="AD" clId="Web-{731F4634-1767-D2F4-7CC6-A07A3265D8B4}" dt="2022-11-16T04:09:11.483" v="81"/>
          <ac:spMkLst>
            <pc:docMk/>
            <pc:sldMk cId="641680110" sldId="294"/>
            <ac:spMk id="3" creationId="{9CB0ABD9-9ED8-A2A9-65C4-A04978B57500}"/>
          </ac:spMkLst>
        </pc:spChg>
        <pc:spChg chg="del">
          <ac:chgData name="Gusti Pangestu" userId="S::gusti.pangestu@binus.ac.id::7768735c-5c0d-4d9b-b550-ead0b3c82a30" providerId="AD" clId="Web-{731F4634-1767-D2F4-7CC6-A07A3265D8B4}" dt="2022-11-16T04:09:26.405" v="82"/>
          <ac:spMkLst>
            <pc:docMk/>
            <pc:sldMk cId="641680110" sldId="294"/>
            <ac:spMk id="4" creationId="{6E0ACB3A-68B2-0EB5-1FB8-1A990EBC903C}"/>
          </ac:spMkLst>
        </pc:spChg>
        <pc:spChg chg="add mod">
          <ac:chgData name="Gusti Pangestu" userId="S::gusti.pangestu@binus.ac.id::7768735c-5c0d-4d9b-b550-ead0b3c82a30" providerId="AD" clId="Web-{731F4634-1767-D2F4-7CC6-A07A3265D8B4}" dt="2022-11-16T04:10:20.297" v="94" actId="20577"/>
          <ac:spMkLst>
            <pc:docMk/>
            <pc:sldMk cId="641680110" sldId="294"/>
            <ac:spMk id="7" creationId="{A0DD2842-8BB9-0722-16A2-F59AA8BB06E0}"/>
          </ac:spMkLst>
        </pc:spChg>
        <pc:picChg chg="add mod ord">
          <ac:chgData name="Gusti Pangestu" userId="S::gusti.pangestu@binus.ac.id::7768735c-5c0d-4d9b-b550-ead0b3c82a30" providerId="AD" clId="Web-{731F4634-1767-D2F4-7CC6-A07A3265D8B4}" dt="2022-11-16T04:09:30.452" v="83" actId="1076"/>
          <ac:picMkLst>
            <pc:docMk/>
            <pc:sldMk cId="641680110" sldId="294"/>
            <ac:picMk id="5" creationId="{FC05BE57-EF52-A221-6B6E-3DEFB1D18F84}"/>
          </ac:picMkLst>
        </pc:picChg>
        <pc:picChg chg="add mod ord">
          <ac:chgData name="Gusti Pangestu" userId="S::gusti.pangestu@binus.ac.id::7768735c-5c0d-4d9b-b550-ead0b3c82a30" providerId="AD" clId="Web-{731F4634-1767-D2F4-7CC6-A07A3265D8B4}" dt="2022-11-16T04:09:39.624" v="85" actId="14100"/>
          <ac:picMkLst>
            <pc:docMk/>
            <pc:sldMk cId="641680110" sldId="294"/>
            <ac:picMk id="6" creationId="{426166E8-DABA-3232-2936-3873B1C7C2F6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18" v="21"/>
        <pc:sldMkLst>
          <pc:docMk/>
          <pc:sldMk cId="3671522191" sldId="294"/>
        </pc:sldMkLst>
      </pc:sldChg>
      <pc:sldChg chg="delSp modSp new mod modClrScheme chgLayout">
        <pc:chgData name="Gusti Pangestu" userId="S::gusti.pangestu@binus.ac.id::7768735c-5c0d-4d9b-b550-ead0b3c82a30" providerId="AD" clId="Web-{731F4634-1767-D2F4-7CC6-A07A3265D8B4}" dt="2022-11-16T06:21:33.476" v="144" actId="20577"/>
        <pc:sldMkLst>
          <pc:docMk/>
          <pc:sldMk cId="1095013890" sldId="295"/>
        </pc:sldMkLst>
        <pc:spChg chg="mod ord">
          <ac:chgData name="Gusti Pangestu" userId="S::gusti.pangestu@binus.ac.id::7768735c-5c0d-4d9b-b550-ead0b3c82a30" providerId="AD" clId="Web-{731F4634-1767-D2F4-7CC6-A07A3265D8B4}" dt="2022-11-16T06:18:00.532" v="128"/>
          <ac:spMkLst>
            <pc:docMk/>
            <pc:sldMk cId="1095013890" sldId="295"/>
            <ac:spMk id="2" creationId="{7100939B-1912-19BF-95D6-921DA8E5B235}"/>
          </ac:spMkLst>
        </pc:spChg>
        <pc:spChg chg="mod ord">
          <ac:chgData name="Gusti Pangestu" userId="S::gusti.pangestu@binus.ac.id::7768735c-5c0d-4d9b-b550-ead0b3c82a30" providerId="AD" clId="Web-{731F4634-1767-D2F4-7CC6-A07A3265D8B4}" dt="2022-11-16T06:21:33.476" v="144" actId="20577"/>
          <ac:spMkLst>
            <pc:docMk/>
            <pc:sldMk cId="1095013890" sldId="295"/>
            <ac:spMk id="3" creationId="{5650DAAE-99C8-24A7-E56D-EAA1743C11FF}"/>
          </ac:spMkLst>
        </pc:spChg>
        <pc:spChg chg="del">
          <ac:chgData name="Gusti Pangestu" userId="S::gusti.pangestu@binus.ac.id::7768735c-5c0d-4d9b-b550-ead0b3c82a30" providerId="AD" clId="Web-{731F4634-1767-D2F4-7CC6-A07A3265D8B4}" dt="2022-11-16T06:18:00.532" v="128"/>
          <ac:spMkLst>
            <pc:docMk/>
            <pc:sldMk cId="1095013890" sldId="295"/>
            <ac:spMk id="4" creationId="{60A15FCE-373F-3B54-4AA8-57A3AB4F4236}"/>
          </ac:spMkLst>
        </pc:spChg>
      </pc:sldChg>
      <pc:sldChg chg="del">
        <pc:chgData name="Gusti Pangestu" userId="S::gusti.pangestu@binus.ac.id::7768735c-5c0d-4d9b-b550-ead0b3c82a30" providerId="AD" clId="Web-{731F4634-1767-D2F4-7CC6-A07A3265D8B4}" dt="2022-11-16T03:44:51.018" v="20"/>
        <pc:sldMkLst>
          <pc:docMk/>
          <pc:sldMk cId="3854135633" sldId="295"/>
        </pc:sldMkLst>
      </pc:sldChg>
      <pc:sldChg chg="addSp delSp modSp new">
        <pc:chgData name="Gusti Pangestu" userId="S::gusti.pangestu@binus.ac.id::7768735c-5c0d-4d9b-b550-ead0b3c82a30" providerId="AD" clId="Web-{731F4634-1767-D2F4-7CC6-A07A3265D8B4}" dt="2022-11-16T06:48:45.911" v="158" actId="14100"/>
        <pc:sldMkLst>
          <pc:docMk/>
          <pc:sldMk cId="1426729290" sldId="296"/>
        </pc:sldMkLst>
        <pc:spChg chg="del">
          <ac:chgData name="Gusti Pangestu" userId="S::gusti.pangestu@binus.ac.id::7768735c-5c0d-4d9b-b550-ead0b3c82a30" providerId="AD" clId="Web-{731F4634-1767-D2F4-7CC6-A07A3265D8B4}" dt="2022-11-16T06:48:01.238" v="149"/>
          <ac:spMkLst>
            <pc:docMk/>
            <pc:sldMk cId="1426729290" sldId="296"/>
            <ac:spMk id="2" creationId="{242478C7-E247-30D8-8F9A-E97E58D4AB4A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6:48:16.019" v="152" actId="20577"/>
          <ac:spMkLst>
            <pc:docMk/>
            <pc:sldMk cId="1426729290" sldId="296"/>
            <ac:spMk id="3" creationId="{554427B2-CDB4-2368-779F-A6E43BE8B3B8}"/>
          </ac:spMkLst>
        </pc:spChg>
        <pc:picChg chg="add mod">
          <ac:chgData name="Gusti Pangestu" userId="S::gusti.pangestu@binus.ac.id::7768735c-5c0d-4d9b-b550-ead0b3c82a30" providerId="AD" clId="Web-{731F4634-1767-D2F4-7CC6-A07A3265D8B4}" dt="2022-11-16T06:48:21.519" v="155" actId="1076"/>
          <ac:picMkLst>
            <pc:docMk/>
            <pc:sldMk cId="1426729290" sldId="296"/>
            <ac:picMk id="4" creationId="{06E7C50C-11F7-416A-B4B7-B918E750DE59}"/>
          </ac:picMkLst>
        </pc:picChg>
        <pc:picChg chg="add mod">
          <ac:chgData name="Gusti Pangestu" userId="S::gusti.pangestu@binus.ac.id::7768735c-5c0d-4d9b-b550-ead0b3c82a30" providerId="AD" clId="Web-{731F4634-1767-D2F4-7CC6-A07A3265D8B4}" dt="2022-11-16T06:48:45.911" v="158" actId="14100"/>
          <ac:picMkLst>
            <pc:docMk/>
            <pc:sldMk cId="1426729290" sldId="296"/>
            <ac:picMk id="5" creationId="{B2C445F9-F2F5-9D34-26B5-9CE6707E1A36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18" v="19"/>
        <pc:sldMkLst>
          <pc:docMk/>
          <pc:sldMk cId="2826040258" sldId="296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18" v="18"/>
        <pc:sldMkLst>
          <pc:docMk/>
          <pc:sldMk cId="1902739993" sldId="297"/>
        </pc:sldMkLst>
      </pc:sldChg>
      <pc:sldChg chg="addSp delSp modSp new">
        <pc:chgData name="Gusti Pangestu" userId="S::gusti.pangestu@binus.ac.id::7768735c-5c0d-4d9b-b550-ead0b3c82a30" providerId="AD" clId="Web-{731F4634-1767-D2F4-7CC6-A07A3265D8B4}" dt="2022-11-16T07:08:19.385" v="176" actId="14100"/>
        <pc:sldMkLst>
          <pc:docMk/>
          <pc:sldMk cId="2467367817" sldId="297"/>
        </pc:sldMkLst>
        <pc:spChg chg="del">
          <ac:chgData name="Gusti Pangestu" userId="S::gusti.pangestu@binus.ac.id::7768735c-5c0d-4d9b-b550-ead0b3c82a30" providerId="AD" clId="Web-{731F4634-1767-D2F4-7CC6-A07A3265D8B4}" dt="2022-11-16T07:07:32.805" v="169"/>
          <ac:spMkLst>
            <pc:docMk/>
            <pc:sldMk cId="2467367817" sldId="297"/>
            <ac:spMk id="2" creationId="{98625238-0B54-6570-ACD5-C6A452E4C664}"/>
          </ac:spMkLst>
        </pc:spChg>
        <pc:spChg chg="del mod">
          <ac:chgData name="Gusti Pangestu" userId="S::gusti.pangestu@binus.ac.id::7768735c-5c0d-4d9b-b550-ead0b3c82a30" providerId="AD" clId="Web-{731F4634-1767-D2F4-7CC6-A07A3265D8B4}" dt="2022-11-16T07:07:30.540" v="168"/>
          <ac:spMkLst>
            <pc:docMk/>
            <pc:sldMk cId="2467367817" sldId="297"/>
            <ac:spMk id="3" creationId="{0148FB59-FC9E-32D3-F65B-5FD2F2C11B8C}"/>
          </ac:spMkLst>
        </pc:spChg>
        <pc:picChg chg="add mod ord">
          <ac:chgData name="Gusti Pangestu" userId="S::gusti.pangestu@binus.ac.id::7768735c-5c0d-4d9b-b550-ead0b3c82a30" providerId="AD" clId="Web-{731F4634-1767-D2F4-7CC6-A07A3265D8B4}" dt="2022-11-16T07:08:11.228" v="174" actId="1076"/>
          <ac:picMkLst>
            <pc:docMk/>
            <pc:sldMk cId="2467367817" sldId="297"/>
            <ac:picMk id="4" creationId="{B69FD141-4ADF-0E94-5691-6D65F816092A}"/>
          </ac:picMkLst>
        </pc:picChg>
        <pc:picChg chg="add mod">
          <ac:chgData name="Gusti Pangestu" userId="S::gusti.pangestu@binus.ac.id::7768735c-5c0d-4d9b-b550-ead0b3c82a30" providerId="AD" clId="Web-{731F4634-1767-D2F4-7CC6-A07A3265D8B4}" dt="2022-11-16T07:08:19.385" v="176" actId="14100"/>
          <ac:picMkLst>
            <pc:docMk/>
            <pc:sldMk cId="2467367817" sldId="297"/>
            <ac:picMk id="5" creationId="{DBEC9A96-CCA2-A5B6-7D80-ED75F06BC947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18" v="17"/>
        <pc:sldMkLst>
          <pc:docMk/>
          <pc:sldMk cId="502453303" sldId="298"/>
        </pc:sldMkLst>
      </pc:sldChg>
      <pc:sldChg chg="addSp delSp modSp new">
        <pc:chgData name="Gusti Pangestu" userId="S::gusti.pangestu@binus.ac.id::7768735c-5c0d-4d9b-b550-ead0b3c82a30" providerId="AD" clId="Web-{731F4634-1767-D2F4-7CC6-A07A3265D8B4}" dt="2022-11-16T07:08:51.433" v="181" actId="1076"/>
        <pc:sldMkLst>
          <pc:docMk/>
          <pc:sldMk cId="3078249726" sldId="298"/>
        </pc:sldMkLst>
        <pc:spChg chg="del">
          <ac:chgData name="Gusti Pangestu" userId="S::gusti.pangestu@binus.ac.id::7768735c-5c0d-4d9b-b550-ead0b3c82a30" providerId="AD" clId="Web-{731F4634-1767-D2F4-7CC6-A07A3265D8B4}" dt="2022-11-16T07:08:42.620" v="179"/>
          <ac:spMkLst>
            <pc:docMk/>
            <pc:sldMk cId="3078249726" sldId="298"/>
            <ac:spMk id="2" creationId="{BEEADEF4-0DF7-CFBC-AE6C-9B1075BB18C7}"/>
          </ac:spMkLst>
        </pc:spChg>
        <pc:spChg chg="del">
          <ac:chgData name="Gusti Pangestu" userId="S::gusti.pangestu@binus.ac.id::7768735c-5c0d-4d9b-b550-ead0b3c82a30" providerId="AD" clId="Web-{731F4634-1767-D2F4-7CC6-A07A3265D8B4}" dt="2022-11-16T07:08:41.057" v="178"/>
          <ac:spMkLst>
            <pc:docMk/>
            <pc:sldMk cId="3078249726" sldId="298"/>
            <ac:spMk id="3" creationId="{3F30634D-7B25-15EB-39BB-86FDF61CA206}"/>
          </ac:spMkLst>
        </pc:spChg>
        <pc:picChg chg="add mod ord">
          <ac:chgData name="Gusti Pangestu" userId="S::gusti.pangestu@binus.ac.id::7768735c-5c0d-4d9b-b550-ead0b3c82a30" providerId="AD" clId="Web-{731F4634-1767-D2F4-7CC6-A07A3265D8B4}" dt="2022-11-16T07:08:51.433" v="181" actId="1076"/>
          <ac:picMkLst>
            <pc:docMk/>
            <pc:sldMk cId="3078249726" sldId="298"/>
            <ac:picMk id="4" creationId="{44284CFD-DE57-8570-D06B-E11E3A0A1F6A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18" v="16"/>
        <pc:sldMkLst>
          <pc:docMk/>
          <pc:sldMk cId="1410539918" sldId="299"/>
        </pc:sldMkLst>
      </pc:sldChg>
      <pc:sldChg chg="addSp modSp new">
        <pc:chgData name="Gusti Pangestu" userId="S::gusti.pangestu@binus.ac.id::7768735c-5c0d-4d9b-b550-ead0b3c82a30" providerId="AD" clId="Web-{731F4634-1767-D2F4-7CC6-A07A3265D8B4}" dt="2022-11-16T07:13:08.566" v="203" actId="1076"/>
        <pc:sldMkLst>
          <pc:docMk/>
          <pc:sldMk cId="2189213575" sldId="299"/>
        </pc:sldMkLst>
        <pc:spChg chg="mod">
          <ac:chgData name="Gusti Pangestu" userId="S::gusti.pangestu@binus.ac.id::7768735c-5c0d-4d9b-b550-ead0b3c82a30" providerId="AD" clId="Web-{731F4634-1767-D2F4-7CC6-A07A3265D8B4}" dt="2022-11-16T07:09:10.715" v="186" actId="20577"/>
          <ac:spMkLst>
            <pc:docMk/>
            <pc:sldMk cId="2189213575" sldId="299"/>
            <ac:spMk id="2" creationId="{734F4BEC-FF96-FC5A-72BF-D005EC927A1B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7:13:01.065" v="199" actId="20577"/>
          <ac:spMkLst>
            <pc:docMk/>
            <pc:sldMk cId="2189213575" sldId="299"/>
            <ac:spMk id="3" creationId="{C5DD9761-A642-A353-EF97-9A7E84B0FF2B}"/>
          </ac:spMkLst>
        </pc:spChg>
        <pc:picChg chg="add mod">
          <ac:chgData name="Gusti Pangestu" userId="S::gusti.pangestu@binus.ac.id::7768735c-5c0d-4d9b-b550-ead0b3c82a30" providerId="AD" clId="Web-{731F4634-1767-D2F4-7CC6-A07A3265D8B4}" dt="2022-11-16T07:13:08.566" v="203" actId="1076"/>
          <ac:picMkLst>
            <pc:docMk/>
            <pc:sldMk cId="2189213575" sldId="299"/>
            <ac:picMk id="4" creationId="{96E8037A-0C22-E2D9-A5FC-56FE0ACCC0A1}"/>
          </ac:picMkLst>
        </pc:picChg>
      </pc:sldChg>
      <pc:sldChg chg="addSp modSp new">
        <pc:chgData name="Gusti Pangestu" userId="S::gusti.pangestu@binus.ac.id::7768735c-5c0d-4d9b-b550-ead0b3c82a30" providerId="AD" clId="Web-{731F4634-1767-D2F4-7CC6-A07A3265D8B4}" dt="2022-11-16T07:15:29.195" v="228" actId="1076"/>
        <pc:sldMkLst>
          <pc:docMk/>
          <pc:sldMk cId="544600065" sldId="300"/>
        </pc:sldMkLst>
        <pc:spChg chg="mod">
          <ac:chgData name="Gusti Pangestu" userId="S::gusti.pangestu@binus.ac.id::7768735c-5c0d-4d9b-b550-ead0b3c82a30" providerId="AD" clId="Web-{731F4634-1767-D2F4-7CC6-A07A3265D8B4}" dt="2022-11-16T07:15:17.476" v="223" actId="20577"/>
          <ac:spMkLst>
            <pc:docMk/>
            <pc:sldMk cId="544600065" sldId="300"/>
            <ac:spMk id="3" creationId="{D31BE830-678B-32CF-F6B1-2A4E5A562297}"/>
          </ac:spMkLst>
        </pc:spChg>
        <pc:picChg chg="add mod">
          <ac:chgData name="Gusti Pangestu" userId="S::gusti.pangestu@binus.ac.id::7768735c-5c0d-4d9b-b550-ead0b3c82a30" providerId="AD" clId="Web-{731F4634-1767-D2F4-7CC6-A07A3265D8B4}" dt="2022-11-16T07:15:29.195" v="228" actId="1076"/>
          <ac:picMkLst>
            <pc:docMk/>
            <pc:sldMk cId="544600065" sldId="300"/>
            <ac:picMk id="4" creationId="{FAD6B162-DC52-932A-C804-8456E0A32335}"/>
          </ac:picMkLst>
        </pc:picChg>
        <pc:picChg chg="add mod">
          <ac:chgData name="Gusti Pangestu" userId="S::gusti.pangestu@binus.ac.id::7768735c-5c0d-4d9b-b550-ead0b3c82a30" providerId="AD" clId="Web-{731F4634-1767-D2F4-7CC6-A07A3265D8B4}" dt="2022-11-16T07:15:24.929" v="227" actId="1076"/>
          <ac:picMkLst>
            <pc:docMk/>
            <pc:sldMk cId="544600065" sldId="300"/>
            <ac:picMk id="5" creationId="{1FABD6B4-5197-FD27-D5F8-C36F8ACE2A8D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18" v="15"/>
        <pc:sldMkLst>
          <pc:docMk/>
          <pc:sldMk cId="1225882195" sldId="300"/>
        </pc:sldMkLst>
      </pc:sldChg>
      <pc:sldChg chg="addSp delSp modSp new">
        <pc:chgData name="Gusti Pangestu" userId="S::gusti.pangestu@binus.ac.id::7768735c-5c0d-4d9b-b550-ead0b3c82a30" providerId="AD" clId="Web-{731F4634-1767-D2F4-7CC6-A07A3265D8B4}" dt="2022-11-16T07:17:25.652" v="244" actId="14100"/>
        <pc:sldMkLst>
          <pc:docMk/>
          <pc:sldMk cId="1266768660" sldId="301"/>
        </pc:sldMkLst>
        <pc:spChg chg="mod">
          <ac:chgData name="Gusti Pangestu" userId="S::gusti.pangestu@binus.ac.id::7768735c-5c0d-4d9b-b550-ead0b3c82a30" providerId="AD" clId="Web-{731F4634-1767-D2F4-7CC6-A07A3265D8B4}" dt="2022-11-16T07:17:01.604" v="240" actId="1076"/>
          <ac:spMkLst>
            <pc:docMk/>
            <pc:sldMk cId="1266768660" sldId="301"/>
            <ac:spMk id="2" creationId="{D56D5314-8D63-3544-5356-087309CC5B3F}"/>
          </ac:spMkLst>
        </pc:spChg>
        <pc:spChg chg="del">
          <ac:chgData name="Gusti Pangestu" userId="S::gusti.pangestu@binus.ac.id::7768735c-5c0d-4d9b-b550-ead0b3c82a30" providerId="AD" clId="Web-{731F4634-1767-D2F4-7CC6-A07A3265D8B4}" dt="2022-11-16T07:16:54.604" v="238"/>
          <ac:spMkLst>
            <pc:docMk/>
            <pc:sldMk cId="1266768660" sldId="301"/>
            <ac:spMk id="3" creationId="{F52FBCE7-312C-F590-8B83-3E6D7C595064}"/>
          </ac:spMkLst>
        </pc:spChg>
        <pc:picChg chg="add mod ord">
          <ac:chgData name="Gusti Pangestu" userId="S::gusti.pangestu@binus.ac.id::7768735c-5c0d-4d9b-b550-ead0b3c82a30" providerId="AD" clId="Web-{731F4634-1767-D2F4-7CC6-A07A3265D8B4}" dt="2022-11-16T07:17:05.151" v="241" actId="1076"/>
          <ac:picMkLst>
            <pc:docMk/>
            <pc:sldMk cId="1266768660" sldId="301"/>
            <ac:picMk id="4" creationId="{7B1D36CD-AEEE-24E1-8387-7E2447E64F9E}"/>
          </ac:picMkLst>
        </pc:picChg>
        <pc:picChg chg="add mod">
          <ac:chgData name="Gusti Pangestu" userId="S::gusti.pangestu@binus.ac.id::7768735c-5c0d-4d9b-b550-ead0b3c82a30" providerId="AD" clId="Web-{731F4634-1767-D2F4-7CC6-A07A3265D8B4}" dt="2022-11-16T07:17:25.652" v="244" actId="14100"/>
          <ac:picMkLst>
            <pc:docMk/>
            <pc:sldMk cId="1266768660" sldId="301"/>
            <ac:picMk id="5" creationId="{4C6688EE-4659-4479-0BFA-E533428031B6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18" v="14"/>
        <pc:sldMkLst>
          <pc:docMk/>
          <pc:sldMk cId="2716777333" sldId="301"/>
        </pc:sldMkLst>
      </pc:sldChg>
      <pc:sldChg chg="modSp new">
        <pc:chgData name="Gusti Pangestu" userId="S::gusti.pangestu@binus.ac.id::7768735c-5c0d-4d9b-b550-ead0b3c82a30" providerId="AD" clId="Web-{731F4634-1767-D2F4-7CC6-A07A3265D8B4}" dt="2022-11-16T07:20:15.860" v="267" actId="20577"/>
        <pc:sldMkLst>
          <pc:docMk/>
          <pc:sldMk cId="343948354" sldId="302"/>
        </pc:sldMkLst>
        <pc:spChg chg="mod">
          <ac:chgData name="Gusti Pangestu" userId="S::gusti.pangestu@binus.ac.id::7768735c-5c0d-4d9b-b550-ead0b3c82a30" providerId="AD" clId="Web-{731F4634-1767-D2F4-7CC6-A07A3265D8B4}" dt="2022-11-16T07:18:06.950" v="253" actId="20577"/>
          <ac:spMkLst>
            <pc:docMk/>
            <pc:sldMk cId="343948354" sldId="302"/>
            <ac:spMk id="2" creationId="{BEF17AE5-D4FA-DC3C-0C82-FF47F4E7F62C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7:20:15.860" v="267" actId="20577"/>
          <ac:spMkLst>
            <pc:docMk/>
            <pc:sldMk cId="343948354" sldId="302"/>
            <ac:spMk id="3" creationId="{3D73FCDC-7A65-65FC-949F-057302CC64F2}"/>
          </ac:spMkLst>
        </pc:spChg>
      </pc:sldChg>
      <pc:sldChg chg="del">
        <pc:chgData name="Gusti Pangestu" userId="S::gusti.pangestu@binus.ac.id::7768735c-5c0d-4d9b-b550-ead0b3c82a30" providerId="AD" clId="Web-{731F4634-1767-D2F4-7CC6-A07A3265D8B4}" dt="2022-11-16T03:44:51.018" v="13"/>
        <pc:sldMkLst>
          <pc:docMk/>
          <pc:sldMk cId="2251878460" sldId="302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03" v="12"/>
        <pc:sldMkLst>
          <pc:docMk/>
          <pc:sldMk cId="1301941771" sldId="303"/>
        </pc:sldMkLst>
      </pc:sldChg>
      <pc:sldChg chg="addSp modSp new">
        <pc:chgData name="Gusti Pangestu" userId="S::gusti.pangestu@binus.ac.id::7768735c-5c0d-4d9b-b550-ead0b3c82a30" providerId="AD" clId="Web-{731F4634-1767-D2F4-7CC6-A07A3265D8B4}" dt="2022-11-16T07:33:51.823" v="291" actId="20577"/>
        <pc:sldMkLst>
          <pc:docMk/>
          <pc:sldMk cId="2107620240" sldId="303"/>
        </pc:sldMkLst>
        <pc:spChg chg="mod">
          <ac:chgData name="Gusti Pangestu" userId="S::gusti.pangestu@binus.ac.id::7768735c-5c0d-4d9b-b550-ead0b3c82a30" providerId="AD" clId="Web-{731F4634-1767-D2F4-7CC6-A07A3265D8B4}" dt="2022-11-16T07:20:29.361" v="275" actId="20577"/>
          <ac:spMkLst>
            <pc:docMk/>
            <pc:sldMk cId="2107620240" sldId="303"/>
            <ac:spMk id="2" creationId="{40412AD6-D1BA-E58F-7F6F-2E3D1373C327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7:33:51.823" v="291" actId="20577"/>
          <ac:spMkLst>
            <pc:docMk/>
            <pc:sldMk cId="2107620240" sldId="303"/>
            <ac:spMk id="3" creationId="{14C480D8-B923-1314-2CB0-DA2573F6504E}"/>
          </ac:spMkLst>
        </pc:spChg>
        <pc:picChg chg="add mod">
          <ac:chgData name="Gusti Pangestu" userId="S::gusti.pangestu@binus.ac.id::7768735c-5c0d-4d9b-b550-ead0b3c82a30" providerId="AD" clId="Web-{731F4634-1767-D2F4-7CC6-A07A3265D8B4}" dt="2022-11-16T07:23:35.554" v="289" actId="14100"/>
          <ac:picMkLst>
            <pc:docMk/>
            <pc:sldMk cId="2107620240" sldId="303"/>
            <ac:picMk id="4" creationId="{6D89184F-062B-2AB2-7AE8-E1EFED30DFF9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03" v="11"/>
        <pc:sldMkLst>
          <pc:docMk/>
          <pc:sldMk cId="2438179628" sldId="304"/>
        </pc:sldMkLst>
      </pc:sldChg>
      <pc:sldChg chg="addSp modSp new">
        <pc:chgData name="Gusti Pangestu" userId="S::gusti.pangestu@binus.ac.id::7768735c-5c0d-4d9b-b550-ead0b3c82a30" providerId="AD" clId="Web-{731F4634-1767-D2F4-7CC6-A07A3265D8B4}" dt="2022-11-16T07:34:25.121" v="308" actId="1076"/>
        <pc:sldMkLst>
          <pc:docMk/>
          <pc:sldMk cId="3568005129" sldId="304"/>
        </pc:sldMkLst>
        <pc:spChg chg="mod">
          <ac:chgData name="Gusti Pangestu" userId="S::gusti.pangestu@binus.ac.id::7768735c-5c0d-4d9b-b550-ead0b3c82a30" providerId="AD" clId="Web-{731F4634-1767-D2F4-7CC6-A07A3265D8B4}" dt="2022-11-16T07:33:58.558" v="299" actId="20577"/>
          <ac:spMkLst>
            <pc:docMk/>
            <pc:sldMk cId="3568005129" sldId="304"/>
            <ac:spMk id="2" creationId="{0ABA6406-6C6F-F42B-06FC-2935C32410F2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7:34:14.136" v="304" actId="20577"/>
          <ac:spMkLst>
            <pc:docMk/>
            <pc:sldMk cId="3568005129" sldId="304"/>
            <ac:spMk id="3" creationId="{558F34B3-97EC-1A5E-9481-CB5D8EECD8CE}"/>
          </ac:spMkLst>
        </pc:spChg>
        <pc:picChg chg="add mod">
          <ac:chgData name="Gusti Pangestu" userId="S::gusti.pangestu@binus.ac.id::7768735c-5c0d-4d9b-b550-ead0b3c82a30" providerId="AD" clId="Web-{731F4634-1767-D2F4-7CC6-A07A3265D8B4}" dt="2022-11-16T07:34:25.121" v="308" actId="1076"/>
          <ac:picMkLst>
            <pc:docMk/>
            <pc:sldMk cId="3568005129" sldId="304"/>
            <ac:picMk id="4" creationId="{E38E4BB8-98D8-001F-2C9A-48D4A7B94204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03" v="10"/>
        <pc:sldMkLst>
          <pc:docMk/>
          <pc:sldMk cId="108455753" sldId="305"/>
        </pc:sldMkLst>
      </pc:sldChg>
      <pc:sldChg chg="addSp modSp new">
        <pc:chgData name="Gusti Pangestu" userId="S::gusti.pangestu@binus.ac.id::7768735c-5c0d-4d9b-b550-ead0b3c82a30" providerId="AD" clId="Web-{731F4634-1767-D2F4-7CC6-A07A3265D8B4}" dt="2022-11-16T08:26:19.892" v="336" actId="1076"/>
        <pc:sldMkLst>
          <pc:docMk/>
          <pc:sldMk cId="4266244157" sldId="305"/>
        </pc:sldMkLst>
        <pc:spChg chg="mod">
          <ac:chgData name="Gusti Pangestu" userId="S::gusti.pangestu@binus.ac.id::7768735c-5c0d-4d9b-b550-ead0b3c82a30" providerId="AD" clId="Web-{731F4634-1767-D2F4-7CC6-A07A3265D8B4}" dt="2022-11-16T08:23:34.389" v="313" actId="20577"/>
          <ac:spMkLst>
            <pc:docMk/>
            <pc:sldMk cId="4266244157" sldId="305"/>
            <ac:spMk id="2" creationId="{DF7DB8E3-4B60-7295-4CA7-C700B0C346BB}"/>
          </ac:spMkLst>
        </pc:spChg>
        <pc:spChg chg="mod">
          <ac:chgData name="Gusti Pangestu" userId="S::gusti.pangestu@binus.ac.id::7768735c-5c0d-4d9b-b550-ead0b3c82a30" providerId="AD" clId="Web-{731F4634-1767-D2F4-7CC6-A07A3265D8B4}" dt="2022-11-16T08:25:51.829" v="328" actId="20577"/>
          <ac:spMkLst>
            <pc:docMk/>
            <pc:sldMk cId="4266244157" sldId="305"/>
            <ac:spMk id="3" creationId="{B9B3F310-DB13-554A-DF83-9FE33199F320}"/>
          </ac:spMkLst>
        </pc:spChg>
        <pc:picChg chg="add mod">
          <ac:chgData name="Gusti Pangestu" userId="S::gusti.pangestu@binus.ac.id::7768735c-5c0d-4d9b-b550-ead0b3c82a30" providerId="AD" clId="Web-{731F4634-1767-D2F4-7CC6-A07A3265D8B4}" dt="2022-11-16T08:25:58.985" v="331" actId="1076"/>
          <ac:picMkLst>
            <pc:docMk/>
            <pc:sldMk cId="4266244157" sldId="305"/>
            <ac:picMk id="4" creationId="{65809364-FAD9-5625-CB13-B1668C141F3F}"/>
          </ac:picMkLst>
        </pc:picChg>
        <pc:picChg chg="add mod">
          <ac:chgData name="Gusti Pangestu" userId="S::gusti.pangestu@binus.ac.id::7768735c-5c0d-4d9b-b550-ead0b3c82a30" providerId="AD" clId="Web-{731F4634-1767-D2F4-7CC6-A07A3265D8B4}" dt="2022-11-16T08:26:19.892" v="336" actId="1076"/>
          <ac:picMkLst>
            <pc:docMk/>
            <pc:sldMk cId="4266244157" sldId="305"/>
            <ac:picMk id="5" creationId="{AB2E43D3-8198-3823-0B7D-162447927C6A}"/>
          </ac:picMkLst>
        </pc:picChg>
      </pc:sldChg>
      <pc:sldChg chg="del">
        <pc:chgData name="Gusti Pangestu" userId="S::gusti.pangestu@binus.ac.id::7768735c-5c0d-4d9b-b550-ead0b3c82a30" providerId="AD" clId="Web-{731F4634-1767-D2F4-7CC6-A07A3265D8B4}" dt="2022-11-16T03:44:51.003" v="9"/>
        <pc:sldMkLst>
          <pc:docMk/>
          <pc:sldMk cId="1495215192" sldId="306"/>
        </pc:sldMkLst>
      </pc:sldChg>
      <pc:sldChg chg="new del">
        <pc:chgData name="Gusti Pangestu" userId="S::gusti.pangestu@binus.ac.id::7768735c-5c0d-4d9b-b550-ead0b3c82a30" providerId="AD" clId="Web-{731F4634-1767-D2F4-7CC6-A07A3265D8B4}" dt="2022-11-16T09:04:49.353" v="338"/>
        <pc:sldMkLst>
          <pc:docMk/>
          <pc:sldMk cId="2404527220" sldId="306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03" v="8"/>
        <pc:sldMkLst>
          <pc:docMk/>
          <pc:sldMk cId="1670407441" sldId="307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03" v="7"/>
        <pc:sldMkLst>
          <pc:docMk/>
          <pc:sldMk cId="939406171" sldId="308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03" v="6"/>
        <pc:sldMkLst>
          <pc:docMk/>
          <pc:sldMk cId="3236511058" sldId="309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03" v="5"/>
        <pc:sldMkLst>
          <pc:docMk/>
          <pc:sldMk cId="378526677" sldId="310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03" v="4"/>
        <pc:sldMkLst>
          <pc:docMk/>
          <pc:sldMk cId="2156523057" sldId="311"/>
        </pc:sldMkLst>
      </pc:sldChg>
      <pc:sldChg chg="del">
        <pc:chgData name="Gusti Pangestu" userId="S::gusti.pangestu@binus.ac.id::7768735c-5c0d-4d9b-b550-ead0b3c82a30" providerId="AD" clId="Web-{731F4634-1767-D2F4-7CC6-A07A3265D8B4}" dt="2022-11-16T03:44:51.003" v="3"/>
        <pc:sldMkLst>
          <pc:docMk/>
          <pc:sldMk cId="1063536070" sldId="312"/>
        </pc:sldMkLst>
      </pc:sldChg>
    </pc:docChg>
  </pc:docChgLst>
  <pc:docChgLst>
    <pc:chgData name="Gusti Pangestu" userId="S::gusti.pangestu@binus.ac.id::7768735c-5c0d-4d9b-b550-ead0b3c82a30" providerId="AD" clId="Web-{FEBE4CCC-5D25-1200-0545-AEF373003FC1}"/>
    <pc:docChg chg="addSld delSld modSld modSection">
      <pc:chgData name="Gusti Pangestu" userId="S::gusti.pangestu@binus.ac.id::7768735c-5c0d-4d9b-b550-ead0b3c82a30" providerId="AD" clId="Web-{FEBE4CCC-5D25-1200-0545-AEF373003FC1}" dt="2020-11-08T21:04:49.476" v="21"/>
      <pc:docMkLst>
        <pc:docMk/>
      </pc:docMkLst>
      <pc:sldChg chg="new">
        <pc:chgData name="Gusti Pangestu" userId="S::gusti.pangestu@binus.ac.id::7768735c-5c0d-4d9b-b550-ead0b3c82a30" providerId="AD" clId="Web-{FEBE4CCC-5D25-1200-0545-AEF373003FC1}" dt="2020-11-08T21:04:49.476" v="21"/>
        <pc:sldMkLst>
          <pc:docMk/>
          <pc:sldMk cId="654055134" sldId="256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20"/>
        <pc:sldMkLst>
          <pc:docMk/>
          <pc:sldMk cId="4204421142" sldId="256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9"/>
        <pc:sldMkLst>
          <pc:docMk/>
          <pc:sldMk cId="994908812" sldId="257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35" v="3"/>
        <pc:sldMkLst>
          <pc:docMk/>
          <pc:sldMk cId="2516975436" sldId="259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8"/>
        <pc:sldMkLst>
          <pc:docMk/>
          <pc:sldMk cId="4186271631" sldId="264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7"/>
        <pc:sldMkLst>
          <pc:docMk/>
          <pc:sldMk cId="3688710690" sldId="287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6"/>
        <pc:sldMkLst>
          <pc:docMk/>
          <pc:sldMk cId="1186381382" sldId="309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8"/>
        <pc:sldMkLst>
          <pc:docMk/>
          <pc:sldMk cId="65465427" sldId="346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35" v="6"/>
        <pc:sldMkLst>
          <pc:docMk/>
          <pc:sldMk cId="757693215" sldId="347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35" v="4"/>
        <pc:sldMkLst>
          <pc:docMk/>
          <pc:sldMk cId="1465585602" sldId="348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9"/>
        <pc:sldMkLst>
          <pc:docMk/>
          <pc:sldMk cId="1597360731" sldId="353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7"/>
        <pc:sldMkLst>
          <pc:docMk/>
          <pc:sldMk cId="1597360731" sldId="354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35" v="5"/>
        <pc:sldMkLst>
          <pc:docMk/>
          <pc:sldMk cId="1597360731" sldId="355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5"/>
        <pc:sldMkLst>
          <pc:docMk/>
          <pc:sldMk cId="1165641375" sldId="356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4"/>
        <pc:sldMkLst>
          <pc:docMk/>
          <pc:sldMk cId="2219033991" sldId="357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3"/>
        <pc:sldMkLst>
          <pc:docMk/>
          <pc:sldMk cId="1265282280" sldId="358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2"/>
        <pc:sldMkLst>
          <pc:docMk/>
          <pc:sldMk cId="3269180244" sldId="359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1"/>
        <pc:sldMkLst>
          <pc:docMk/>
          <pc:sldMk cId="2273681120" sldId="360"/>
        </pc:sldMkLst>
      </pc:sldChg>
      <pc:sldChg chg="del">
        <pc:chgData name="Gusti Pangestu" userId="S::gusti.pangestu@binus.ac.id::7768735c-5c0d-4d9b-b550-ead0b3c82a30" providerId="AD" clId="Web-{FEBE4CCC-5D25-1200-0545-AEF373003FC1}" dt="2020-11-08T21:04:46.851" v="10"/>
        <pc:sldMkLst>
          <pc:docMk/>
          <pc:sldMk cId="270913358" sldId="361"/>
        </pc:sldMkLst>
      </pc:sldChg>
      <pc:sldChg chg="delSp modSp new del mod modClrScheme chgLayout">
        <pc:chgData name="Gusti Pangestu" userId="S::gusti.pangestu@binus.ac.id::7768735c-5c0d-4d9b-b550-ead0b3c82a30" providerId="AD" clId="Web-{FEBE4CCC-5D25-1200-0545-AEF373003FC1}" dt="2020-11-08T21:04:46.835" v="2"/>
        <pc:sldMkLst>
          <pc:docMk/>
          <pc:sldMk cId="253952621" sldId="362"/>
        </pc:sldMkLst>
        <pc:spChg chg="mod ord">
          <ac:chgData name="Gusti Pangestu" userId="S::gusti.pangestu@binus.ac.id::7768735c-5c0d-4d9b-b550-ead0b3c82a30" providerId="AD" clId="Web-{FEBE4CCC-5D25-1200-0545-AEF373003FC1}" dt="2020-11-08T21:04:11.022" v="1"/>
          <ac:spMkLst>
            <pc:docMk/>
            <pc:sldMk cId="253952621" sldId="362"/>
            <ac:spMk id="2" creationId="{224B20C3-5909-4D46-ACE5-428B22D07EE2}"/>
          </ac:spMkLst>
        </pc:spChg>
        <pc:spChg chg="mod ord">
          <ac:chgData name="Gusti Pangestu" userId="S::gusti.pangestu@binus.ac.id::7768735c-5c0d-4d9b-b550-ead0b3c82a30" providerId="AD" clId="Web-{FEBE4CCC-5D25-1200-0545-AEF373003FC1}" dt="2020-11-08T21:04:11.022" v="1"/>
          <ac:spMkLst>
            <pc:docMk/>
            <pc:sldMk cId="253952621" sldId="362"/>
            <ac:spMk id="3" creationId="{00F7404C-2094-4998-9909-91A645005070}"/>
          </ac:spMkLst>
        </pc:spChg>
        <pc:spChg chg="del">
          <ac:chgData name="Gusti Pangestu" userId="S::gusti.pangestu@binus.ac.id::7768735c-5c0d-4d9b-b550-ead0b3c82a30" providerId="AD" clId="Web-{FEBE4CCC-5D25-1200-0545-AEF373003FC1}" dt="2020-11-08T21:04:11.022" v="1"/>
          <ac:spMkLst>
            <pc:docMk/>
            <pc:sldMk cId="253952621" sldId="362"/>
            <ac:spMk id="4" creationId="{5956C5DF-25F3-4A6B-8E08-A088F163FAE3}"/>
          </ac:spMkLst>
        </pc:spChg>
      </pc:sldChg>
    </pc:docChg>
  </pc:docChgLst>
  <pc:docChgLst>
    <pc:chgData name="Gusti Pangestu" userId="S::gusti.pangestu@binus.ac.id::7768735c-5c0d-4d9b-b550-ead0b3c82a30" providerId="AD" clId="Web-{2FA84BC7-0DF4-93B0-D36B-F11A4D65BA38}"/>
    <pc:docChg chg="addSld modSld modSection">
      <pc:chgData name="Gusti Pangestu" userId="S::gusti.pangestu@binus.ac.id::7768735c-5c0d-4d9b-b550-ead0b3c82a30" providerId="AD" clId="Web-{2FA84BC7-0DF4-93B0-D36B-F11A4D65BA38}" dt="2022-11-16T03:43:24.938" v="81"/>
      <pc:docMkLst>
        <pc:docMk/>
      </pc:docMkLst>
      <pc:sldChg chg="addSp modSp new">
        <pc:chgData name="Gusti Pangestu" userId="S::gusti.pangestu@binus.ac.id::7768735c-5c0d-4d9b-b550-ead0b3c82a30" providerId="AD" clId="Web-{2FA84BC7-0DF4-93B0-D36B-F11A4D65BA38}" dt="2022-11-16T03:21:00.599" v="13" actId="1076"/>
        <pc:sldMkLst>
          <pc:docMk/>
          <pc:sldMk cId="1670407441" sldId="307"/>
        </pc:sldMkLst>
        <pc:spChg chg="mod">
          <ac:chgData name="Gusti Pangestu" userId="S::gusti.pangestu@binus.ac.id::7768735c-5c0d-4d9b-b550-ead0b3c82a30" providerId="AD" clId="Web-{2FA84BC7-0DF4-93B0-D36B-F11A4D65BA38}" dt="2022-11-16T03:20:15.457" v="3" actId="20577"/>
          <ac:spMkLst>
            <pc:docMk/>
            <pc:sldMk cId="1670407441" sldId="307"/>
            <ac:spMk id="2" creationId="{B79219DF-2158-C720-BF0C-28637317CCA6}"/>
          </ac:spMkLst>
        </pc:spChg>
        <pc:spChg chg="mod">
          <ac:chgData name="Gusti Pangestu" userId="S::gusti.pangestu@binus.ac.id::7768735c-5c0d-4d9b-b550-ead0b3c82a30" providerId="AD" clId="Web-{2FA84BC7-0DF4-93B0-D36B-F11A4D65BA38}" dt="2022-11-16T03:20:38.630" v="8" actId="20577"/>
          <ac:spMkLst>
            <pc:docMk/>
            <pc:sldMk cId="1670407441" sldId="307"/>
            <ac:spMk id="3" creationId="{6559D7BC-1734-D462-7CC2-F873A7F69513}"/>
          </ac:spMkLst>
        </pc:spChg>
        <pc:picChg chg="add mod">
          <ac:chgData name="Gusti Pangestu" userId="S::gusti.pangestu@binus.ac.id::7768735c-5c0d-4d9b-b550-ead0b3c82a30" providerId="AD" clId="Web-{2FA84BC7-0DF4-93B0-D36B-F11A4D65BA38}" dt="2022-11-16T03:21:00.599" v="13" actId="1076"/>
          <ac:picMkLst>
            <pc:docMk/>
            <pc:sldMk cId="1670407441" sldId="307"/>
            <ac:picMk id="4" creationId="{3FBBDF4A-F9BD-27BE-570A-A9F52F76876B}"/>
          </ac:picMkLst>
        </pc:picChg>
      </pc:sldChg>
      <pc:sldChg chg="addSp modSp new mod modClrScheme chgLayout">
        <pc:chgData name="Gusti Pangestu" userId="S::gusti.pangestu@binus.ac.id::7768735c-5c0d-4d9b-b550-ead0b3c82a30" providerId="AD" clId="Web-{2FA84BC7-0DF4-93B0-D36B-F11A4D65BA38}" dt="2022-11-16T03:26:33.797" v="29"/>
        <pc:sldMkLst>
          <pc:docMk/>
          <pc:sldMk cId="939406171" sldId="308"/>
        </pc:sldMkLst>
        <pc:spChg chg="mod">
          <ac:chgData name="Gusti Pangestu" userId="S::gusti.pangestu@binus.ac.id::7768735c-5c0d-4d9b-b550-ead0b3c82a30" providerId="AD" clId="Web-{2FA84BC7-0DF4-93B0-D36B-F11A4D65BA38}" dt="2022-11-16T03:26:33.797" v="29"/>
          <ac:spMkLst>
            <pc:docMk/>
            <pc:sldMk cId="939406171" sldId="308"/>
            <ac:spMk id="2" creationId="{639DBAA0-4964-43F7-7A0B-B19D0D06E916}"/>
          </ac:spMkLst>
        </pc:spChg>
        <pc:spChg chg="mod">
          <ac:chgData name="Gusti Pangestu" userId="S::gusti.pangestu@binus.ac.id::7768735c-5c0d-4d9b-b550-ead0b3c82a30" providerId="AD" clId="Web-{2FA84BC7-0DF4-93B0-D36B-F11A4D65BA38}" dt="2022-11-16T03:26:33.797" v="29"/>
          <ac:spMkLst>
            <pc:docMk/>
            <pc:sldMk cId="939406171" sldId="308"/>
            <ac:spMk id="3" creationId="{A9858694-CC64-65F7-3715-13963E4A38B5}"/>
          </ac:spMkLst>
        </pc:spChg>
        <pc:picChg chg="add mod">
          <ac:chgData name="Gusti Pangestu" userId="S::gusti.pangestu@binus.ac.id::7768735c-5c0d-4d9b-b550-ead0b3c82a30" providerId="AD" clId="Web-{2FA84BC7-0DF4-93B0-D36B-F11A4D65BA38}" dt="2022-11-16T03:26:33.797" v="29"/>
          <ac:picMkLst>
            <pc:docMk/>
            <pc:sldMk cId="939406171" sldId="308"/>
            <ac:picMk id="4" creationId="{70940EAF-D350-0449-4897-7325A1835114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2FA84BC7-0DF4-93B0-D36B-F11A4D65BA38}" dt="2022-11-16T03:32:05.073" v="45"/>
        <pc:sldMkLst>
          <pc:docMk/>
          <pc:sldMk cId="3236511058" sldId="309"/>
        </pc:sldMkLst>
        <pc:spChg chg="mod ord">
          <ac:chgData name="Gusti Pangestu" userId="S::gusti.pangestu@binus.ac.id::7768735c-5c0d-4d9b-b550-ead0b3c82a30" providerId="AD" clId="Web-{2FA84BC7-0DF4-93B0-D36B-F11A4D65BA38}" dt="2022-11-16T03:32:05.073" v="45"/>
          <ac:spMkLst>
            <pc:docMk/>
            <pc:sldMk cId="3236511058" sldId="309"/>
            <ac:spMk id="2" creationId="{A673CB3E-1E46-8F2B-15CE-D189D441CF9F}"/>
          </ac:spMkLst>
        </pc:spChg>
        <pc:spChg chg="mod ord">
          <ac:chgData name="Gusti Pangestu" userId="S::gusti.pangestu@binus.ac.id::7768735c-5c0d-4d9b-b550-ead0b3c82a30" providerId="AD" clId="Web-{2FA84BC7-0DF4-93B0-D36B-F11A4D65BA38}" dt="2022-11-16T03:32:05.073" v="45"/>
          <ac:spMkLst>
            <pc:docMk/>
            <pc:sldMk cId="3236511058" sldId="309"/>
            <ac:spMk id="3" creationId="{B3A41967-6CBA-A0B1-E2CC-6254DB5FEC2E}"/>
          </ac:spMkLst>
        </pc:spChg>
        <pc:spChg chg="del">
          <ac:chgData name="Gusti Pangestu" userId="S::gusti.pangestu@binus.ac.id::7768735c-5c0d-4d9b-b550-ead0b3c82a30" providerId="AD" clId="Web-{2FA84BC7-0DF4-93B0-D36B-F11A4D65BA38}" dt="2022-11-16T03:27:05.189" v="31"/>
          <ac:spMkLst>
            <pc:docMk/>
            <pc:sldMk cId="3236511058" sldId="309"/>
            <ac:spMk id="4" creationId="{44886346-50DD-5A66-BF26-72D0C1656945}"/>
          </ac:spMkLst>
        </pc:spChg>
        <pc:picChg chg="add mod">
          <ac:chgData name="Gusti Pangestu" userId="S::gusti.pangestu@binus.ac.id::7768735c-5c0d-4d9b-b550-ead0b3c82a30" providerId="AD" clId="Web-{2FA84BC7-0DF4-93B0-D36B-F11A4D65BA38}" dt="2022-11-16T03:32:05.073" v="45"/>
          <ac:picMkLst>
            <pc:docMk/>
            <pc:sldMk cId="3236511058" sldId="309"/>
            <ac:picMk id="5" creationId="{522E6B07-B1B1-AAB5-8AB9-6BD40D5610BB}"/>
          </ac:picMkLst>
        </pc:picChg>
      </pc:sldChg>
      <pc:sldChg chg="addSp delSp modSp new">
        <pc:chgData name="Gusti Pangestu" userId="S::gusti.pangestu@binus.ac.id::7768735c-5c0d-4d9b-b550-ead0b3c82a30" providerId="AD" clId="Web-{2FA84BC7-0DF4-93B0-D36B-F11A4D65BA38}" dt="2022-11-16T03:33:08.997" v="66"/>
        <pc:sldMkLst>
          <pc:docMk/>
          <pc:sldMk cId="378526677" sldId="310"/>
        </pc:sldMkLst>
        <pc:spChg chg="mod">
          <ac:chgData name="Gusti Pangestu" userId="S::gusti.pangestu@binus.ac.id::7768735c-5c0d-4d9b-b550-ead0b3c82a30" providerId="AD" clId="Web-{2FA84BC7-0DF4-93B0-D36B-F11A4D65BA38}" dt="2022-11-16T03:33:08.997" v="66"/>
          <ac:spMkLst>
            <pc:docMk/>
            <pc:sldMk cId="378526677" sldId="310"/>
            <ac:spMk id="2" creationId="{74D7C83B-60B0-269E-E40F-2C09D395CA72}"/>
          </ac:spMkLst>
        </pc:spChg>
        <pc:spChg chg="mod">
          <ac:chgData name="Gusti Pangestu" userId="S::gusti.pangestu@binus.ac.id::7768735c-5c0d-4d9b-b550-ead0b3c82a30" providerId="AD" clId="Web-{2FA84BC7-0DF4-93B0-D36B-F11A4D65BA38}" dt="2022-11-16T03:33:08.997" v="66"/>
          <ac:spMkLst>
            <pc:docMk/>
            <pc:sldMk cId="378526677" sldId="310"/>
            <ac:spMk id="3" creationId="{1EDC9787-F6D1-9FF2-891C-EBAF6C67611C}"/>
          </ac:spMkLst>
        </pc:spChg>
        <pc:spChg chg="del mod">
          <ac:chgData name="Gusti Pangestu" userId="S::gusti.pangestu@binus.ac.id::7768735c-5c0d-4d9b-b550-ead0b3c82a30" providerId="AD" clId="Web-{2FA84BC7-0DF4-93B0-D36B-F11A4D65BA38}" dt="2022-11-16T03:33:01.543" v="65"/>
          <ac:spMkLst>
            <pc:docMk/>
            <pc:sldMk cId="378526677" sldId="310"/>
            <ac:spMk id="4" creationId="{1F8C9BCD-DAAF-676C-3CC0-537CFC90B864}"/>
          </ac:spMkLst>
        </pc:spChg>
        <pc:picChg chg="add mod ord">
          <ac:chgData name="Gusti Pangestu" userId="S::gusti.pangestu@binus.ac.id::7768735c-5c0d-4d9b-b550-ead0b3c82a30" providerId="AD" clId="Web-{2FA84BC7-0DF4-93B0-D36B-F11A4D65BA38}" dt="2022-11-16T03:33:08.997" v="66"/>
          <ac:picMkLst>
            <pc:docMk/>
            <pc:sldMk cId="378526677" sldId="310"/>
            <ac:picMk id="5" creationId="{DAD03B7F-85C8-4FD7-AAD6-9E2145E5F45B}"/>
          </ac:picMkLst>
        </pc:picChg>
      </pc:sldChg>
      <pc:sldChg chg="addSp delSp modSp new">
        <pc:chgData name="Gusti Pangestu" userId="S::gusti.pangestu@binus.ac.id::7768735c-5c0d-4d9b-b550-ead0b3c82a30" providerId="AD" clId="Web-{2FA84BC7-0DF4-93B0-D36B-F11A4D65BA38}" dt="2022-11-16T03:43:14.969" v="80" actId="14100"/>
        <pc:sldMkLst>
          <pc:docMk/>
          <pc:sldMk cId="2156523057" sldId="311"/>
        </pc:sldMkLst>
        <pc:spChg chg="mod">
          <ac:chgData name="Gusti Pangestu" userId="S::gusti.pangestu@binus.ac.id::7768735c-5c0d-4d9b-b550-ead0b3c82a30" providerId="AD" clId="Web-{2FA84BC7-0DF4-93B0-D36B-F11A4D65BA38}" dt="2022-11-16T03:33:44.889" v="71" actId="20577"/>
          <ac:spMkLst>
            <pc:docMk/>
            <pc:sldMk cId="2156523057" sldId="311"/>
            <ac:spMk id="2" creationId="{E96A6281-58B7-EFE8-BB48-5CE4638024BB}"/>
          </ac:spMkLst>
        </pc:spChg>
        <pc:spChg chg="mod">
          <ac:chgData name="Gusti Pangestu" userId="S::gusti.pangestu@binus.ac.id::7768735c-5c0d-4d9b-b550-ead0b3c82a30" providerId="AD" clId="Web-{2FA84BC7-0DF4-93B0-D36B-F11A4D65BA38}" dt="2022-11-16T03:35:04.266" v="75" actId="20577"/>
          <ac:spMkLst>
            <pc:docMk/>
            <pc:sldMk cId="2156523057" sldId="311"/>
            <ac:spMk id="3" creationId="{E78683C5-7D76-2BFE-11D6-D81D178D095C}"/>
          </ac:spMkLst>
        </pc:spChg>
        <pc:spChg chg="del">
          <ac:chgData name="Gusti Pangestu" userId="S::gusti.pangestu@binus.ac.id::7768735c-5c0d-4d9b-b550-ead0b3c82a30" providerId="AD" clId="Web-{2FA84BC7-0DF4-93B0-D36B-F11A4D65BA38}" dt="2022-11-16T03:42:44.781" v="76"/>
          <ac:spMkLst>
            <pc:docMk/>
            <pc:sldMk cId="2156523057" sldId="311"/>
            <ac:spMk id="4" creationId="{0593EA61-0C98-7E5D-45AE-9A118C227D20}"/>
          </ac:spMkLst>
        </pc:spChg>
        <pc:picChg chg="add mod ord">
          <ac:chgData name="Gusti Pangestu" userId="S::gusti.pangestu@binus.ac.id::7768735c-5c0d-4d9b-b550-ead0b3c82a30" providerId="AD" clId="Web-{2FA84BC7-0DF4-93B0-D36B-F11A4D65BA38}" dt="2022-11-16T03:42:49.437" v="77" actId="1076"/>
          <ac:picMkLst>
            <pc:docMk/>
            <pc:sldMk cId="2156523057" sldId="311"/>
            <ac:picMk id="5" creationId="{DD320FB1-B8F6-38B4-3A70-C336FC534CB7}"/>
          </ac:picMkLst>
        </pc:picChg>
        <pc:picChg chg="add mod">
          <ac:chgData name="Gusti Pangestu" userId="S::gusti.pangestu@binus.ac.id::7768735c-5c0d-4d9b-b550-ead0b3c82a30" providerId="AD" clId="Web-{2FA84BC7-0DF4-93B0-D36B-F11A4D65BA38}" dt="2022-11-16T03:43:14.969" v="80" actId="14100"/>
          <ac:picMkLst>
            <pc:docMk/>
            <pc:sldMk cId="2156523057" sldId="311"/>
            <ac:picMk id="6" creationId="{10E2E684-AE7C-762C-DF77-47208CAD2DE7}"/>
          </ac:picMkLst>
        </pc:picChg>
      </pc:sldChg>
      <pc:sldChg chg="new">
        <pc:chgData name="Gusti Pangestu" userId="S::gusti.pangestu@binus.ac.id::7768735c-5c0d-4d9b-b550-ead0b3c82a30" providerId="AD" clId="Web-{2FA84BC7-0DF4-93B0-D36B-F11A4D65BA38}" dt="2022-11-16T03:43:24.938" v="81"/>
        <pc:sldMkLst>
          <pc:docMk/>
          <pc:sldMk cId="1063536070" sldId="312"/>
        </pc:sldMkLst>
      </pc:sldChg>
    </pc:docChg>
  </pc:docChgLst>
  <pc:docChgLst>
    <pc:chgData clId="Web-{A223DC79-8A1C-ABAE-1F9B-158E890A425E}"/>
    <pc:docChg chg="modSld">
      <pc:chgData name="" userId="" providerId="" clId="Web-{A223DC79-8A1C-ABAE-1F9B-158E890A425E}" dt="2022-11-08T02:41:15.832" v="1" actId="20577"/>
      <pc:docMkLst>
        <pc:docMk/>
      </pc:docMkLst>
      <pc:sldChg chg="modSp">
        <pc:chgData name="" userId="" providerId="" clId="Web-{A223DC79-8A1C-ABAE-1F9B-158E890A425E}" dt="2022-11-08T02:41:15.832" v="1" actId="20577"/>
        <pc:sldMkLst>
          <pc:docMk/>
          <pc:sldMk cId="109857222" sldId="258"/>
        </pc:sldMkLst>
        <pc:spChg chg="mod">
          <ac:chgData name="" userId="" providerId="" clId="Web-{A223DC79-8A1C-ABAE-1F9B-158E890A425E}" dt="2022-11-08T02:41:15.832" v="1" actId="20577"/>
          <ac:spMkLst>
            <pc:docMk/>
            <pc:sldMk cId="109857222" sldId="258"/>
            <ac:spMk id="3" creationId="{00000000-0000-0000-0000-000000000000}"/>
          </ac:spMkLst>
        </pc:spChg>
      </pc:sldChg>
    </pc:docChg>
  </pc:docChgLst>
  <pc:docChgLst>
    <pc:chgData name="Gusti Pangestu" userId="7768735c-5c0d-4d9b-b550-ead0b3c82a30" providerId="ADAL" clId="{0B80913C-9141-48A1-9615-3AD8240D9FFA}"/>
    <pc:docChg chg="undo custSel addSld modSld modSection">
      <pc:chgData name="Gusti Pangestu" userId="7768735c-5c0d-4d9b-b550-ead0b3c82a30" providerId="ADAL" clId="{0B80913C-9141-48A1-9615-3AD8240D9FFA}" dt="2022-12-12T03:53:32.222" v="349" actId="1076"/>
      <pc:docMkLst>
        <pc:docMk/>
      </pc:docMkLst>
      <pc:sldChg chg="modSp mod">
        <pc:chgData name="Gusti Pangestu" userId="7768735c-5c0d-4d9b-b550-ead0b3c82a30" providerId="ADAL" clId="{0B80913C-9141-48A1-9615-3AD8240D9FFA}" dt="2022-12-12T02:11:43.505" v="49" actId="20577"/>
        <pc:sldMkLst>
          <pc:docMk/>
          <pc:sldMk cId="109857222" sldId="258"/>
        </pc:sldMkLst>
        <pc:spChg chg="mod">
          <ac:chgData name="Gusti Pangestu" userId="7768735c-5c0d-4d9b-b550-ead0b3c82a30" providerId="ADAL" clId="{0B80913C-9141-48A1-9615-3AD8240D9FFA}" dt="2022-12-12T02:11:43.505" v="49" actId="20577"/>
          <ac:spMkLst>
            <pc:docMk/>
            <pc:sldMk cId="109857222" sldId="258"/>
            <ac:spMk id="3" creationId="{00000000-0000-0000-0000-000000000000}"/>
          </ac:spMkLst>
        </pc:spChg>
      </pc:sldChg>
      <pc:sldChg chg="addSp delSp modSp new mod">
        <pc:chgData name="Gusti Pangestu" userId="7768735c-5c0d-4d9b-b550-ead0b3c82a30" providerId="ADAL" clId="{0B80913C-9141-48A1-9615-3AD8240D9FFA}" dt="2022-12-12T02:05:46.829" v="8" actId="1076"/>
        <pc:sldMkLst>
          <pc:docMk/>
          <pc:sldMk cId="3050537162" sldId="294"/>
        </pc:sldMkLst>
        <pc:spChg chg="del">
          <ac:chgData name="Gusti Pangestu" userId="7768735c-5c0d-4d9b-b550-ead0b3c82a30" providerId="ADAL" clId="{0B80913C-9141-48A1-9615-3AD8240D9FFA}" dt="2022-12-12T02:05:34.987" v="4" actId="478"/>
          <ac:spMkLst>
            <pc:docMk/>
            <pc:sldMk cId="3050537162" sldId="294"/>
            <ac:spMk id="2" creationId="{892A4006-D196-B689-F5F0-08D71F99A9D1}"/>
          </ac:spMkLst>
        </pc:spChg>
        <pc:spChg chg="del">
          <ac:chgData name="Gusti Pangestu" userId="7768735c-5c0d-4d9b-b550-ead0b3c82a30" providerId="ADAL" clId="{0B80913C-9141-48A1-9615-3AD8240D9FFA}" dt="2022-12-12T02:05:18.277" v="1" actId="22"/>
          <ac:spMkLst>
            <pc:docMk/>
            <pc:sldMk cId="3050537162" sldId="294"/>
            <ac:spMk id="3" creationId="{88960190-BE82-7EA2-4936-688F8298DF42}"/>
          </ac:spMkLst>
        </pc:spChg>
        <pc:picChg chg="add mod ord">
          <ac:chgData name="Gusti Pangestu" userId="7768735c-5c0d-4d9b-b550-ead0b3c82a30" providerId="ADAL" clId="{0B80913C-9141-48A1-9615-3AD8240D9FFA}" dt="2022-12-12T02:05:46.829" v="8" actId="1076"/>
          <ac:picMkLst>
            <pc:docMk/>
            <pc:sldMk cId="3050537162" sldId="294"/>
            <ac:picMk id="5" creationId="{399FAEA7-F335-BEA8-B991-AD18C770AF93}"/>
          </ac:picMkLst>
        </pc:picChg>
        <pc:picChg chg="add mod">
          <ac:chgData name="Gusti Pangestu" userId="7768735c-5c0d-4d9b-b550-ead0b3c82a30" providerId="ADAL" clId="{0B80913C-9141-48A1-9615-3AD8240D9FFA}" dt="2022-12-12T02:05:46.829" v="8" actId="1076"/>
          <ac:picMkLst>
            <pc:docMk/>
            <pc:sldMk cId="3050537162" sldId="294"/>
            <ac:picMk id="7" creationId="{5E5537F6-EC25-684E-B1F4-B7E03345420B}"/>
          </ac:picMkLst>
        </pc:picChg>
      </pc:sldChg>
      <pc:sldChg chg="addSp delSp modSp new mod modClrScheme chgLayout">
        <pc:chgData name="Gusti Pangestu" userId="7768735c-5c0d-4d9b-b550-ead0b3c82a30" providerId="ADAL" clId="{0B80913C-9141-48A1-9615-3AD8240D9FFA}" dt="2022-12-12T02:14:34.605" v="72" actId="403"/>
        <pc:sldMkLst>
          <pc:docMk/>
          <pc:sldMk cId="212346741" sldId="295"/>
        </pc:sldMkLst>
        <pc:spChg chg="del">
          <ac:chgData name="Gusti Pangestu" userId="7768735c-5c0d-4d9b-b550-ead0b3c82a30" providerId="ADAL" clId="{0B80913C-9141-48A1-9615-3AD8240D9FFA}" dt="2022-12-12T02:12:52.551" v="51" actId="478"/>
          <ac:spMkLst>
            <pc:docMk/>
            <pc:sldMk cId="212346741" sldId="295"/>
            <ac:spMk id="2" creationId="{49836011-42E6-2774-6717-CC83CF8A102C}"/>
          </ac:spMkLst>
        </pc:spChg>
        <pc:spChg chg="del">
          <ac:chgData name="Gusti Pangestu" userId="7768735c-5c0d-4d9b-b550-ead0b3c82a30" providerId="ADAL" clId="{0B80913C-9141-48A1-9615-3AD8240D9FFA}" dt="2022-12-12T02:12:50.684" v="50" actId="22"/>
          <ac:spMkLst>
            <pc:docMk/>
            <pc:sldMk cId="212346741" sldId="295"/>
            <ac:spMk id="3" creationId="{D76537D0-F48E-B484-AFE9-BBBFA78B47BD}"/>
          </ac:spMkLst>
        </pc:spChg>
        <pc:spChg chg="add mod">
          <ac:chgData name="Gusti Pangestu" userId="7768735c-5c0d-4d9b-b550-ead0b3c82a30" providerId="ADAL" clId="{0B80913C-9141-48A1-9615-3AD8240D9FFA}" dt="2022-12-12T02:14:34.605" v="72" actId="403"/>
          <ac:spMkLst>
            <pc:docMk/>
            <pc:sldMk cId="212346741" sldId="295"/>
            <ac:spMk id="7" creationId="{14378194-9ECB-BD4F-8B1A-D16D65F64F6C}"/>
          </ac:spMkLst>
        </pc:spChg>
        <pc:spChg chg="add del mod">
          <ac:chgData name="Gusti Pangestu" userId="7768735c-5c0d-4d9b-b550-ead0b3c82a30" providerId="ADAL" clId="{0B80913C-9141-48A1-9615-3AD8240D9FFA}" dt="2022-12-12T02:13:47.306" v="59" actId="26606"/>
          <ac:spMkLst>
            <pc:docMk/>
            <pc:sldMk cId="212346741" sldId="295"/>
            <ac:spMk id="12" creationId="{663B33F0-D930-E9CE-C808-4E1D0B626E26}"/>
          </ac:spMkLst>
        </pc:spChg>
        <pc:spChg chg="add del mod">
          <ac:chgData name="Gusti Pangestu" userId="7768735c-5c0d-4d9b-b550-ead0b3c82a30" providerId="ADAL" clId="{0B80913C-9141-48A1-9615-3AD8240D9FFA}" dt="2022-12-12T02:13:50.479" v="61" actId="26606"/>
          <ac:spMkLst>
            <pc:docMk/>
            <pc:sldMk cId="212346741" sldId="295"/>
            <ac:spMk id="14" creationId="{4E689AEF-5C0A-0085-8F04-4105CA1BBDF2}"/>
          </ac:spMkLst>
        </pc:spChg>
        <pc:spChg chg="add del mod">
          <ac:chgData name="Gusti Pangestu" userId="7768735c-5c0d-4d9b-b550-ead0b3c82a30" providerId="ADAL" clId="{0B80913C-9141-48A1-9615-3AD8240D9FFA}" dt="2022-12-12T02:13:55.947" v="63" actId="478"/>
          <ac:spMkLst>
            <pc:docMk/>
            <pc:sldMk cId="212346741" sldId="295"/>
            <ac:spMk id="16" creationId="{63DDE51E-BDE0-B984-4E8F-69A2B519EDD4}"/>
          </ac:spMkLst>
        </pc:spChg>
        <pc:picChg chg="add mod ord">
          <ac:chgData name="Gusti Pangestu" userId="7768735c-5c0d-4d9b-b550-ead0b3c82a30" providerId="ADAL" clId="{0B80913C-9141-48A1-9615-3AD8240D9FFA}" dt="2022-12-12T02:13:50.484" v="62" actId="26606"/>
          <ac:picMkLst>
            <pc:docMk/>
            <pc:sldMk cId="212346741" sldId="295"/>
            <ac:picMk id="5" creationId="{CFE7A31F-48F6-E2E6-2E71-6D130F1F1E85}"/>
          </ac:picMkLst>
        </pc:picChg>
      </pc:sldChg>
      <pc:sldChg chg="addSp delSp modSp new mod">
        <pc:chgData name="Gusti Pangestu" userId="7768735c-5c0d-4d9b-b550-ead0b3c82a30" providerId="ADAL" clId="{0B80913C-9141-48A1-9615-3AD8240D9FFA}" dt="2022-12-12T02:17:09.521" v="112" actId="1076"/>
        <pc:sldMkLst>
          <pc:docMk/>
          <pc:sldMk cId="2711160603" sldId="296"/>
        </pc:sldMkLst>
        <pc:spChg chg="mod">
          <ac:chgData name="Gusti Pangestu" userId="7768735c-5c0d-4d9b-b550-ead0b3c82a30" providerId="ADAL" clId="{0B80913C-9141-48A1-9615-3AD8240D9FFA}" dt="2022-12-12T02:16:40.033" v="104" actId="1076"/>
          <ac:spMkLst>
            <pc:docMk/>
            <pc:sldMk cId="2711160603" sldId="296"/>
            <ac:spMk id="2" creationId="{7B5B5DC4-BB34-33F6-8705-47A751A13923}"/>
          </ac:spMkLst>
        </pc:spChg>
        <pc:spChg chg="del">
          <ac:chgData name="Gusti Pangestu" userId="7768735c-5c0d-4d9b-b550-ead0b3c82a30" providerId="ADAL" clId="{0B80913C-9141-48A1-9615-3AD8240D9FFA}" dt="2022-12-12T02:15:20.617" v="95" actId="22"/>
          <ac:spMkLst>
            <pc:docMk/>
            <pc:sldMk cId="2711160603" sldId="296"/>
            <ac:spMk id="3" creationId="{8AECEA67-D4B7-585F-FDC3-9F99D8B2637B}"/>
          </ac:spMkLst>
        </pc:spChg>
        <pc:spChg chg="add mod">
          <ac:chgData name="Gusti Pangestu" userId="7768735c-5c0d-4d9b-b550-ead0b3c82a30" providerId="ADAL" clId="{0B80913C-9141-48A1-9615-3AD8240D9FFA}" dt="2022-12-12T02:17:02.418" v="111" actId="1076"/>
          <ac:spMkLst>
            <pc:docMk/>
            <pc:sldMk cId="2711160603" sldId="296"/>
            <ac:spMk id="7" creationId="{8C436E05-68D5-A5A7-1067-C44F4433C140}"/>
          </ac:spMkLst>
        </pc:spChg>
        <pc:picChg chg="add mod ord">
          <ac:chgData name="Gusti Pangestu" userId="7768735c-5c0d-4d9b-b550-ead0b3c82a30" providerId="ADAL" clId="{0B80913C-9141-48A1-9615-3AD8240D9FFA}" dt="2022-12-12T02:16:49.347" v="107" actId="14100"/>
          <ac:picMkLst>
            <pc:docMk/>
            <pc:sldMk cId="2711160603" sldId="296"/>
            <ac:picMk id="5" creationId="{56714170-3595-CB2C-9DBB-020B35D6E9D4}"/>
          </ac:picMkLst>
        </pc:picChg>
        <pc:picChg chg="add mod">
          <ac:chgData name="Gusti Pangestu" userId="7768735c-5c0d-4d9b-b550-ead0b3c82a30" providerId="ADAL" clId="{0B80913C-9141-48A1-9615-3AD8240D9FFA}" dt="2022-12-12T02:17:09.521" v="112" actId="1076"/>
          <ac:picMkLst>
            <pc:docMk/>
            <pc:sldMk cId="2711160603" sldId="296"/>
            <ac:picMk id="9" creationId="{78FDBED7-CF4F-F6E3-5ED9-BF67F2633A5E}"/>
          </ac:picMkLst>
        </pc:picChg>
      </pc:sldChg>
      <pc:sldChg chg="addSp modSp new mod">
        <pc:chgData name="Gusti Pangestu" userId="7768735c-5c0d-4d9b-b550-ead0b3c82a30" providerId="ADAL" clId="{0B80913C-9141-48A1-9615-3AD8240D9FFA}" dt="2022-12-12T02:19:13.167" v="135" actId="14100"/>
        <pc:sldMkLst>
          <pc:docMk/>
          <pc:sldMk cId="1881632681" sldId="297"/>
        </pc:sldMkLst>
        <pc:spChg chg="mod">
          <ac:chgData name="Gusti Pangestu" userId="7768735c-5c0d-4d9b-b550-ead0b3c82a30" providerId="ADAL" clId="{0B80913C-9141-48A1-9615-3AD8240D9FFA}" dt="2022-12-12T02:17:21.441" v="119" actId="20577"/>
          <ac:spMkLst>
            <pc:docMk/>
            <pc:sldMk cId="1881632681" sldId="297"/>
            <ac:spMk id="2" creationId="{3C290E8A-13C6-66E0-9C1A-A8E2A9B0B808}"/>
          </ac:spMkLst>
        </pc:spChg>
        <pc:spChg chg="mod">
          <ac:chgData name="Gusti Pangestu" userId="7768735c-5c0d-4d9b-b550-ead0b3c82a30" providerId="ADAL" clId="{0B80913C-9141-48A1-9615-3AD8240D9FFA}" dt="2022-12-12T02:18:02.943" v="130" actId="20577"/>
          <ac:spMkLst>
            <pc:docMk/>
            <pc:sldMk cId="1881632681" sldId="297"/>
            <ac:spMk id="3" creationId="{D27333EC-C8DB-C45F-8ED0-07A366200CDA}"/>
          </ac:spMkLst>
        </pc:spChg>
        <pc:picChg chg="add mod">
          <ac:chgData name="Gusti Pangestu" userId="7768735c-5c0d-4d9b-b550-ead0b3c82a30" providerId="ADAL" clId="{0B80913C-9141-48A1-9615-3AD8240D9FFA}" dt="2022-12-12T02:19:13.167" v="135" actId="14100"/>
          <ac:picMkLst>
            <pc:docMk/>
            <pc:sldMk cId="1881632681" sldId="297"/>
            <ac:picMk id="5" creationId="{4ACDD147-0910-586A-11BD-D075F9C66D01}"/>
          </ac:picMkLst>
        </pc:picChg>
      </pc:sldChg>
      <pc:sldChg chg="addSp modSp new mod">
        <pc:chgData name="Gusti Pangestu" userId="7768735c-5c0d-4d9b-b550-ead0b3c82a30" providerId="ADAL" clId="{0B80913C-9141-48A1-9615-3AD8240D9FFA}" dt="2022-12-12T02:35:01.149" v="151" actId="1076"/>
        <pc:sldMkLst>
          <pc:docMk/>
          <pc:sldMk cId="2531925851" sldId="298"/>
        </pc:sldMkLst>
        <pc:spChg chg="mod">
          <ac:chgData name="Gusti Pangestu" userId="7768735c-5c0d-4d9b-b550-ead0b3c82a30" providerId="ADAL" clId="{0B80913C-9141-48A1-9615-3AD8240D9FFA}" dt="2022-12-12T02:27:15.405" v="137"/>
          <ac:spMkLst>
            <pc:docMk/>
            <pc:sldMk cId="2531925851" sldId="298"/>
            <ac:spMk id="2" creationId="{74374D99-E2AF-B548-F648-F0B94C15B7E0}"/>
          </ac:spMkLst>
        </pc:spChg>
        <pc:spChg chg="mod">
          <ac:chgData name="Gusti Pangestu" userId="7768735c-5c0d-4d9b-b550-ead0b3c82a30" providerId="ADAL" clId="{0B80913C-9141-48A1-9615-3AD8240D9FFA}" dt="2022-12-12T02:27:54.870" v="147" actId="20577"/>
          <ac:spMkLst>
            <pc:docMk/>
            <pc:sldMk cId="2531925851" sldId="298"/>
            <ac:spMk id="3" creationId="{ABED7F95-6A56-821D-44BA-ED26B0C45B79}"/>
          </ac:spMkLst>
        </pc:spChg>
        <pc:picChg chg="add mod">
          <ac:chgData name="Gusti Pangestu" userId="7768735c-5c0d-4d9b-b550-ead0b3c82a30" providerId="ADAL" clId="{0B80913C-9141-48A1-9615-3AD8240D9FFA}" dt="2022-12-12T02:28:08.028" v="149" actId="1076"/>
          <ac:picMkLst>
            <pc:docMk/>
            <pc:sldMk cId="2531925851" sldId="298"/>
            <ac:picMk id="5" creationId="{AAD0DBB8-7DC7-9645-40A9-D5585E655342}"/>
          </ac:picMkLst>
        </pc:picChg>
        <pc:picChg chg="add mod">
          <ac:chgData name="Gusti Pangestu" userId="7768735c-5c0d-4d9b-b550-ead0b3c82a30" providerId="ADAL" clId="{0B80913C-9141-48A1-9615-3AD8240D9FFA}" dt="2022-12-12T02:35:01.149" v="151" actId="1076"/>
          <ac:picMkLst>
            <pc:docMk/>
            <pc:sldMk cId="2531925851" sldId="298"/>
            <ac:picMk id="7" creationId="{7D99B045-CC06-33C5-5F60-37BBCA7C1143}"/>
          </ac:picMkLst>
        </pc:picChg>
      </pc:sldChg>
      <pc:sldChg chg="addSp delSp modSp new mod modClrScheme chgLayout">
        <pc:chgData name="Gusti Pangestu" userId="7768735c-5c0d-4d9b-b550-ead0b3c82a30" providerId="ADAL" clId="{0B80913C-9141-48A1-9615-3AD8240D9FFA}" dt="2022-12-12T02:44:40.986" v="172" actId="1076"/>
        <pc:sldMkLst>
          <pc:docMk/>
          <pc:sldMk cId="1883384608" sldId="299"/>
        </pc:sldMkLst>
        <pc:spChg chg="del">
          <ac:chgData name="Gusti Pangestu" userId="7768735c-5c0d-4d9b-b550-ead0b3c82a30" providerId="ADAL" clId="{0B80913C-9141-48A1-9615-3AD8240D9FFA}" dt="2022-12-12T02:44:23.703" v="169" actId="478"/>
          <ac:spMkLst>
            <pc:docMk/>
            <pc:sldMk cId="1883384608" sldId="299"/>
            <ac:spMk id="2" creationId="{BB8EFEF4-9105-F5F6-76E8-235A0674135A}"/>
          </ac:spMkLst>
        </pc:spChg>
        <pc:spChg chg="mod ord">
          <ac:chgData name="Gusti Pangestu" userId="7768735c-5c0d-4d9b-b550-ead0b3c82a30" providerId="ADAL" clId="{0B80913C-9141-48A1-9615-3AD8240D9FFA}" dt="2022-12-12T02:44:40.986" v="172" actId="1076"/>
          <ac:spMkLst>
            <pc:docMk/>
            <pc:sldMk cId="1883384608" sldId="299"/>
            <ac:spMk id="3" creationId="{9F218871-E44B-E1CA-061F-6254FC155A14}"/>
          </ac:spMkLst>
        </pc:spChg>
        <pc:spChg chg="add del mod">
          <ac:chgData name="Gusti Pangestu" userId="7768735c-5c0d-4d9b-b550-ead0b3c82a30" providerId="ADAL" clId="{0B80913C-9141-48A1-9615-3AD8240D9FFA}" dt="2022-12-12T02:44:37.064" v="171" actId="478"/>
          <ac:spMkLst>
            <pc:docMk/>
            <pc:sldMk cId="1883384608" sldId="299"/>
            <ac:spMk id="10" creationId="{5F379F1B-6E29-C466-CDF8-77309DABE5CA}"/>
          </ac:spMkLst>
        </pc:spChg>
        <pc:picChg chg="add mod">
          <ac:chgData name="Gusti Pangestu" userId="7768735c-5c0d-4d9b-b550-ead0b3c82a30" providerId="ADAL" clId="{0B80913C-9141-48A1-9615-3AD8240D9FFA}" dt="2022-12-12T02:44:32.217" v="170" actId="26606"/>
          <ac:picMkLst>
            <pc:docMk/>
            <pc:sldMk cId="1883384608" sldId="299"/>
            <ac:picMk id="5" creationId="{F9590EF7-411C-A1E2-AA2E-126C4F486275}"/>
          </ac:picMkLst>
        </pc:picChg>
      </pc:sldChg>
      <pc:sldChg chg="addSp delSp modSp new mod modClrScheme chgLayout">
        <pc:chgData name="Gusti Pangestu" userId="7768735c-5c0d-4d9b-b550-ead0b3c82a30" providerId="ADAL" clId="{0B80913C-9141-48A1-9615-3AD8240D9FFA}" dt="2022-12-12T02:53:36.551" v="204" actId="1076"/>
        <pc:sldMkLst>
          <pc:docMk/>
          <pc:sldMk cId="23841198" sldId="300"/>
        </pc:sldMkLst>
        <pc:spChg chg="del mod ord">
          <ac:chgData name="Gusti Pangestu" userId="7768735c-5c0d-4d9b-b550-ead0b3c82a30" providerId="ADAL" clId="{0B80913C-9141-48A1-9615-3AD8240D9FFA}" dt="2022-12-12T02:45:01.014" v="174" actId="700"/>
          <ac:spMkLst>
            <pc:docMk/>
            <pc:sldMk cId="23841198" sldId="300"/>
            <ac:spMk id="2" creationId="{9EFDB33A-0AD4-EF67-E5BD-3B620B83EAA6}"/>
          </ac:spMkLst>
        </pc:spChg>
        <pc:spChg chg="del mod ord">
          <ac:chgData name="Gusti Pangestu" userId="7768735c-5c0d-4d9b-b550-ead0b3c82a30" providerId="ADAL" clId="{0B80913C-9141-48A1-9615-3AD8240D9FFA}" dt="2022-12-12T02:45:01.014" v="174" actId="700"/>
          <ac:spMkLst>
            <pc:docMk/>
            <pc:sldMk cId="23841198" sldId="300"/>
            <ac:spMk id="3" creationId="{453F2F63-F632-D161-FFC0-C253A46840F6}"/>
          </ac:spMkLst>
        </pc:spChg>
        <pc:spChg chg="del">
          <ac:chgData name="Gusti Pangestu" userId="7768735c-5c0d-4d9b-b550-ead0b3c82a30" providerId="ADAL" clId="{0B80913C-9141-48A1-9615-3AD8240D9FFA}" dt="2022-12-12T02:45:01.014" v="174" actId="700"/>
          <ac:spMkLst>
            <pc:docMk/>
            <pc:sldMk cId="23841198" sldId="300"/>
            <ac:spMk id="4" creationId="{8CB6B3D0-6064-6F61-568F-8475C724AC98}"/>
          </ac:spMkLst>
        </pc:spChg>
        <pc:spChg chg="add mod ord">
          <ac:chgData name="Gusti Pangestu" userId="7768735c-5c0d-4d9b-b550-ead0b3c82a30" providerId="ADAL" clId="{0B80913C-9141-48A1-9615-3AD8240D9FFA}" dt="2022-12-12T02:45:08.009" v="193" actId="20577"/>
          <ac:spMkLst>
            <pc:docMk/>
            <pc:sldMk cId="23841198" sldId="300"/>
            <ac:spMk id="5" creationId="{C95C4727-DB51-43D6-C00B-D03680EB3853}"/>
          </ac:spMkLst>
        </pc:spChg>
        <pc:spChg chg="add mod ord">
          <ac:chgData name="Gusti Pangestu" userId="7768735c-5c0d-4d9b-b550-ead0b3c82a30" providerId="ADAL" clId="{0B80913C-9141-48A1-9615-3AD8240D9FFA}" dt="2022-12-12T02:52:19.783" v="197" actId="20577"/>
          <ac:spMkLst>
            <pc:docMk/>
            <pc:sldMk cId="23841198" sldId="300"/>
            <ac:spMk id="6" creationId="{63EA450B-2253-07C8-6516-D93F4D30537D}"/>
          </ac:spMkLst>
        </pc:spChg>
        <pc:picChg chg="add mod">
          <ac:chgData name="Gusti Pangestu" userId="7768735c-5c0d-4d9b-b550-ead0b3c82a30" providerId="ADAL" clId="{0B80913C-9141-48A1-9615-3AD8240D9FFA}" dt="2022-12-12T02:53:35.390" v="203" actId="1076"/>
          <ac:picMkLst>
            <pc:docMk/>
            <pc:sldMk cId="23841198" sldId="300"/>
            <ac:picMk id="8" creationId="{717FC74C-4980-3C05-0C84-F1F0DCF93AD1}"/>
          </ac:picMkLst>
        </pc:picChg>
        <pc:picChg chg="add mod">
          <ac:chgData name="Gusti Pangestu" userId="7768735c-5c0d-4d9b-b550-ead0b3c82a30" providerId="ADAL" clId="{0B80913C-9141-48A1-9615-3AD8240D9FFA}" dt="2022-12-12T02:53:36.551" v="204" actId="1076"/>
          <ac:picMkLst>
            <pc:docMk/>
            <pc:sldMk cId="23841198" sldId="300"/>
            <ac:picMk id="10" creationId="{25EB795E-1BD0-31E1-0B28-AA10AD0A63D6}"/>
          </ac:picMkLst>
        </pc:picChg>
      </pc:sldChg>
      <pc:sldChg chg="addSp modSp new mod">
        <pc:chgData name="Gusti Pangestu" userId="7768735c-5c0d-4d9b-b550-ead0b3c82a30" providerId="ADAL" clId="{0B80913C-9141-48A1-9615-3AD8240D9FFA}" dt="2022-12-12T02:58:33.004" v="232" actId="1076"/>
        <pc:sldMkLst>
          <pc:docMk/>
          <pc:sldMk cId="2336243321" sldId="301"/>
        </pc:sldMkLst>
        <pc:spChg chg="mod">
          <ac:chgData name="Gusti Pangestu" userId="7768735c-5c0d-4d9b-b550-ead0b3c82a30" providerId="ADAL" clId="{0B80913C-9141-48A1-9615-3AD8240D9FFA}" dt="2022-12-12T02:57:55.973" v="223" actId="20577"/>
          <ac:spMkLst>
            <pc:docMk/>
            <pc:sldMk cId="2336243321" sldId="301"/>
            <ac:spMk id="2" creationId="{66F9C683-28D4-AB39-B91C-ED4B123436EB}"/>
          </ac:spMkLst>
        </pc:spChg>
        <pc:spChg chg="mod">
          <ac:chgData name="Gusti Pangestu" userId="7768735c-5c0d-4d9b-b550-ead0b3c82a30" providerId="ADAL" clId="{0B80913C-9141-48A1-9615-3AD8240D9FFA}" dt="2022-12-12T02:58:12.566" v="230" actId="20577"/>
          <ac:spMkLst>
            <pc:docMk/>
            <pc:sldMk cId="2336243321" sldId="301"/>
            <ac:spMk id="3" creationId="{A2F74633-550F-69EA-65D5-E63D0335A186}"/>
          </ac:spMkLst>
        </pc:spChg>
        <pc:picChg chg="add mod">
          <ac:chgData name="Gusti Pangestu" userId="7768735c-5c0d-4d9b-b550-ead0b3c82a30" providerId="ADAL" clId="{0B80913C-9141-48A1-9615-3AD8240D9FFA}" dt="2022-12-12T02:58:33.004" v="232" actId="1076"/>
          <ac:picMkLst>
            <pc:docMk/>
            <pc:sldMk cId="2336243321" sldId="301"/>
            <ac:picMk id="5" creationId="{5748B857-CC55-CA73-36D9-4AED4337B2F0}"/>
          </ac:picMkLst>
        </pc:picChg>
      </pc:sldChg>
      <pc:sldChg chg="addSp modSp new mod">
        <pc:chgData name="Gusti Pangestu" userId="7768735c-5c0d-4d9b-b550-ead0b3c82a30" providerId="ADAL" clId="{0B80913C-9141-48A1-9615-3AD8240D9FFA}" dt="2022-12-12T03:33:04.879" v="248" actId="14100"/>
        <pc:sldMkLst>
          <pc:docMk/>
          <pc:sldMk cId="2246630029" sldId="302"/>
        </pc:sldMkLst>
        <pc:spChg chg="mod">
          <ac:chgData name="Gusti Pangestu" userId="7768735c-5c0d-4d9b-b550-ead0b3c82a30" providerId="ADAL" clId="{0B80913C-9141-48A1-9615-3AD8240D9FFA}" dt="2022-12-12T03:32:02.449" v="234"/>
          <ac:spMkLst>
            <pc:docMk/>
            <pc:sldMk cId="2246630029" sldId="302"/>
            <ac:spMk id="2" creationId="{1307EE40-933A-506F-522C-AAF76365E37F}"/>
          </ac:spMkLst>
        </pc:spChg>
        <pc:spChg chg="mod">
          <ac:chgData name="Gusti Pangestu" userId="7768735c-5c0d-4d9b-b550-ead0b3c82a30" providerId="ADAL" clId="{0B80913C-9141-48A1-9615-3AD8240D9FFA}" dt="2022-12-12T03:32:41.523" v="245" actId="20577"/>
          <ac:spMkLst>
            <pc:docMk/>
            <pc:sldMk cId="2246630029" sldId="302"/>
            <ac:spMk id="3" creationId="{9845A7B5-D571-BF73-0A52-BF528FB8BC38}"/>
          </ac:spMkLst>
        </pc:spChg>
        <pc:picChg chg="add mod">
          <ac:chgData name="Gusti Pangestu" userId="7768735c-5c0d-4d9b-b550-ead0b3c82a30" providerId="ADAL" clId="{0B80913C-9141-48A1-9615-3AD8240D9FFA}" dt="2022-12-12T03:33:04.879" v="248" actId="14100"/>
          <ac:picMkLst>
            <pc:docMk/>
            <pc:sldMk cId="2246630029" sldId="302"/>
            <ac:picMk id="5" creationId="{681C8593-C04A-28E4-1189-C7C3A6702273}"/>
          </ac:picMkLst>
        </pc:picChg>
      </pc:sldChg>
      <pc:sldChg chg="addSp delSp modSp new mod">
        <pc:chgData name="Gusti Pangestu" userId="7768735c-5c0d-4d9b-b550-ead0b3c82a30" providerId="ADAL" clId="{0B80913C-9141-48A1-9615-3AD8240D9FFA}" dt="2022-12-12T03:33:26.652" v="253" actId="14100"/>
        <pc:sldMkLst>
          <pc:docMk/>
          <pc:sldMk cId="2427825456" sldId="303"/>
        </pc:sldMkLst>
        <pc:spChg chg="del">
          <ac:chgData name="Gusti Pangestu" userId="7768735c-5c0d-4d9b-b550-ead0b3c82a30" providerId="ADAL" clId="{0B80913C-9141-48A1-9615-3AD8240D9FFA}" dt="2022-12-12T03:33:20.864" v="251" actId="478"/>
          <ac:spMkLst>
            <pc:docMk/>
            <pc:sldMk cId="2427825456" sldId="303"/>
            <ac:spMk id="2" creationId="{FB6F4143-86A8-EC81-BF3B-B94AF14BF69C}"/>
          </ac:spMkLst>
        </pc:spChg>
        <pc:spChg chg="del">
          <ac:chgData name="Gusti Pangestu" userId="7768735c-5c0d-4d9b-b550-ead0b3c82a30" providerId="ADAL" clId="{0B80913C-9141-48A1-9615-3AD8240D9FFA}" dt="2022-12-12T03:33:19.089" v="250" actId="22"/>
          <ac:spMkLst>
            <pc:docMk/>
            <pc:sldMk cId="2427825456" sldId="303"/>
            <ac:spMk id="3" creationId="{A39D3C87-776C-9442-CBC6-597615CD8019}"/>
          </ac:spMkLst>
        </pc:spChg>
        <pc:picChg chg="add mod ord">
          <ac:chgData name="Gusti Pangestu" userId="7768735c-5c0d-4d9b-b550-ead0b3c82a30" providerId="ADAL" clId="{0B80913C-9141-48A1-9615-3AD8240D9FFA}" dt="2022-12-12T03:33:26.652" v="253" actId="14100"/>
          <ac:picMkLst>
            <pc:docMk/>
            <pc:sldMk cId="2427825456" sldId="303"/>
            <ac:picMk id="5" creationId="{65C868B8-5643-999A-41AC-0FD0DF730082}"/>
          </ac:picMkLst>
        </pc:picChg>
      </pc:sldChg>
      <pc:sldChg chg="addSp modSp new mod modClrScheme chgLayout">
        <pc:chgData name="Gusti Pangestu" userId="7768735c-5c0d-4d9b-b550-ead0b3c82a30" providerId="ADAL" clId="{0B80913C-9141-48A1-9615-3AD8240D9FFA}" dt="2022-12-12T03:37:41.505" v="270" actId="26606"/>
        <pc:sldMkLst>
          <pc:docMk/>
          <pc:sldMk cId="1646206652" sldId="304"/>
        </pc:sldMkLst>
        <pc:spChg chg="mod">
          <ac:chgData name="Gusti Pangestu" userId="7768735c-5c0d-4d9b-b550-ead0b3c82a30" providerId="ADAL" clId="{0B80913C-9141-48A1-9615-3AD8240D9FFA}" dt="2022-12-12T03:37:41.505" v="270" actId="26606"/>
          <ac:spMkLst>
            <pc:docMk/>
            <pc:sldMk cId="1646206652" sldId="304"/>
            <ac:spMk id="2" creationId="{3A762730-4842-5E20-6522-B8DF41D8F2E2}"/>
          </ac:spMkLst>
        </pc:spChg>
        <pc:spChg chg="mod">
          <ac:chgData name="Gusti Pangestu" userId="7768735c-5c0d-4d9b-b550-ead0b3c82a30" providerId="ADAL" clId="{0B80913C-9141-48A1-9615-3AD8240D9FFA}" dt="2022-12-12T03:37:41.505" v="270" actId="26606"/>
          <ac:spMkLst>
            <pc:docMk/>
            <pc:sldMk cId="1646206652" sldId="304"/>
            <ac:spMk id="3" creationId="{D1E8F021-5912-D9B1-E65A-50A52CD5C68C}"/>
          </ac:spMkLst>
        </pc:spChg>
        <pc:picChg chg="add mod">
          <ac:chgData name="Gusti Pangestu" userId="7768735c-5c0d-4d9b-b550-ead0b3c82a30" providerId="ADAL" clId="{0B80913C-9141-48A1-9615-3AD8240D9FFA}" dt="2022-12-12T03:37:41.505" v="270" actId="26606"/>
          <ac:picMkLst>
            <pc:docMk/>
            <pc:sldMk cId="1646206652" sldId="304"/>
            <ac:picMk id="5" creationId="{D032B9C6-5476-72C8-106A-987E66F0EE44}"/>
          </ac:picMkLst>
        </pc:picChg>
      </pc:sldChg>
      <pc:sldChg chg="addSp delSp modSp new mod modClrScheme chgLayout">
        <pc:chgData name="Gusti Pangestu" userId="7768735c-5c0d-4d9b-b550-ead0b3c82a30" providerId="ADAL" clId="{0B80913C-9141-48A1-9615-3AD8240D9FFA}" dt="2022-12-12T03:38:19.476" v="275" actId="26606"/>
        <pc:sldMkLst>
          <pc:docMk/>
          <pc:sldMk cId="1188252766" sldId="305"/>
        </pc:sldMkLst>
        <pc:spChg chg="del mod ord">
          <ac:chgData name="Gusti Pangestu" userId="7768735c-5c0d-4d9b-b550-ead0b3c82a30" providerId="ADAL" clId="{0B80913C-9141-48A1-9615-3AD8240D9FFA}" dt="2022-12-12T03:37:56.689" v="272" actId="700"/>
          <ac:spMkLst>
            <pc:docMk/>
            <pc:sldMk cId="1188252766" sldId="305"/>
            <ac:spMk id="2" creationId="{7BE22A5C-0F9A-909C-C1F6-2F47C96DB98C}"/>
          </ac:spMkLst>
        </pc:spChg>
        <pc:spChg chg="del mod ord">
          <ac:chgData name="Gusti Pangestu" userId="7768735c-5c0d-4d9b-b550-ead0b3c82a30" providerId="ADAL" clId="{0B80913C-9141-48A1-9615-3AD8240D9FFA}" dt="2022-12-12T03:37:56.689" v="272" actId="700"/>
          <ac:spMkLst>
            <pc:docMk/>
            <pc:sldMk cId="1188252766" sldId="305"/>
            <ac:spMk id="3" creationId="{73FCFC19-0C13-9D65-B61E-9365D18AA4FC}"/>
          </ac:spMkLst>
        </pc:spChg>
        <pc:spChg chg="del">
          <ac:chgData name="Gusti Pangestu" userId="7768735c-5c0d-4d9b-b550-ead0b3c82a30" providerId="ADAL" clId="{0B80913C-9141-48A1-9615-3AD8240D9FFA}" dt="2022-12-12T03:37:56.689" v="272" actId="700"/>
          <ac:spMkLst>
            <pc:docMk/>
            <pc:sldMk cId="1188252766" sldId="305"/>
            <ac:spMk id="4" creationId="{54C163AA-758F-7C07-6910-8D1DBB705E4A}"/>
          </ac:spMkLst>
        </pc:spChg>
        <pc:spChg chg="add mod ord">
          <ac:chgData name="Gusti Pangestu" userId="7768735c-5c0d-4d9b-b550-ead0b3c82a30" providerId="ADAL" clId="{0B80913C-9141-48A1-9615-3AD8240D9FFA}" dt="2022-12-12T03:38:19.476" v="275" actId="26606"/>
          <ac:spMkLst>
            <pc:docMk/>
            <pc:sldMk cId="1188252766" sldId="305"/>
            <ac:spMk id="5" creationId="{21A64906-8898-BF4F-16D5-BD13345B52EC}"/>
          </ac:spMkLst>
        </pc:spChg>
        <pc:spChg chg="add del mod ord">
          <ac:chgData name="Gusti Pangestu" userId="7768735c-5c0d-4d9b-b550-ead0b3c82a30" providerId="ADAL" clId="{0B80913C-9141-48A1-9615-3AD8240D9FFA}" dt="2022-12-12T03:38:16.551" v="274" actId="22"/>
          <ac:spMkLst>
            <pc:docMk/>
            <pc:sldMk cId="1188252766" sldId="305"/>
            <ac:spMk id="6" creationId="{BEDCFB37-F5F4-A9FE-464D-90E7CB0688A1}"/>
          </ac:spMkLst>
        </pc:spChg>
        <pc:picChg chg="add mod ord">
          <ac:chgData name="Gusti Pangestu" userId="7768735c-5c0d-4d9b-b550-ead0b3c82a30" providerId="ADAL" clId="{0B80913C-9141-48A1-9615-3AD8240D9FFA}" dt="2022-12-12T03:38:19.476" v="275" actId="26606"/>
          <ac:picMkLst>
            <pc:docMk/>
            <pc:sldMk cId="1188252766" sldId="305"/>
            <ac:picMk id="8" creationId="{F9CD86C7-F80F-15F1-03C0-EC397BE128C3}"/>
          </ac:picMkLst>
        </pc:picChg>
      </pc:sldChg>
      <pc:sldChg chg="addSp modSp new mod modClrScheme chgLayout">
        <pc:chgData name="Gusti Pangestu" userId="7768735c-5c0d-4d9b-b550-ead0b3c82a30" providerId="ADAL" clId="{0B80913C-9141-48A1-9615-3AD8240D9FFA}" dt="2022-12-12T03:50:24.590" v="301" actId="26606"/>
        <pc:sldMkLst>
          <pc:docMk/>
          <pc:sldMk cId="3237010557" sldId="306"/>
        </pc:sldMkLst>
        <pc:spChg chg="mod">
          <ac:chgData name="Gusti Pangestu" userId="7768735c-5c0d-4d9b-b550-ead0b3c82a30" providerId="ADAL" clId="{0B80913C-9141-48A1-9615-3AD8240D9FFA}" dt="2022-12-12T03:50:24.590" v="301" actId="26606"/>
          <ac:spMkLst>
            <pc:docMk/>
            <pc:sldMk cId="3237010557" sldId="306"/>
            <ac:spMk id="2" creationId="{BCA7BF09-064E-2C3E-66D1-A7B0D05D4510}"/>
          </ac:spMkLst>
        </pc:spChg>
        <pc:spChg chg="mod">
          <ac:chgData name="Gusti Pangestu" userId="7768735c-5c0d-4d9b-b550-ead0b3c82a30" providerId="ADAL" clId="{0B80913C-9141-48A1-9615-3AD8240D9FFA}" dt="2022-12-12T03:50:24.590" v="301" actId="26606"/>
          <ac:spMkLst>
            <pc:docMk/>
            <pc:sldMk cId="3237010557" sldId="306"/>
            <ac:spMk id="3" creationId="{7809535C-83E9-61EF-DE17-CD8E9078303A}"/>
          </ac:spMkLst>
        </pc:spChg>
        <pc:picChg chg="add mod">
          <ac:chgData name="Gusti Pangestu" userId="7768735c-5c0d-4d9b-b550-ead0b3c82a30" providerId="ADAL" clId="{0B80913C-9141-48A1-9615-3AD8240D9FFA}" dt="2022-12-12T03:50:24.590" v="301" actId="26606"/>
          <ac:picMkLst>
            <pc:docMk/>
            <pc:sldMk cId="3237010557" sldId="306"/>
            <ac:picMk id="5" creationId="{01CE68A8-FD98-2252-21BC-9249F0ACCC8E}"/>
          </ac:picMkLst>
        </pc:picChg>
      </pc:sldChg>
      <pc:sldChg chg="addSp delSp modSp new mod modClrScheme chgLayout">
        <pc:chgData name="Gusti Pangestu" userId="7768735c-5c0d-4d9b-b550-ead0b3c82a30" providerId="ADAL" clId="{0B80913C-9141-48A1-9615-3AD8240D9FFA}" dt="2022-12-12T03:51:45.695" v="325" actId="26606"/>
        <pc:sldMkLst>
          <pc:docMk/>
          <pc:sldMk cId="934571703" sldId="307"/>
        </pc:sldMkLst>
        <pc:spChg chg="del mod ord">
          <ac:chgData name="Gusti Pangestu" userId="7768735c-5c0d-4d9b-b550-ead0b3c82a30" providerId="ADAL" clId="{0B80913C-9141-48A1-9615-3AD8240D9FFA}" dt="2022-12-12T03:50:52.380" v="303" actId="700"/>
          <ac:spMkLst>
            <pc:docMk/>
            <pc:sldMk cId="934571703" sldId="307"/>
            <ac:spMk id="2" creationId="{23816FA8-E83C-53D0-7C70-5D8417E0863C}"/>
          </ac:spMkLst>
        </pc:spChg>
        <pc:spChg chg="del mod ord">
          <ac:chgData name="Gusti Pangestu" userId="7768735c-5c0d-4d9b-b550-ead0b3c82a30" providerId="ADAL" clId="{0B80913C-9141-48A1-9615-3AD8240D9FFA}" dt="2022-12-12T03:50:52.380" v="303" actId="700"/>
          <ac:spMkLst>
            <pc:docMk/>
            <pc:sldMk cId="934571703" sldId="307"/>
            <ac:spMk id="3" creationId="{4B3EAF94-FA22-6966-CEA7-FA050A1A24C2}"/>
          </ac:spMkLst>
        </pc:spChg>
        <pc:spChg chg="del">
          <ac:chgData name="Gusti Pangestu" userId="7768735c-5c0d-4d9b-b550-ead0b3c82a30" providerId="ADAL" clId="{0B80913C-9141-48A1-9615-3AD8240D9FFA}" dt="2022-12-12T03:50:52.380" v="303" actId="700"/>
          <ac:spMkLst>
            <pc:docMk/>
            <pc:sldMk cId="934571703" sldId="307"/>
            <ac:spMk id="4" creationId="{CC696DD9-6A88-D29D-687B-81C66DFCC4D6}"/>
          </ac:spMkLst>
        </pc:spChg>
        <pc:spChg chg="add mod ord">
          <ac:chgData name="Gusti Pangestu" userId="7768735c-5c0d-4d9b-b550-ead0b3c82a30" providerId="ADAL" clId="{0B80913C-9141-48A1-9615-3AD8240D9FFA}" dt="2022-12-12T03:51:45.695" v="325" actId="26606"/>
          <ac:spMkLst>
            <pc:docMk/>
            <pc:sldMk cId="934571703" sldId="307"/>
            <ac:spMk id="5" creationId="{2D057201-F3AB-B290-09D3-EE0B97BD1A00}"/>
          </ac:spMkLst>
        </pc:spChg>
        <pc:spChg chg="add mod ord">
          <ac:chgData name="Gusti Pangestu" userId="7768735c-5c0d-4d9b-b550-ead0b3c82a30" providerId="ADAL" clId="{0B80913C-9141-48A1-9615-3AD8240D9FFA}" dt="2022-12-12T03:51:45.695" v="325" actId="26606"/>
          <ac:spMkLst>
            <pc:docMk/>
            <pc:sldMk cId="934571703" sldId="307"/>
            <ac:spMk id="6" creationId="{1B411A05-B132-EA06-30FE-2FF3E2037F53}"/>
          </ac:spMkLst>
        </pc:spChg>
        <pc:picChg chg="add mod">
          <ac:chgData name="Gusti Pangestu" userId="7768735c-5c0d-4d9b-b550-ead0b3c82a30" providerId="ADAL" clId="{0B80913C-9141-48A1-9615-3AD8240D9FFA}" dt="2022-12-12T03:51:45.695" v="325" actId="26606"/>
          <ac:picMkLst>
            <pc:docMk/>
            <pc:sldMk cId="934571703" sldId="307"/>
            <ac:picMk id="8" creationId="{FF225089-5E89-C5B8-F114-85CAF9C61AFE}"/>
          </ac:picMkLst>
        </pc:picChg>
      </pc:sldChg>
      <pc:sldChg chg="addSp delSp modSp new mod modClrScheme chgLayout">
        <pc:chgData name="Gusti Pangestu" userId="7768735c-5c0d-4d9b-b550-ead0b3c82a30" providerId="ADAL" clId="{0B80913C-9141-48A1-9615-3AD8240D9FFA}" dt="2022-12-12T03:53:32.222" v="349" actId="1076"/>
        <pc:sldMkLst>
          <pc:docMk/>
          <pc:sldMk cId="1490100694" sldId="308"/>
        </pc:sldMkLst>
        <pc:spChg chg="del mod ord">
          <ac:chgData name="Gusti Pangestu" userId="7768735c-5c0d-4d9b-b550-ead0b3c82a30" providerId="ADAL" clId="{0B80913C-9141-48A1-9615-3AD8240D9FFA}" dt="2022-12-12T03:52:06.112" v="327" actId="700"/>
          <ac:spMkLst>
            <pc:docMk/>
            <pc:sldMk cId="1490100694" sldId="308"/>
            <ac:spMk id="2" creationId="{1930A76F-01C9-455D-CBDC-7DB0840A45BE}"/>
          </ac:spMkLst>
        </pc:spChg>
        <pc:spChg chg="del mod ord">
          <ac:chgData name="Gusti Pangestu" userId="7768735c-5c0d-4d9b-b550-ead0b3c82a30" providerId="ADAL" clId="{0B80913C-9141-48A1-9615-3AD8240D9FFA}" dt="2022-12-12T03:52:06.112" v="327" actId="700"/>
          <ac:spMkLst>
            <pc:docMk/>
            <pc:sldMk cId="1490100694" sldId="308"/>
            <ac:spMk id="3" creationId="{190639FF-E599-7AF7-CF1F-B199CD4CF87A}"/>
          </ac:spMkLst>
        </pc:spChg>
        <pc:spChg chg="del">
          <ac:chgData name="Gusti Pangestu" userId="7768735c-5c0d-4d9b-b550-ead0b3c82a30" providerId="ADAL" clId="{0B80913C-9141-48A1-9615-3AD8240D9FFA}" dt="2022-12-12T03:52:06.112" v="327" actId="700"/>
          <ac:spMkLst>
            <pc:docMk/>
            <pc:sldMk cId="1490100694" sldId="308"/>
            <ac:spMk id="4" creationId="{E76EBC46-906B-67DE-8EA2-47DABB5C4259}"/>
          </ac:spMkLst>
        </pc:spChg>
        <pc:spChg chg="add del mod ord">
          <ac:chgData name="Gusti Pangestu" userId="7768735c-5c0d-4d9b-b550-ead0b3c82a30" providerId="ADAL" clId="{0B80913C-9141-48A1-9615-3AD8240D9FFA}" dt="2022-12-12T03:52:09.661" v="328" actId="478"/>
          <ac:spMkLst>
            <pc:docMk/>
            <pc:sldMk cId="1490100694" sldId="308"/>
            <ac:spMk id="5" creationId="{A66FE2B7-56B1-E4D4-1A55-15D678DB35E6}"/>
          </ac:spMkLst>
        </pc:spChg>
        <pc:spChg chg="add mod ord">
          <ac:chgData name="Gusti Pangestu" userId="7768735c-5c0d-4d9b-b550-ead0b3c82a30" providerId="ADAL" clId="{0B80913C-9141-48A1-9615-3AD8240D9FFA}" dt="2022-12-12T03:53:23.344" v="346" actId="27636"/>
          <ac:spMkLst>
            <pc:docMk/>
            <pc:sldMk cId="1490100694" sldId="308"/>
            <ac:spMk id="6" creationId="{C20A5325-4AF3-6B34-43BA-51FAC12DF400}"/>
          </ac:spMkLst>
        </pc:spChg>
        <pc:spChg chg="add del mod">
          <ac:chgData name="Gusti Pangestu" userId="7768735c-5c0d-4d9b-b550-ead0b3c82a30" providerId="ADAL" clId="{0B80913C-9141-48A1-9615-3AD8240D9FFA}" dt="2022-12-12T03:53:07.691" v="341" actId="478"/>
          <ac:spMkLst>
            <pc:docMk/>
            <pc:sldMk cId="1490100694" sldId="308"/>
            <ac:spMk id="13" creationId="{9D026907-9E78-86B6-82BC-344BA20E23BF}"/>
          </ac:spMkLst>
        </pc:spChg>
        <pc:picChg chg="add mod">
          <ac:chgData name="Gusti Pangestu" userId="7768735c-5c0d-4d9b-b550-ead0b3c82a30" providerId="ADAL" clId="{0B80913C-9141-48A1-9615-3AD8240D9FFA}" dt="2022-12-12T03:53:32.222" v="349" actId="1076"/>
          <ac:picMkLst>
            <pc:docMk/>
            <pc:sldMk cId="1490100694" sldId="308"/>
            <ac:picMk id="8" creationId="{B4065925-CA90-648B-A933-AFAA1A556A85}"/>
          </ac:picMkLst>
        </pc:picChg>
      </pc:sldChg>
    </pc:docChg>
  </pc:docChgLst>
  <pc:docChgLst>
    <pc:chgData name="Gusti Pangestu" userId="S::gusti.pangestu@binus.ac.id::7768735c-5c0d-4d9b-b550-ead0b3c82a30" providerId="AD" clId="Web-{720B1208-9882-69E9-F657-19234A5FB7AD}"/>
    <pc:docChg chg="addSld modSld modSection">
      <pc:chgData name="Gusti Pangestu" userId="S::gusti.pangestu@binus.ac.id::7768735c-5c0d-4d9b-b550-ead0b3c82a30" providerId="AD" clId="Web-{720B1208-9882-69E9-F657-19234A5FB7AD}" dt="2022-11-07T04:15:16.453" v="212" actId="1076"/>
      <pc:docMkLst>
        <pc:docMk/>
      </pc:docMkLst>
      <pc:sldChg chg="addSp modSp new">
        <pc:chgData name="Gusti Pangestu" userId="S::gusti.pangestu@binus.ac.id::7768735c-5c0d-4d9b-b550-ead0b3c82a30" providerId="AD" clId="Web-{720B1208-9882-69E9-F657-19234A5FB7AD}" dt="2022-11-07T02:51:41.133" v="46" actId="20577"/>
        <pc:sldMkLst>
          <pc:docMk/>
          <pc:sldMk cId="376018570" sldId="297"/>
        </pc:sldMkLst>
        <pc:spChg chg="mod">
          <ac:chgData name="Gusti Pangestu" userId="S::gusti.pangestu@binus.ac.id::7768735c-5c0d-4d9b-b550-ead0b3c82a30" providerId="AD" clId="Web-{720B1208-9882-69E9-F657-19234A5FB7AD}" dt="2022-11-07T02:36:32.044" v="7" actId="20577"/>
          <ac:spMkLst>
            <pc:docMk/>
            <pc:sldMk cId="376018570" sldId="297"/>
            <ac:spMk id="2" creationId="{3FB8F51D-0AF1-4954-6E17-C858D190F1F5}"/>
          </ac:spMkLst>
        </pc:spChg>
        <pc:spChg chg="mod">
          <ac:chgData name="Gusti Pangestu" userId="S::gusti.pangestu@binus.ac.id::7768735c-5c0d-4d9b-b550-ead0b3c82a30" providerId="AD" clId="Web-{720B1208-9882-69E9-F657-19234A5FB7AD}" dt="2022-11-07T02:51:41.133" v="46" actId="20577"/>
          <ac:spMkLst>
            <pc:docMk/>
            <pc:sldMk cId="376018570" sldId="297"/>
            <ac:spMk id="3" creationId="{DF3EF508-2D34-EC90-3ED2-7723798A827E}"/>
          </ac:spMkLst>
        </pc:spChg>
        <pc:picChg chg="add mod">
          <ac:chgData name="Gusti Pangestu" userId="S::gusti.pangestu@binus.ac.id::7768735c-5c0d-4d9b-b550-ead0b3c82a30" providerId="AD" clId="Web-{720B1208-9882-69E9-F657-19234A5FB7AD}" dt="2022-11-07T02:43:24.541" v="44" actId="1076"/>
          <ac:picMkLst>
            <pc:docMk/>
            <pc:sldMk cId="376018570" sldId="297"/>
            <ac:picMk id="4" creationId="{4AC7B8D5-2CD9-6A18-69FD-3C24769F69B9}"/>
          </ac:picMkLst>
        </pc:picChg>
      </pc:sldChg>
      <pc:sldChg chg="addSp modSp new">
        <pc:chgData name="Gusti Pangestu" userId="S::gusti.pangestu@binus.ac.id::7768735c-5c0d-4d9b-b550-ead0b3c82a30" providerId="AD" clId="Web-{720B1208-9882-69E9-F657-19234A5FB7AD}" dt="2022-11-07T03:18:34.417" v="69" actId="1076"/>
        <pc:sldMkLst>
          <pc:docMk/>
          <pc:sldMk cId="3645830168" sldId="298"/>
        </pc:sldMkLst>
        <pc:spChg chg="mod">
          <ac:chgData name="Gusti Pangestu" userId="S::gusti.pangestu@binus.ac.id::7768735c-5c0d-4d9b-b550-ead0b3c82a30" providerId="AD" clId="Web-{720B1208-9882-69E9-F657-19234A5FB7AD}" dt="2022-11-07T02:51:52.274" v="57" actId="20577"/>
          <ac:spMkLst>
            <pc:docMk/>
            <pc:sldMk cId="3645830168" sldId="298"/>
            <ac:spMk id="2" creationId="{F27A6D18-1819-B75D-CC84-BADB51EFAB51}"/>
          </ac:spMkLst>
        </pc:spChg>
        <pc:spChg chg="mod">
          <ac:chgData name="Gusti Pangestu" userId="S::gusti.pangestu@binus.ac.id::7768735c-5c0d-4d9b-b550-ead0b3c82a30" providerId="AD" clId="Web-{720B1208-9882-69E9-F657-19234A5FB7AD}" dt="2022-11-07T02:54:01.059" v="61" actId="20577"/>
          <ac:spMkLst>
            <pc:docMk/>
            <pc:sldMk cId="3645830168" sldId="298"/>
            <ac:spMk id="3" creationId="{B290B12B-36E5-5346-5482-B0C0014CEF1D}"/>
          </ac:spMkLst>
        </pc:spChg>
        <pc:picChg chg="add mod">
          <ac:chgData name="Gusti Pangestu" userId="S::gusti.pangestu@binus.ac.id::7768735c-5c0d-4d9b-b550-ead0b3c82a30" providerId="AD" clId="Web-{720B1208-9882-69E9-F657-19234A5FB7AD}" dt="2022-11-07T03:18:34.417" v="69" actId="1076"/>
          <ac:picMkLst>
            <pc:docMk/>
            <pc:sldMk cId="3645830168" sldId="298"/>
            <ac:picMk id="4" creationId="{CCBE6061-24B1-2596-577F-1BA17ED9EC7A}"/>
          </ac:picMkLst>
        </pc:picChg>
        <pc:picChg chg="add mod">
          <ac:chgData name="Gusti Pangestu" userId="S::gusti.pangestu@binus.ac.id::7768735c-5c0d-4d9b-b550-ead0b3c82a30" providerId="AD" clId="Web-{720B1208-9882-69E9-F657-19234A5FB7AD}" dt="2022-11-07T03:18:28.823" v="68" actId="1076"/>
          <ac:picMkLst>
            <pc:docMk/>
            <pc:sldMk cId="3645830168" sldId="298"/>
            <ac:picMk id="5" creationId="{F76CAC52-4AD4-2E03-2C20-F3867EC9F9BA}"/>
          </ac:picMkLst>
        </pc:picChg>
      </pc:sldChg>
      <pc:sldChg chg="addSp modSp new mod modClrScheme chgLayout">
        <pc:chgData name="Gusti Pangestu" userId="S::gusti.pangestu@binus.ac.id::7768735c-5c0d-4d9b-b550-ead0b3c82a30" providerId="AD" clId="Web-{720B1208-9882-69E9-F657-19234A5FB7AD}" dt="2022-11-07T03:24:18.756" v="93" actId="20577"/>
        <pc:sldMkLst>
          <pc:docMk/>
          <pc:sldMk cId="3162136664" sldId="299"/>
        </pc:sldMkLst>
        <pc:spChg chg="mod">
          <ac:chgData name="Gusti Pangestu" userId="S::gusti.pangestu@binus.ac.id::7768735c-5c0d-4d9b-b550-ead0b3c82a30" providerId="AD" clId="Web-{720B1208-9882-69E9-F657-19234A5FB7AD}" dt="2022-11-07T03:24:14.084" v="91"/>
          <ac:spMkLst>
            <pc:docMk/>
            <pc:sldMk cId="3162136664" sldId="299"/>
            <ac:spMk id="2" creationId="{60358CC2-0C23-5B54-284A-E599829AE9E3}"/>
          </ac:spMkLst>
        </pc:spChg>
        <pc:spChg chg="mod">
          <ac:chgData name="Gusti Pangestu" userId="S::gusti.pangestu@binus.ac.id::7768735c-5c0d-4d9b-b550-ead0b3c82a30" providerId="AD" clId="Web-{720B1208-9882-69E9-F657-19234A5FB7AD}" dt="2022-11-07T03:24:18.756" v="93" actId="20577"/>
          <ac:spMkLst>
            <pc:docMk/>
            <pc:sldMk cId="3162136664" sldId="299"/>
            <ac:spMk id="3" creationId="{348C4AD4-243B-5569-386D-DD1B60BAF281}"/>
          </ac:spMkLst>
        </pc:spChg>
        <pc:picChg chg="add mod">
          <ac:chgData name="Gusti Pangestu" userId="S::gusti.pangestu@binus.ac.id::7768735c-5c0d-4d9b-b550-ead0b3c82a30" providerId="AD" clId="Web-{720B1208-9882-69E9-F657-19234A5FB7AD}" dt="2022-11-07T03:24:14.084" v="91"/>
          <ac:picMkLst>
            <pc:docMk/>
            <pc:sldMk cId="3162136664" sldId="299"/>
            <ac:picMk id="4" creationId="{04B45CD0-8535-F48F-D421-937FB605DEE8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720B1208-9882-69E9-F657-19234A5FB7AD}" dt="2022-11-07T03:43:28.846" v="104" actId="14100"/>
        <pc:sldMkLst>
          <pc:docMk/>
          <pc:sldMk cId="2160808367" sldId="300"/>
        </pc:sldMkLst>
        <pc:spChg chg="del mod ord">
          <ac:chgData name="Gusti Pangestu" userId="S::gusti.pangestu@binus.ac.id::7768735c-5c0d-4d9b-b550-ead0b3c82a30" providerId="AD" clId="Web-{720B1208-9882-69E9-F657-19234A5FB7AD}" dt="2022-11-07T03:42:57.892" v="96"/>
          <ac:spMkLst>
            <pc:docMk/>
            <pc:sldMk cId="2160808367" sldId="300"/>
            <ac:spMk id="2" creationId="{485665A6-D376-0BBD-1379-41EA8A60FC49}"/>
          </ac:spMkLst>
        </pc:spChg>
        <pc:spChg chg="del mod ord">
          <ac:chgData name="Gusti Pangestu" userId="S::gusti.pangestu@binus.ac.id::7768735c-5c0d-4d9b-b550-ead0b3c82a30" providerId="AD" clId="Web-{720B1208-9882-69E9-F657-19234A5FB7AD}" dt="2022-11-07T03:43:02.377" v="98"/>
          <ac:spMkLst>
            <pc:docMk/>
            <pc:sldMk cId="2160808367" sldId="300"/>
            <ac:spMk id="3" creationId="{E604064E-C374-99CE-8018-B54ED49D7AFE}"/>
          </ac:spMkLst>
        </pc:spChg>
        <pc:spChg chg="del mod ord">
          <ac:chgData name="Gusti Pangestu" userId="S::gusti.pangestu@binus.ac.id::7768735c-5c0d-4d9b-b550-ead0b3c82a30" providerId="AD" clId="Web-{720B1208-9882-69E9-F657-19234A5FB7AD}" dt="2022-11-07T03:43:00.095" v="97"/>
          <ac:spMkLst>
            <pc:docMk/>
            <pc:sldMk cId="2160808367" sldId="300"/>
            <ac:spMk id="4" creationId="{431C6A07-88AC-6F08-9B1A-E7F5A578C17F}"/>
          </ac:spMkLst>
        </pc:spChg>
        <pc:picChg chg="add mod">
          <ac:chgData name="Gusti Pangestu" userId="S::gusti.pangestu@binus.ac.id::7768735c-5c0d-4d9b-b550-ead0b3c82a30" providerId="AD" clId="Web-{720B1208-9882-69E9-F657-19234A5FB7AD}" dt="2022-11-07T03:43:09.627" v="101" actId="14100"/>
          <ac:picMkLst>
            <pc:docMk/>
            <pc:sldMk cId="2160808367" sldId="300"/>
            <ac:picMk id="5" creationId="{8BEBC59A-2CEE-8AD6-9EAB-767B0B786D53}"/>
          </ac:picMkLst>
        </pc:picChg>
        <pc:picChg chg="add mod">
          <ac:chgData name="Gusti Pangestu" userId="S::gusti.pangestu@binus.ac.id::7768735c-5c0d-4d9b-b550-ead0b3c82a30" providerId="AD" clId="Web-{720B1208-9882-69E9-F657-19234A5FB7AD}" dt="2022-11-07T03:43:28.846" v="104" actId="14100"/>
          <ac:picMkLst>
            <pc:docMk/>
            <pc:sldMk cId="2160808367" sldId="300"/>
            <ac:picMk id="6" creationId="{D07FC423-437B-56A9-1A92-B80B987AB6F1}"/>
          </ac:picMkLst>
        </pc:picChg>
      </pc:sldChg>
      <pc:sldChg chg="addSp delSp modSp new mod modClrScheme chgLayout">
        <pc:chgData name="Gusti Pangestu" userId="S::gusti.pangestu@binus.ac.id::7768735c-5c0d-4d9b-b550-ead0b3c82a30" providerId="AD" clId="Web-{720B1208-9882-69E9-F657-19234A5FB7AD}" dt="2022-11-07T03:45:44.380" v="123" actId="1076"/>
        <pc:sldMkLst>
          <pc:docMk/>
          <pc:sldMk cId="2329439584" sldId="301"/>
        </pc:sldMkLst>
        <pc:spChg chg="mod ord">
          <ac:chgData name="Gusti Pangestu" userId="S::gusti.pangestu@binus.ac.id::7768735c-5c0d-4d9b-b550-ead0b3c82a30" providerId="AD" clId="Web-{720B1208-9882-69E9-F657-19234A5FB7AD}" dt="2022-11-07T03:45:30.067" v="121"/>
          <ac:spMkLst>
            <pc:docMk/>
            <pc:sldMk cId="2329439584" sldId="301"/>
            <ac:spMk id="2" creationId="{1184D16E-E8B0-316B-4806-0E51BE1D90AA}"/>
          </ac:spMkLst>
        </pc:spChg>
        <pc:spChg chg="mod ord">
          <ac:chgData name="Gusti Pangestu" userId="S::gusti.pangestu@binus.ac.id::7768735c-5c0d-4d9b-b550-ead0b3c82a30" providerId="AD" clId="Web-{720B1208-9882-69E9-F657-19234A5FB7AD}" dt="2022-11-07T03:45:30.067" v="121"/>
          <ac:spMkLst>
            <pc:docMk/>
            <pc:sldMk cId="2329439584" sldId="301"/>
            <ac:spMk id="3" creationId="{E9F14B17-9D15-E8C7-2578-5D3D47B36C23}"/>
          </ac:spMkLst>
        </pc:spChg>
        <pc:spChg chg="del">
          <ac:chgData name="Gusti Pangestu" userId="S::gusti.pangestu@binus.ac.id::7768735c-5c0d-4d9b-b550-ead0b3c82a30" providerId="AD" clId="Web-{720B1208-9882-69E9-F657-19234A5FB7AD}" dt="2022-11-07T03:43:38.846" v="106"/>
          <ac:spMkLst>
            <pc:docMk/>
            <pc:sldMk cId="2329439584" sldId="301"/>
            <ac:spMk id="4" creationId="{4309DA00-CCF1-E31C-85D6-71197B1EA479}"/>
          </ac:spMkLst>
        </pc:spChg>
        <pc:picChg chg="add mod">
          <ac:chgData name="Gusti Pangestu" userId="S::gusti.pangestu@binus.ac.id::7768735c-5c0d-4d9b-b550-ead0b3c82a30" providerId="AD" clId="Web-{720B1208-9882-69E9-F657-19234A5FB7AD}" dt="2022-11-07T03:45:44.380" v="123" actId="1076"/>
          <ac:picMkLst>
            <pc:docMk/>
            <pc:sldMk cId="2329439584" sldId="301"/>
            <ac:picMk id="5" creationId="{88F2C4A4-D825-F29C-29BE-69B3A02A8E0A}"/>
          </ac:picMkLst>
        </pc:picChg>
      </pc:sldChg>
      <pc:sldChg chg="addSp delSp modSp new">
        <pc:chgData name="Gusti Pangestu" userId="S::gusti.pangestu@binus.ac.id::7768735c-5c0d-4d9b-b550-ead0b3c82a30" providerId="AD" clId="Web-{720B1208-9882-69E9-F657-19234A5FB7AD}" dt="2022-11-07T04:02:44.232" v="142" actId="14100"/>
        <pc:sldMkLst>
          <pc:docMk/>
          <pc:sldMk cId="4132436519" sldId="302"/>
        </pc:sldMkLst>
        <pc:spChg chg="mod">
          <ac:chgData name="Gusti Pangestu" userId="S::gusti.pangestu@binus.ac.id::7768735c-5c0d-4d9b-b550-ead0b3c82a30" providerId="AD" clId="Web-{720B1208-9882-69E9-F657-19234A5FB7AD}" dt="2022-11-07T04:02:17.091" v="138" actId="1076"/>
          <ac:spMkLst>
            <pc:docMk/>
            <pc:sldMk cId="4132436519" sldId="302"/>
            <ac:spMk id="2" creationId="{E4223A33-B402-D4B3-7F0B-4D83B155F8FB}"/>
          </ac:spMkLst>
        </pc:spChg>
        <pc:spChg chg="mod">
          <ac:chgData name="Gusti Pangestu" userId="S::gusti.pangestu@binus.ac.id::7768735c-5c0d-4d9b-b550-ead0b3c82a30" providerId="AD" clId="Web-{720B1208-9882-69E9-F657-19234A5FB7AD}" dt="2022-11-07T04:01:54.668" v="136" actId="20577"/>
          <ac:spMkLst>
            <pc:docMk/>
            <pc:sldMk cId="4132436519" sldId="302"/>
            <ac:spMk id="3" creationId="{B3F8583D-BD57-8AAE-90C6-2141751B5207}"/>
          </ac:spMkLst>
        </pc:spChg>
        <pc:spChg chg="del mod">
          <ac:chgData name="Gusti Pangestu" userId="S::gusti.pangestu@binus.ac.id::7768735c-5c0d-4d9b-b550-ead0b3c82a30" providerId="AD" clId="Web-{720B1208-9882-69E9-F657-19234A5FB7AD}" dt="2022-11-07T04:02:12.278" v="137"/>
          <ac:spMkLst>
            <pc:docMk/>
            <pc:sldMk cId="4132436519" sldId="302"/>
            <ac:spMk id="4" creationId="{001CCB93-0BEC-A072-124D-9CB1E8E8BAB4}"/>
          </ac:spMkLst>
        </pc:spChg>
        <pc:picChg chg="add mod ord">
          <ac:chgData name="Gusti Pangestu" userId="S::gusti.pangestu@binus.ac.id::7768735c-5c0d-4d9b-b550-ead0b3c82a30" providerId="AD" clId="Web-{720B1208-9882-69E9-F657-19234A5FB7AD}" dt="2022-11-07T04:02:21.341" v="139" actId="1076"/>
          <ac:picMkLst>
            <pc:docMk/>
            <pc:sldMk cId="4132436519" sldId="302"/>
            <ac:picMk id="5" creationId="{6803A791-4174-5AF6-16A0-4FA8CF482533}"/>
          </ac:picMkLst>
        </pc:picChg>
        <pc:picChg chg="add mod">
          <ac:chgData name="Gusti Pangestu" userId="S::gusti.pangestu@binus.ac.id::7768735c-5c0d-4d9b-b550-ead0b3c82a30" providerId="AD" clId="Web-{720B1208-9882-69E9-F657-19234A5FB7AD}" dt="2022-11-07T04:02:44.232" v="142" actId="14100"/>
          <ac:picMkLst>
            <pc:docMk/>
            <pc:sldMk cId="4132436519" sldId="302"/>
            <ac:picMk id="6" creationId="{754B0C7E-2993-1CB6-01F6-46BE489DC6AA}"/>
          </ac:picMkLst>
        </pc:picChg>
      </pc:sldChg>
      <pc:sldChg chg="delSp modSp new mod modClrScheme chgLayout">
        <pc:chgData name="Gusti Pangestu" userId="S::gusti.pangestu@binus.ac.id::7768735c-5c0d-4d9b-b550-ead0b3c82a30" providerId="AD" clId="Web-{720B1208-9882-69E9-F657-19234A5FB7AD}" dt="2022-11-07T04:05:46.096" v="163" actId="20577"/>
        <pc:sldMkLst>
          <pc:docMk/>
          <pc:sldMk cId="4173901416" sldId="303"/>
        </pc:sldMkLst>
        <pc:spChg chg="mod ord">
          <ac:chgData name="Gusti Pangestu" userId="S::gusti.pangestu@binus.ac.id::7768735c-5c0d-4d9b-b550-ead0b3c82a30" providerId="AD" clId="Web-{720B1208-9882-69E9-F657-19234A5FB7AD}" dt="2022-11-07T04:03:05.107" v="151"/>
          <ac:spMkLst>
            <pc:docMk/>
            <pc:sldMk cId="4173901416" sldId="303"/>
            <ac:spMk id="2" creationId="{7FB49A5B-ECAF-EBBC-3873-FB348245361C}"/>
          </ac:spMkLst>
        </pc:spChg>
        <pc:spChg chg="mod ord">
          <ac:chgData name="Gusti Pangestu" userId="S::gusti.pangestu@binus.ac.id::7768735c-5c0d-4d9b-b550-ead0b3c82a30" providerId="AD" clId="Web-{720B1208-9882-69E9-F657-19234A5FB7AD}" dt="2022-11-07T04:05:46.096" v="163" actId="20577"/>
          <ac:spMkLst>
            <pc:docMk/>
            <pc:sldMk cId="4173901416" sldId="303"/>
            <ac:spMk id="3" creationId="{2A63F7BD-5F34-FF40-B3E7-06BA317A5E89}"/>
          </ac:spMkLst>
        </pc:spChg>
        <pc:spChg chg="del">
          <ac:chgData name="Gusti Pangestu" userId="S::gusti.pangestu@binus.ac.id::7768735c-5c0d-4d9b-b550-ead0b3c82a30" providerId="AD" clId="Web-{720B1208-9882-69E9-F657-19234A5FB7AD}" dt="2022-11-07T04:03:05.107" v="151"/>
          <ac:spMkLst>
            <pc:docMk/>
            <pc:sldMk cId="4173901416" sldId="303"/>
            <ac:spMk id="4" creationId="{4AE121A9-4D45-4B4A-803F-484E11F8DE77}"/>
          </ac:spMkLst>
        </pc:spChg>
      </pc:sldChg>
      <pc:sldChg chg="addSp delSp modSp new mod modClrScheme chgLayout">
        <pc:chgData name="Gusti Pangestu" userId="S::gusti.pangestu@binus.ac.id::7768735c-5c0d-4d9b-b550-ead0b3c82a30" providerId="AD" clId="Web-{720B1208-9882-69E9-F657-19234A5FB7AD}" dt="2022-11-07T04:13:23.512" v="188"/>
        <pc:sldMkLst>
          <pc:docMk/>
          <pc:sldMk cId="2940983348" sldId="304"/>
        </pc:sldMkLst>
        <pc:spChg chg="mod">
          <ac:chgData name="Gusti Pangestu" userId="S::gusti.pangestu@binus.ac.id::7768735c-5c0d-4d9b-b550-ead0b3c82a30" providerId="AD" clId="Web-{720B1208-9882-69E9-F657-19234A5FB7AD}" dt="2022-11-07T04:10:41.556" v="183"/>
          <ac:spMkLst>
            <pc:docMk/>
            <pc:sldMk cId="2940983348" sldId="304"/>
            <ac:spMk id="2" creationId="{C4788C68-CDFF-DA28-8C83-678B0CE52CE8}"/>
          </ac:spMkLst>
        </pc:spChg>
        <pc:spChg chg="mod">
          <ac:chgData name="Gusti Pangestu" userId="S::gusti.pangestu@binus.ac.id::7768735c-5c0d-4d9b-b550-ead0b3c82a30" providerId="AD" clId="Web-{720B1208-9882-69E9-F657-19234A5FB7AD}" dt="2022-11-07T04:10:41.556" v="183"/>
          <ac:spMkLst>
            <pc:docMk/>
            <pc:sldMk cId="2940983348" sldId="304"/>
            <ac:spMk id="3" creationId="{C903FC3C-F322-D478-CB29-DB8CC921E64B}"/>
          </ac:spMkLst>
        </pc:spChg>
        <pc:spChg chg="add del mod">
          <ac:chgData name="Gusti Pangestu" userId="S::gusti.pangestu@binus.ac.id::7768735c-5c0d-4d9b-b550-ead0b3c82a30" providerId="AD" clId="Web-{720B1208-9882-69E9-F657-19234A5FB7AD}" dt="2022-11-07T04:13:23.512" v="188"/>
          <ac:spMkLst>
            <pc:docMk/>
            <pc:sldMk cId="2940983348" sldId="304"/>
            <ac:spMk id="5" creationId="{18185BE2-DC0A-FFB7-C401-9168162AC7BF}"/>
          </ac:spMkLst>
        </pc:spChg>
        <pc:picChg chg="add mod">
          <ac:chgData name="Gusti Pangestu" userId="S::gusti.pangestu@binus.ac.id::7768735c-5c0d-4d9b-b550-ead0b3c82a30" providerId="AD" clId="Web-{720B1208-9882-69E9-F657-19234A5FB7AD}" dt="2022-11-07T04:10:41.556" v="183"/>
          <ac:picMkLst>
            <pc:docMk/>
            <pc:sldMk cId="2940983348" sldId="304"/>
            <ac:picMk id="4" creationId="{567927FE-17B5-C96D-0D82-DB6D5753586F}"/>
          </ac:picMkLst>
        </pc:picChg>
      </pc:sldChg>
      <pc:sldChg chg="new">
        <pc:chgData name="Gusti Pangestu" userId="S::gusti.pangestu@binus.ac.id::7768735c-5c0d-4d9b-b550-ead0b3c82a30" providerId="AD" clId="Web-{720B1208-9882-69E9-F657-19234A5FB7AD}" dt="2022-11-07T04:10:44.821" v="184"/>
        <pc:sldMkLst>
          <pc:docMk/>
          <pc:sldMk cId="654897096" sldId="305"/>
        </pc:sldMkLst>
      </pc:sldChg>
      <pc:sldChg chg="addSp delSp modSp new">
        <pc:chgData name="Gusti Pangestu" userId="S::gusti.pangestu@binus.ac.id::7768735c-5c0d-4d9b-b550-ead0b3c82a30" providerId="AD" clId="Web-{720B1208-9882-69E9-F657-19234A5FB7AD}" dt="2022-11-07T04:14:14.951" v="199"/>
        <pc:sldMkLst>
          <pc:docMk/>
          <pc:sldMk cId="4236229230" sldId="306"/>
        </pc:sldMkLst>
        <pc:spChg chg="mod">
          <ac:chgData name="Gusti Pangestu" userId="S::gusti.pangestu@binus.ac.id::7768735c-5c0d-4d9b-b550-ead0b3c82a30" providerId="AD" clId="Web-{720B1208-9882-69E9-F657-19234A5FB7AD}" dt="2022-11-07T04:13:41.919" v="190" actId="20577"/>
          <ac:spMkLst>
            <pc:docMk/>
            <pc:sldMk cId="4236229230" sldId="306"/>
            <ac:spMk id="2" creationId="{7A3642D9-5425-D77F-4AA1-75B9612D826D}"/>
          </ac:spMkLst>
        </pc:spChg>
        <pc:spChg chg="mod">
          <ac:chgData name="Gusti Pangestu" userId="S::gusti.pangestu@binus.ac.id::7768735c-5c0d-4d9b-b550-ead0b3c82a30" providerId="AD" clId="Web-{720B1208-9882-69E9-F657-19234A5FB7AD}" dt="2022-11-07T04:14:14.654" v="198" actId="20577"/>
          <ac:spMkLst>
            <pc:docMk/>
            <pc:sldMk cId="4236229230" sldId="306"/>
            <ac:spMk id="3" creationId="{7B356FCF-8845-F360-87D4-0F71479CE54C}"/>
          </ac:spMkLst>
        </pc:spChg>
        <pc:spChg chg="del mod">
          <ac:chgData name="Gusti Pangestu" userId="S::gusti.pangestu@binus.ac.id::7768735c-5c0d-4d9b-b550-ead0b3c82a30" providerId="AD" clId="Web-{720B1208-9882-69E9-F657-19234A5FB7AD}" dt="2022-11-07T04:14:14.951" v="199"/>
          <ac:spMkLst>
            <pc:docMk/>
            <pc:sldMk cId="4236229230" sldId="306"/>
            <ac:spMk id="4" creationId="{55E8D57B-6EE5-3B5B-F87A-C42C13E9B08D}"/>
          </ac:spMkLst>
        </pc:spChg>
        <pc:picChg chg="add mod ord">
          <ac:chgData name="Gusti Pangestu" userId="S::gusti.pangestu@binus.ac.id::7768735c-5c0d-4d9b-b550-ead0b3c82a30" providerId="AD" clId="Web-{720B1208-9882-69E9-F657-19234A5FB7AD}" dt="2022-11-07T04:14:14.951" v="199"/>
          <ac:picMkLst>
            <pc:docMk/>
            <pc:sldMk cId="4236229230" sldId="306"/>
            <ac:picMk id="5" creationId="{4829A912-79FA-DC2E-C81E-AC753C602E4E}"/>
          </ac:picMkLst>
        </pc:picChg>
      </pc:sldChg>
      <pc:sldChg chg="addSp delSp modSp new">
        <pc:chgData name="Gusti Pangestu" userId="S::gusti.pangestu@binus.ac.id::7768735c-5c0d-4d9b-b550-ead0b3c82a30" providerId="AD" clId="Web-{720B1208-9882-69E9-F657-19234A5FB7AD}" dt="2022-11-07T04:15:16.453" v="212" actId="1076"/>
        <pc:sldMkLst>
          <pc:docMk/>
          <pc:sldMk cId="868108864" sldId="307"/>
        </pc:sldMkLst>
        <pc:spChg chg="mod">
          <ac:chgData name="Gusti Pangestu" userId="S::gusti.pangestu@binus.ac.id::7768735c-5c0d-4d9b-b550-ead0b3c82a30" providerId="AD" clId="Web-{720B1208-9882-69E9-F657-19234A5FB7AD}" dt="2022-11-07T04:14:22.404" v="203" actId="20577"/>
          <ac:spMkLst>
            <pc:docMk/>
            <pc:sldMk cId="868108864" sldId="307"/>
            <ac:spMk id="2" creationId="{0E38D3F5-BD2C-FC62-AF24-18FFE2D734FF}"/>
          </ac:spMkLst>
        </pc:spChg>
        <pc:spChg chg="mod">
          <ac:chgData name="Gusti Pangestu" userId="S::gusti.pangestu@binus.ac.id::7768735c-5c0d-4d9b-b550-ead0b3c82a30" providerId="AD" clId="Web-{720B1208-9882-69E9-F657-19234A5FB7AD}" dt="2022-11-07T04:14:51.046" v="206" actId="20577"/>
          <ac:spMkLst>
            <pc:docMk/>
            <pc:sldMk cId="868108864" sldId="307"/>
            <ac:spMk id="3" creationId="{557FB63A-8217-6916-BC46-32DB265A2C53}"/>
          </ac:spMkLst>
        </pc:spChg>
        <pc:spChg chg="del">
          <ac:chgData name="Gusti Pangestu" userId="S::gusti.pangestu@binus.ac.id::7768735c-5c0d-4d9b-b550-ead0b3c82a30" providerId="AD" clId="Web-{720B1208-9882-69E9-F657-19234A5FB7AD}" dt="2022-11-07T04:14:51.327" v="207"/>
          <ac:spMkLst>
            <pc:docMk/>
            <pc:sldMk cId="868108864" sldId="307"/>
            <ac:spMk id="4" creationId="{BC04992C-BAA4-B274-C21C-1D0323B8983A}"/>
          </ac:spMkLst>
        </pc:spChg>
        <pc:picChg chg="add mod ord">
          <ac:chgData name="Gusti Pangestu" userId="S::gusti.pangestu@binus.ac.id::7768735c-5c0d-4d9b-b550-ead0b3c82a30" providerId="AD" clId="Web-{720B1208-9882-69E9-F657-19234A5FB7AD}" dt="2022-11-07T04:14:55.655" v="208" actId="1076"/>
          <ac:picMkLst>
            <pc:docMk/>
            <pc:sldMk cId="868108864" sldId="307"/>
            <ac:picMk id="5" creationId="{F34513C8-457D-4A23-81AC-B500639EF016}"/>
          </ac:picMkLst>
        </pc:picChg>
        <pc:picChg chg="add mod">
          <ac:chgData name="Gusti Pangestu" userId="S::gusti.pangestu@binus.ac.id::7768735c-5c0d-4d9b-b550-ead0b3c82a30" providerId="AD" clId="Web-{720B1208-9882-69E9-F657-19234A5FB7AD}" dt="2022-11-07T04:15:16.453" v="212" actId="1076"/>
          <ac:picMkLst>
            <pc:docMk/>
            <pc:sldMk cId="868108864" sldId="307"/>
            <ac:picMk id="6" creationId="{C5EB86F0-47F2-AD2B-D956-D419E5AD16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347AD-4C68-40F0-A7FE-7B388326E828}" type="datetimeFigureOut">
              <a:rPr lang="id-ID" smtClean="0"/>
              <a:t>02/01/2023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3A927-6C38-4632-942C-2C21A01C7D9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93954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4763"/>
            <a:ext cx="9139237" cy="646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/>
          <p:cNvSpPr/>
          <p:nvPr userDrawn="1"/>
        </p:nvSpPr>
        <p:spPr>
          <a:xfrm>
            <a:off x="1691679" y="1628800"/>
            <a:ext cx="7452319" cy="5229200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35696" y="2708920"/>
            <a:ext cx="7128792" cy="1470025"/>
          </a:xfrm>
        </p:spPr>
        <p:txBody>
          <a:bodyPr/>
          <a:lstStyle>
            <a:lvl1pPr eaLnBrk="1" hangingPunct="1">
              <a:defRPr sz="44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200" b="1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7744" y="4295527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11" name="Picture 1" descr="Background 01-01.jpg">
            <a:extLst>
              <a:ext uri="{FF2B5EF4-FFF2-40B4-BE49-F238E27FC236}">
                <a16:creationId xmlns:a16="http://schemas.microsoft.com/office/drawing/2014/main" id="{BAB1F597-27DD-4AD5-9342-11528D4387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-1" y="0"/>
            <a:ext cx="914620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37C18FCB-F3A8-4188-9F49-B2D77ECA9A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0942" t="89154" r="21091" b="4449"/>
          <a:stretch/>
        </p:blipFill>
        <p:spPr>
          <a:xfrm>
            <a:off x="5417838" y="650553"/>
            <a:ext cx="3426919" cy="534843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272514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937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350" y="2060848"/>
            <a:ext cx="6837114" cy="79208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911350" y="3429001"/>
            <a:ext cx="6837114" cy="3040422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1907704" y="2852936"/>
            <a:ext cx="6840760" cy="504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200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/>
          </a:p>
        </p:txBody>
      </p:sp>
      <p:pic>
        <p:nvPicPr>
          <p:cNvPr id="12" name="Picture 1" descr="Background 01-02.jpg">
            <a:extLst>
              <a:ext uri="{FF2B5EF4-FFF2-40B4-BE49-F238E27FC236}">
                <a16:creationId xmlns:a16="http://schemas.microsoft.com/office/drawing/2014/main" id="{85D2C002-CFDC-4500-9C4B-9C7B4FA430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FE1BE66E-B095-4930-9921-1D3A326974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0942" t="89154" r="21091" b="4449"/>
          <a:stretch/>
        </p:blipFill>
        <p:spPr>
          <a:xfrm>
            <a:off x="2971800" y="5925358"/>
            <a:ext cx="3426092" cy="534714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761869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4406901"/>
            <a:ext cx="7344816" cy="678284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1640" y="2906713"/>
            <a:ext cx="734481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364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8064" y="2636912"/>
            <a:ext cx="3538736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632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0081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9672" y="2708920"/>
            <a:ext cx="3456384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0072" y="2708919"/>
            <a:ext cx="3466728" cy="34563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52200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985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551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693629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13250" y="2859881"/>
            <a:ext cx="7067128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7369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1628800"/>
            <a:ext cx="6768752" cy="802010"/>
          </a:xfrm>
        </p:spPr>
        <p:txBody>
          <a:bodyPr anchor="b">
            <a:normAutofit/>
          </a:bodyPr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5" y="2564904"/>
            <a:ext cx="3168352" cy="367240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0072" y="2564904"/>
            <a:ext cx="3430017" cy="367216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170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688416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916832"/>
            <a:ext cx="6884168" cy="281074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688416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9381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596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84784"/>
            <a:ext cx="2057400" cy="46413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3608" y="1484784"/>
            <a:ext cx="5433392" cy="46413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88760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59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4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636912"/>
            <a:ext cx="7067128" cy="348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B71C-2D91-4D15-BAB7-ADA66F828B46}" type="datetimeFigureOut">
              <a:rPr lang="id-ID" smtClean="0"/>
              <a:pPr/>
              <a:t>02/01/2023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5333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891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langprograms.com/go-language/functions.html" TargetMode="External"/><Relationship Id="rId2" Type="http://schemas.openxmlformats.org/officeDocument/2006/relationships/hyperlink" Target="https://go.dev/doc/instal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Popular Programming Tech</a:t>
            </a:r>
            <a:endParaRPr lang="en-US">
              <a:ea typeface="Open Sans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68580" tIns="34290" rIns="68580" bIns="34290" rtlCol="0" anchor="t">
            <a:normAutofit fontScale="70000" lnSpcReduction="20000"/>
          </a:bodyPr>
          <a:lstStyle/>
          <a:p>
            <a:r>
              <a:rPr lang="en-US" dirty="0">
                <a:cs typeface="Calibri"/>
              </a:rPr>
              <a:t>Part 6</a:t>
            </a:r>
          </a:p>
          <a:p>
            <a:r>
              <a:rPr lang="en-US" dirty="0">
                <a:ea typeface="Open Sans"/>
                <a:cs typeface="Open Sans"/>
              </a:rPr>
              <a:t>Function Declaration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616B-94C1-4821-AA95-497C64AD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Learning Objective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4D8CF-1B8B-4AE4-B51C-5D619267E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 2 : Apply GO programming language techniques and libraries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291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7130-CB93-C8BE-7021-F7979E820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Open Sans"/>
                <a:cs typeface="Open Sans"/>
              </a:rPr>
              <a:t>Outline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E6DC7-A61F-27FA-B9A7-7018AFBF0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AU" dirty="0">
                <a:ea typeface="Open Sans"/>
                <a:cs typeface="Open Sans"/>
              </a:rPr>
              <a:t>Function declarations</a:t>
            </a:r>
            <a:endParaRPr lang="en-US" dirty="0">
              <a:ea typeface="Open Sans"/>
              <a:cs typeface="Open Sans"/>
            </a:endParaRPr>
          </a:p>
          <a:p>
            <a:r>
              <a:rPr lang="en-AU" dirty="0">
                <a:ea typeface="Open Sans"/>
                <a:cs typeface="Open Sans"/>
              </a:rPr>
              <a:t>Recursion</a:t>
            </a:r>
            <a:endParaRPr lang="en-US" dirty="0">
              <a:ea typeface="Open Sans"/>
              <a:cs typeface="Open Sans"/>
            </a:endParaRPr>
          </a:p>
          <a:p>
            <a:r>
              <a:rPr lang="en-AU" dirty="0">
                <a:ea typeface="Open Sans"/>
                <a:cs typeface="Open Sans"/>
              </a:rPr>
              <a:t>Multiple return values</a:t>
            </a:r>
            <a:endParaRPr lang="en-US" dirty="0">
              <a:ea typeface="Open Sans"/>
              <a:cs typeface="Open Sans"/>
            </a:endParaRPr>
          </a:p>
          <a:p>
            <a:r>
              <a:rPr lang="en-AU" dirty="0">
                <a:ea typeface="Open Sans"/>
                <a:cs typeface="Open Sans"/>
              </a:rPr>
              <a:t>Errors</a:t>
            </a:r>
            <a:endParaRPr lang="en-US" dirty="0">
              <a:ea typeface="Open Sans"/>
              <a:cs typeface="Open Sans"/>
            </a:endParaRPr>
          </a:p>
          <a:p>
            <a:r>
              <a:rPr lang="en-AU" dirty="0">
                <a:ea typeface="Open Sans"/>
                <a:cs typeface="Open Sans"/>
              </a:rPr>
              <a:t>Function values</a:t>
            </a:r>
            <a:endParaRPr lang="en-US" dirty="0">
              <a:ea typeface="Open Sans"/>
              <a:cs typeface="Open Sans"/>
            </a:endParaRPr>
          </a:p>
          <a:p>
            <a:r>
              <a:rPr lang="en-AU" dirty="0">
                <a:ea typeface="Open Sans"/>
                <a:cs typeface="Open Sans"/>
              </a:rPr>
              <a:t>Anonymous functions</a:t>
            </a:r>
            <a:endParaRPr lang="en-US" dirty="0">
              <a:ea typeface="Open Sans"/>
              <a:cs typeface="Open Sans"/>
            </a:endParaRPr>
          </a:p>
          <a:p>
            <a:r>
              <a:rPr lang="en-AU" dirty="0">
                <a:ea typeface="Open Sans"/>
                <a:cs typeface="Open Sans"/>
              </a:rPr>
              <a:t>Variadic functions</a:t>
            </a:r>
            <a:endParaRPr lang="en-US" dirty="0">
              <a:ea typeface="Open Sans"/>
              <a:cs typeface="Open Sans"/>
            </a:endParaRPr>
          </a:p>
          <a:p>
            <a:r>
              <a:rPr lang="en-AU" dirty="0">
                <a:ea typeface="Open Sans"/>
                <a:cs typeface="Open Sans"/>
              </a:rPr>
              <a:t>Deferred function calls</a:t>
            </a:r>
            <a:endParaRPr lang="en-US" dirty="0">
              <a:ea typeface="Open Sans"/>
              <a:cs typeface="Open Sans"/>
            </a:endParaRPr>
          </a:p>
          <a:p>
            <a:r>
              <a:rPr lang="en-AU" dirty="0">
                <a:ea typeface="Open Sans"/>
                <a:cs typeface="Open Sans"/>
              </a:rPr>
              <a:t>Panic</a:t>
            </a:r>
            <a:endParaRPr lang="en-US" dirty="0">
              <a:ea typeface="Open Sans"/>
              <a:cs typeface="Open Sans"/>
            </a:endParaRPr>
          </a:p>
          <a:p>
            <a:r>
              <a:rPr lang="en-AU" dirty="0">
                <a:ea typeface="Open Sans"/>
                <a:cs typeface="Open Sans"/>
              </a:rPr>
              <a:t>Recover</a:t>
            </a:r>
            <a:endParaRPr lang="en-US" dirty="0">
              <a:ea typeface="Open Sans"/>
              <a:cs typeface="Open Sans"/>
            </a:endParaRPr>
          </a:p>
          <a:p>
            <a:r>
              <a:rPr lang="en-AU" dirty="0">
                <a:ea typeface="Open Sans"/>
                <a:cs typeface="Open Sans"/>
              </a:rPr>
              <a:t>Method Declarations</a:t>
            </a:r>
            <a:endParaRPr lang="en-US" dirty="0">
              <a:ea typeface="Open Sans"/>
              <a:cs typeface="Open Sans"/>
            </a:endParaRPr>
          </a:p>
          <a:p>
            <a:r>
              <a:rPr lang="en-AU" dirty="0">
                <a:ea typeface="Open Sans"/>
                <a:cs typeface="Open Sans"/>
              </a:rPr>
              <a:t>Methods with a pointer </a:t>
            </a:r>
            <a:r>
              <a:rPr lang="en-AU" dirty="0" err="1">
                <a:ea typeface="Open Sans"/>
                <a:cs typeface="Open Sans"/>
              </a:rPr>
              <a:t>reciever</a:t>
            </a:r>
            <a:endParaRPr lang="en-US" dirty="0" err="1">
              <a:ea typeface="Open Sans"/>
              <a:cs typeface="Open Sans"/>
            </a:endParaRPr>
          </a:p>
          <a:p>
            <a:r>
              <a:rPr lang="en-AU" dirty="0">
                <a:ea typeface="Open Sans"/>
                <a:cs typeface="Open Sans"/>
              </a:rPr>
              <a:t>Composing types by struct embedding</a:t>
            </a:r>
            <a:endParaRPr lang="en-US" dirty="0">
              <a:ea typeface="Open Sans"/>
              <a:cs typeface="Open Sans"/>
            </a:endParaRPr>
          </a:p>
          <a:p>
            <a:r>
              <a:rPr lang="en-AU" dirty="0">
                <a:ea typeface="Open Sans"/>
                <a:cs typeface="Open Sans"/>
              </a:rPr>
              <a:t>Method values and expressions</a:t>
            </a:r>
            <a:endParaRPr lang="en-US" dirty="0">
              <a:ea typeface="Open Sans"/>
              <a:cs typeface="Open Sans"/>
            </a:endParaRPr>
          </a:p>
          <a:p>
            <a:r>
              <a:rPr lang="en-AU" dirty="0">
                <a:ea typeface="Open Sans"/>
                <a:cs typeface="Open Sans"/>
              </a:rPr>
              <a:t>encapsulations</a:t>
            </a:r>
            <a:endParaRPr lang="en-US" dirty="0">
              <a:ea typeface="Open Sans"/>
              <a:cs typeface="Open Sans"/>
            </a:endParaRPr>
          </a:p>
          <a:p>
            <a:endParaRPr lang="en-US" dirty="0">
              <a:ea typeface="Open Sans"/>
              <a:cs typeface="Open Sans"/>
            </a:endParaRPr>
          </a:p>
          <a:p>
            <a:endParaRPr lang="en-US" dirty="0">
              <a:ea typeface="Open Sans"/>
              <a:cs typeface="Open Sans"/>
            </a:endParaRPr>
          </a:p>
          <a:p>
            <a:endParaRPr lang="en-US" b="1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45682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DCDDE-684F-4312-619A-1B0E60F01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Open Sans"/>
                <a:cs typeface="Open Sans"/>
              </a:rPr>
              <a:t>Function Declarations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4EBE5-9772-CE07-35BD-983FAFE4D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Open Sans"/>
                <a:cs typeface="Open Sans"/>
              </a:rPr>
              <a:t>A function lets us wrap up a sequence of statements as a unit that can be called from elsewhere in a program, perhaps multiple times</a:t>
            </a:r>
          </a:p>
          <a:p>
            <a:r>
              <a:rPr lang="en-US" dirty="0">
                <a:ea typeface="Open Sans"/>
                <a:cs typeface="Open Sans"/>
              </a:rPr>
              <a:t>Functions make it possible to break a big job into smaller pieces that might well be written by different people separated by both time and space</a:t>
            </a:r>
          </a:p>
          <a:p>
            <a:endParaRPr lang="en-US" dirty="0">
              <a:ea typeface="Open Sans"/>
              <a:cs typeface="Open San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0D5BA5C-FA3A-0440-DE06-470582C8B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079" y="4669080"/>
            <a:ext cx="6035615" cy="118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529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F0CBE-BF2F-2E87-932C-82337BE12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672" y="1558611"/>
            <a:ext cx="7067128" cy="45675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Open Sans"/>
                <a:cs typeface="Open Sans"/>
              </a:rPr>
              <a:t>The parameter list specifies the names and types of the function’s parameters, which are the local variables whose values or arguments are supplied by the caller</a:t>
            </a:r>
            <a:endParaRPr lang="en-US">
              <a:ea typeface="Open Sans"/>
              <a:cs typeface="Open Sans"/>
            </a:endParaRPr>
          </a:p>
          <a:p>
            <a:endParaRPr lang="en-US" dirty="0">
              <a:ea typeface="Open Sans"/>
              <a:cs typeface="Open Sans"/>
            </a:endParaRPr>
          </a:p>
          <a:p>
            <a:endParaRPr lang="en-US" dirty="0">
              <a:ea typeface="Open Sans"/>
              <a:cs typeface="Open Sans"/>
            </a:endParaRPr>
          </a:p>
          <a:p>
            <a:endParaRPr lang="en-US" dirty="0">
              <a:ea typeface="Open Sans"/>
              <a:cs typeface="Open Sans"/>
            </a:endParaRPr>
          </a:p>
          <a:p>
            <a:endParaRPr lang="en-US" dirty="0">
              <a:ea typeface="Open Sans"/>
              <a:cs typeface="Open Sans"/>
            </a:endParaRPr>
          </a:p>
          <a:p>
            <a:r>
              <a:rPr lang="en-US" dirty="0">
                <a:ea typeface="Open Sans"/>
                <a:cs typeface="Open Sans"/>
              </a:rPr>
              <a:t>Here are four ways to declare a function with two parameters and one result, all of type int. The blank identifier can be used to emphasize that a parameter is unused</a:t>
            </a:r>
            <a:endParaRPr lang="en-US">
              <a:ea typeface="Open Sans"/>
              <a:cs typeface="Open Sans"/>
            </a:endParaRPr>
          </a:p>
          <a:p>
            <a:endParaRPr lang="en-US" dirty="0">
              <a:ea typeface="Open Sans"/>
              <a:cs typeface="Open Sans"/>
            </a:endParaRPr>
          </a:p>
          <a:p>
            <a:endParaRPr lang="en-US" dirty="0">
              <a:ea typeface="Open Sans"/>
              <a:cs typeface="Open Sans"/>
            </a:endParaRPr>
          </a:p>
        </p:txBody>
      </p:sp>
      <p:pic>
        <p:nvPicPr>
          <p:cNvPr id="2" name="Picture 3" descr="Text&#10;&#10;Description automatically generated">
            <a:extLst>
              <a:ext uri="{FF2B5EF4-FFF2-40B4-BE49-F238E27FC236}">
                <a16:creationId xmlns:a16="http://schemas.microsoft.com/office/drawing/2014/main" id="{B798C832-8BC3-6D81-BBB8-D67155B95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362" y="2522453"/>
            <a:ext cx="4152181" cy="1309885"/>
          </a:xfrm>
          <a:prstGeom prst="rect">
            <a:avLst/>
          </a:prstGeom>
        </p:spPr>
      </p:pic>
      <p:pic>
        <p:nvPicPr>
          <p:cNvPr id="5" name="Picture 5" descr="Text&#10;&#10;Description automatically generated">
            <a:extLst>
              <a:ext uri="{FF2B5EF4-FFF2-40B4-BE49-F238E27FC236}">
                <a16:creationId xmlns:a16="http://schemas.microsoft.com/office/drawing/2014/main" id="{A4B19CA3-4795-14F0-0103-63A109236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645" y="5064516"/>
            <a:ext cx="4482860" cy="171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53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AE3C-3D9A-98B0-604B-30A020B57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Open Sans"/>
                <a:cs typeface="Open Sans"/>
              </a:rPr>
              <a:t>Recursion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2E425-2FBF-9FAC-F086-989178224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Open Sans"/>
                <a:cs typeface="Open Sans"/>
              </a:rPr>
              <a:t>Functions may be recursive, that is, they may call themselves, either directly or indirectly</a:t>
            </a:r>
          </a:p>
          <a:p>
            <a:r>
              <a:rPr lang="en-US" dirty="0">
                <a:ea typeface="Open Sans"/>
                <a:cs typeface="Open Sans"/>
              </a:rPr>
              <a:t>Recursion is a powerful technique for many problems, </a:t>
            </a:r>
            <a:r>
              <a:rPr lang="en-US">
                <a:ea typeface="Open Sans"/>
                <a:cs typeface="Open Sans"/>
              </a:rPr>
              <a:t>and of course it’s essential for processing</a:t>
            </a:r>
            <a:r>
              <a:rPr lang="en-US" dirty="0">
                <a:ea typeface="Open Sans"/>
                <a:cs typeface="Open Sans"/>
              </a:rPr>
              <a:t> recursive data structures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273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9FAEA7-F335-BEA8-B991-AD18C770A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4532" y="1377664"/>
            <a:ext cx="3358638" cy="34893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5537F6-EC25-684E-B1F4-B7E033454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532" y="4866989"/>
            <a:ext cx="3358638" cy="92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37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E7A31F-48F6-E2E6-2E71-6D130F1F1E8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tretch/>
        </p:blipFill>
        <p:spPr>
          <a:xfrm>
            <a:off x="2779575" y="1916832"/>
            <a:ext cx="4909594" cy="2810742"/>
          </a:xfr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378194-9ECB-BD4F-8B1A-D16D65F64F6C}"/>
              </a:ext>
            </a:extLst>
          </p:cNvPr>
          <p:cNvSpPr txBox="1"/>
          <p:nvPr/>
        </p:nvSpPr>
        <p:spPr>
          <a:xfrm>
            <a:off x="1792288" y="5367338"/>
            <a:ext cx="6884168" cy="8048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71450" indent="-1714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000" kern="1200" dirty="0">
                <a:latin typeface="Open Sans"/>
                <a:ea typeface="+mn-ea"/>
                <a:cs typeface="+mn-cs"/>
              </a:rPr>
              <a:t>The main function parses the standard input as HTML, extracts the links using a recursive visit function, and prints each discovered link</a:t>
            </a:r>
          </a:p>
          <a:p>
            <a:pPr marL="171450" indent="-1714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000" kern="1200" dirty="0">
                <a:latin typeface="Open Sans"/>
                <a:ea typeface="+mn-ea"/>
                <a:cs typeface="+mn-cs"/>
              </a:rPr>
              <a:t>The visit function traverses an HTML node tree, extracts the link from the </a:t>
            </a:r>
            <a:r>
              <a:rPr lang="en-US" sz="1000" kern="1200" dirty="0" err="1">
                <a:latin typeface="Open Sans"/>
                <a:ea typeface="+mn-ea"/>
                <a:cs typeface="+mn-cs"/>
              </a:rPr>
              <a:t>href</a:t>
            </a:r>
            <a:r>
              <a:rPr lang="en-US" sz="1000" kern="1200" dirty="0">
                <a:latin typeface="Open Sans"/>
                <a:ea typeface="+mn-ea"/>
                <a:cs typeface="+mn-cs"/>
              </a:rPr>
              <a:t> attribute of each anchor element &lt;a </a:t>
            </a:r>
            <a:r>
              <a:rPr lang="en-US" sz="1000" kern="1200" dirty="0" err="1">
                <a:latin typeface="Open Sans"/>
                <a:ea typeface="+mn-ea"/>
                <a:cs typeface="+mn-cs"/>
              </a:rPr>
              <a:t>href</a:t>
            </a:r>
            <a:r>
              <a:rPr lang="en-US" sz="1000" kern="1200" dirty="0">
                <a:latin typeface="Open Sans"/>
                <a:ea typeface="+mn-ea"/>
                <a:cs typeface="+mn-cs"/>
              </a:rPr>
              <a:t>='...'&gt;, app ends the links to a slice of strings, and returns the </a:t>
            </a:r>
            <a:r>
              <a:rPr lang="en-US" sz="1000" kern="1200" dirty="0" err="1">
                <a:latin typeface="Open Sans"/>
                <a:ea typeface="+mn-ea"/>
                <a:cs typeface="+mn-cs"/>
              </a:rPr>
              <a:t>resu</a:t>
            </a:r>
            <a:r>
              <a:rPr lang="en-US" sz="1000" kern="1200" dirty="0">
                <a:latin typeface="Open Sans"/>
                <a:ea typeface="+mn-ea"/>
                <a:cs typeface="+mn-cs"/>
              </a:rPr>
              <a:t> </a:t>
            </a:r>
            <a:r>
              <a:rPr lang="en-US" sz="1000" kern="1200" dirty="0" err="1">
                <a:latin typeface="Open Sans"/>
                <a:ea typeface="+mn-ea"/>
                <a:cs typeface="+mn-cs"/>
              </a:rPr>
              <a:t>lting</a:t>
            </a:r>
            <a:r>
              <a:rPr lang="en-US" sz="1000" kern="1200" dirty="0">
                <a:latin typeface="Open Sans"/>
                <a:ea typeface="+mn-ea"/>
                <a:cs typeface="+mn-cs"/>
              </a:rPr>
              <a:t> slice</a:t>
            </a:r>
          </a:p>
        </p:txBody>
      </p:sp>
    </p:spTree>
    <p:extLst>
      <p:ext uri="{BB962C8B-B14F-4D97-AF65-F5344CB8AC3E}">
        <p14:creationId xmlns:p14="http://schemas.microsoft.com/office/powerpoint/2010/main" val="212346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B5DC4-BB34-33F6-8705-47A751A1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872" y="419335"/>
            <a:ext cx="7067128" cy="646331"/>
          </a:xfrm>
        </p:spPr>
        <p:txBody>
          <a:bodyPr/>
          <a:lstStyle/>
          <a:p>
            <a:r>
              <a:rPr lang="en-US" dirty="0"/>
              <a:t>Multiple Return Values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714170-3595-CB2C-9DBB-020B35D6E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1137" y="1684337"/>
            <a:ext cx="4790758" cy="475432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436E05-68D5-A5A7-1067-C44F4433C140}"/>
              </a:ext>
            </a:extLst>
          </p:cNvPr>
          <p:cNvSpPr txBox="1"/>
          <p:nvPr/>
        </p:nvSpPr>
        <p:spPr>
          <a:xfrm>
            <a:off x="5924037" y="1684337"/>
            <a:ext cx="32199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There are four return statements in </a:t>
            </a:r>
            <a:r>
              <a:rPr lang="en-US" dirty="0" err="1"/>
              <a:t>findLinks</a:t>
            </a:r>
            <a:r>
              <a:rPr lang="en-US" dirty="0"/>
              <a:t>, each of which returns a pair of values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FDBED7-CF4F-F6E3-5ED9-BF67F2633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895" y="2607667"/>
            <a:ext cx="3219963" cy="48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60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0E8A-13C6-66E0-9C1A-A8E2A9B0B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333EC-C8DB-C45F-8ED0-07A366200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many other functions, even in a well-written program, success is not assured because it depends on factors beyond the programmer’s control</a:t>
            </a:r>
          </a:p>
          <a:p>
            <a:r>
              <a:rPr lang="en-US" dirty="0"/>
              <a:t>Errors are thus an important part of a package’s API or an application’s user interface, and failure is just one of several expected behaviors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CDD147-0910-586A-11BD-D075F9C66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583" y="4630161"/>
            <a:ext cx="4455651" cy="111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32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74D99-E2AF-B548-F648-F0B94C15B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Error-Handling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D7F95-6A56-821D-44BA-ED26B0C45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function call returns an error, it’s the caller’s responsibility to check it and take appropriate action</a:t>
            </a:r>
          </a:p>
          <a:p>
            <a:r>
              <a:rPr lang="en-US" dirty="0"/>
              <a:t>First, and most common, is to propagate the error, so that a failure in a subroutine becomes a failure of the calling routine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0DBB8-7DC7-9645-40A9-D5585E655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445" y="4381537"/>
            <a:ext cx="1962424" cy="752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99B045-CC06-33C5-5F60-37BBCA7C1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022" y="5268395"/>
            <a:ext cx="4439270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25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590EF7-411C-A1E2-AA2E-126C4F486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613" y="1916832"/>
            <a:ext cx="5593517" cy="2810742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18871-E44B-E1CA-061F-6254FC155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92287" y="5048024"/>
            <a:ext cx="6884168" cy="804862"/>
          </a:xfrm>
        </p:spPr>
        <p:txBody>
          <a:bodyPr>
            <a:normAutofit/>
          </a:bodyPr>
          <a:lstStyle/>
          <a:p>
            <a:r>
              <a:rPr lang="en-US" dirty="0"/>
              <a:t>For errors that represent transient or unpredictable problems, it may make sense to retry the failed operation, possibly with a delay between tries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384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5C4727-DB51-43D6-C00B-D03680EB3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File (EOF)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EA450B-2253-07C8-6516-D93F4D305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Usually, the var </a:t>
            </a:r>
            <a:r>
              <a:rPr lang="en-US" dirty="0" err="1"/>
              <a:t>iety</a:t>
            </a:r>
            <a:r>
              <a:rPr lang="en-US" dirty="0"/>
              <a:t> of errors that a function may </a:t>
            </a:r>
            <a:r>
              <a:rPr lang="en-US" dirty="0" err="1"/>
              <a:t>retur</a:t>
            </a:r>
            <a:r>
              <a:rPr lang="en-US" dirty="0"/>
              <a:t> n is interesting to the end user but not to the int </a:t>
            </a:r>
            <a:r>
              <a:rPr lang="en-US" dirty="0" err="1"/>
              <a:t>ervening</a:t>
            </a:r>
            <a:r>
              <a:rPr lang="en-US" dirty="0"/>
              <a:t> program logic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7FC74C-4980-3C05-0C84-F1F0DCF93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996" y="3717371"/>
            <a:ext cx="4925112" cy="914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EB795E-1BD0-31E1-0B28-AA10AD0A6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996" y="4631899"/>
            <a:ext cx="3553321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9C683-28D4-AB39-B91C-ED4B1234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74633-550F-69EA-65D5-E63D0335A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Func</a:t>
            </a:r>
            <a:r>
              <a:rPr lang="en-US" dirty="0"/>
              <a:t> </a:t>
            </a:r>
            <a:r>
              <a:rPr lang="en-US" dirty="0" err="1"/>
              <a:t>tions</a:t>
            </a:r>
            <a:r>
              <a:rPr lang="en-US" dirty="0"/>
              <a:t> are first-class values in Go: like other values, function values have </a:t>
            </a:r>
            <a:r>
              <a:rPr lang="en-US" dirty="0" err="1"/>
              <a:t>typ</a:t>
            </a:r>
            <a:r>
              <a:rPr lang="en-US" dirty="0"/>
              <a:t> es, and they may be assigned to variables or passed to or returned from functions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48B857-CC55-CA73-36D9-4AED4337B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338" y="3610845"/>
            <a:ext cx="5363323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243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7EE40-933A-506F-522C-AAF76365E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Anonymous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5A7B5-D571-BF73-0A52-BF528FB8B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 d functions can be declared only at the package level, but we can use a function literal to denote a function value within any expression</a:t>
            </a:r>
          </a:p>
          <a:p>
            <a:r>
              <a:rPr lang="en-US" dirty="0"/>
              <a:t> A function literal is written like a function declaration, but without a name following the </a:t>
            </a:r>
            <a:r>
              <a:rPr lang="en-US" dirty="0" err="1"/>
              <a:t>func</a:t>
            </a:r>
            <a:r>
              <a:rPr lang="en-US" dirty="0"/>
              <a:t> keyword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1C8593-C04A-28E4-1189-C7C3A6702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057" y="4381537"/>
            <a:ext cx="6763515" cy="75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630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C868B8-5643-999A-41AC-0FD0DF730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7128" y="1548979"/>
            <a:ext cx="5811150" cy="3661650"/>
          </a:xfrm>
        </p:spPr>
      </p:pic>
    </p:spTree>
    <p:extLst>
      <p:ext uri="{BB962C8B-B14F-4D97-AF65-F5344CB8AC3E}">
        <p14:creationId xmlns:p14="http://schemas.microsoft.com/office/powerpoint/2010/main" val="2427825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2730-4842-5E20-6522-B8DF41D8F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Variadic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8F021-5912-D9B1-E65A-50A52CD5C6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/>
              <a:t>A variadic function is one that can be </a:t>
            </a:r>
            <a:r>
              <a:rPr lang="en-US" sz="1900" err="1"/>
              <a:t>calle</a:t>
            </a:r>
            <a:r>
              <a:rPr lang="en-US" sz="1900"/>
              <a:t> d with varying numbers of arguments.</a:t>
            </a:r>
          </a:p>
          <a:p>
            <a:pPr>
              <a:lnSpc>
                <a:spcPct val="90000"/>
              </a:lnSpc>
            </a:pPr>
            <a:r>
              <a:rPr lang="en-US" sz="1900"/>
              <a:t>The most familiar examples are </a:t>
            </a:r>
            <a:r>
              <a:rPr lang="en-US" sz="1900" err="1"/>
              <a:t>fmt.Printf</a:t>
            </a:r>
            <a:r>
              <a:rPr lang="en-US" sz="1900"/>
              <a:t> and its variants</a:t>
            </a:r>
          </a:p>
          <a:p>
            <a:pPr>
              <a:lnSpc>
                <a:spcPct val="90000"/>
              </a:lnSpc>
            </a:pPr>
            <a:r>
              <a:rPr lang="en-US" sz="1900" err="1"/>
              <a:t>Printf</a:t>
            </a:r>
            <a:r>
              <a:rPr lang="en-US" sz="1900"/>
              <a:t> requires one fixed argument at the beginning, then accepts any number of subsequent arguments.</a:t>
            </a:r>
          </a:p>
          <a:p>
            <a:pPr>
              <a:lnSpc>
                <a:spcPct val="90000"/>
              </a:lnSpc>
            </a:pPr>
            <a:endParaRPr lang="en-US" sz="1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2B9C6-5476-72C8-106A-987E66F0E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3409725"/>
            <a:ext cx="3538736" cy="19436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6206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A64906-8898-BF4F-16D5-BD13345B5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Deferred Function Calls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9CD86C7-F80F-15F1-03C0-EC397BE12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3864" y="2636912"/>
            <a:ext cx="4178744" cy="3489251"/>
          </a:xfrm>
          <a:noFill/>
        </p:spPr>
      </p:pic>
    </p:spTree>
    <p:extLst>
      <p:ext uri="{BB962C8B-B14F-4D97-AF65-F5344CB8AC3E}">
        <p14:creationId xmlns:p14="http://schemas.microsoft.com/office/powerpoint/2010/main" val="1188252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7BF09-064E-2C3E-66D1-A7B0D05D4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Panic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9535C-83E9-61EF-DE17-CD8E907830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/>
              <a:t>Go’s type system catches many mistakes at compile time, but others, like an out-of-bounds array access or nil pointer dereference, require checks at run time</a:t>
            </a:r>
          </a:p>
          <a:p>
            <a:pPr>
              <a:lnSpc>
                <a:spcPct val="90000"/>
              </a:lnSpc>
            </a:pPr>
            <a:r>
              <a:rPr lang="en-US" sz="1400"/>
              <a:t>When the Go runtime detects these mistakes, it panics</a:t>
            </a:r>
          </a:p>
          <a:p>
            <a:pPr>
              <a:lnSpc>
                <a:spcPct val="90000"/>
              </a:lnSpc>
            </a:pPr>
            <a:r>
              <a:rPr lang="en-US" sz="1400"/>
              <a:t>During a typical panic, normal execution stops, all deferred function calls in that goroutine are executed, and the program crashes with a log message</a:t>
            </a:r>
          </a:p>
          <a:p>
            <a:pPr>
              <a:lnSpc>
                <a:spcPct val="90000"/>
              </a:lnSpc>
            </a:pPr>
            <a:r>
              <a:rPr lang="en-US" sz="1400"/>
              <a:t>Not all panics come from the runtime. The built-in panic function may be called directly ; it accepts any value as an argument.</a:t>
            </a:r>
          </a:p>
          <a:p>
            <a:pPr>
              <a:lnSpc>
                <a:spcPct val="90000"/>
              </a:lnSpc>
            </a:pPr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CE68A8-FD98-2252-21BC-9249F0ACC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3806493"/>
            <a:ext cx="3538736" cy="11500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37010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057201-F3AB-B290-09D3-EE0B97BD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Recover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411A05-B132-EA06-30FE-2FF3E2037F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Giving up is usually the right response to a panic, but not always</a:t>
            </a:r>
          </a:p>
          <a:p>
            <a:pPr>
              <a:lnSpc>
                <a:spcPct val="90000"/>
              </a:lnSpc>
            </a:pPr>
            <a:r>
              <a:rPr lang="en-US" sz="1600"/>
              <a:t> It might be possible to recover in some way, or at least clean up the mess before quitting</a:t>
            </a:r>
          </a:p>
          <a:p>
            <a:pPr>
              <a:lnSpc>
                <a:spcPct val="90000"/>
              </a:lnSpc>
            </a:pPr>
            <a:r>
              <a:rPr lang="en-US" sz="1600"/>
              <a:t> For example, a web server that encounters an unexpected pro </a:t>
            </a:r>
            <a:r>
              <a:rPr lang="en-US" sz="1600" err="1"/>
              <a:t>lem</a:t>
            </a:r>
            <a:r>
              <a:rPr lang="en-US" sz="1600"/>
              <a:t> could close the connection rat her than leave the client hanging, and during development, it might report the error to the client too</a:t>
            </a:r>
          </a:p>
          <a:p>
            <a:pPr>
              <a:lnSpc>
                <a:spcPct val="90000"/>
              </a:lnSpc>
            </a:pPr>
            <a:endParaRPr lang="en-US" sz="16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225089-5E89-C5B8-F114-85CAF9C61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3762259"/>
            <a:ext cx="3538736" cy="12385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34571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0A5325-4AF3-6B34-43BA-51FAC12DF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2743" y="1494972"/>
            <a:ext cx="7532914" cy="76925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Recovering from a panic within the same package can help simplify the handling of complex or unexpected errors, but as a general rule, you should not attempt to recover from another package’s panic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065925-CA90-648B-A933-AFAA1A556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886" y="2264229"/>
            <a:ext cx="4296228" cy="42532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0100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8D8085-CEF9-4899-944F-A4EBC8980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References</a:t>
            </a:r>
            <a:endParaRPr lang="id-ID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9FBC7-A7B5-44F5-875A-9C78EE947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800" dirty="0">
                <a:effectLst/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AU" sz="1800" dirty="0"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</a:t>
            </a:r>
            <a:r>
              <a:rPr lang="en-AU" sz="1800" dirty="0">
                <a:effectLst/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AU" sz="1800" dirty="0"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</a:t>
            </a:r>
            <a:r>
              <a:rPr lang="en-AU" sz="1800" dirty="0">
                <a:effectLst/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AU" sz="1800" dirty="0"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</a:t>
            </a:r>
            <a:r>
              <a:rPr lang="en-AU" sz="1800" dirty="0">
                <a:effectLst/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AU" sz="1800" dirty="0">
                <a:ea typeface="Open Sans"/>
                <a:cs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install</a:t>
            </a:r>
            <a:endParaRPr lang="en-AU" sz="1800" dirty="0">
              <a:latin typeface="Arial"/>
              <a:ea typeface="Open Sans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800" dirty="0">
                <a:ea typeface="Open Sans"/>
                <a:cs typeface="Open Sans"/>
                <a:hlinkClick r:id="rId3"/>
              </a:rPr>
              <a:t>https://www.golangprograms.com/go-language/functions.html</a:t>
            </a:r>
            <a:endParaRPr lang="en-AU" sz="1800" dirty="0">
              <a:ea typeface="Open Sans"/>
              <a:cs typeface="Open Sans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AU" sz="1800" dirty="0">
              <a:ea typeface="Open Sans"/>
              <a:cs typeface="Open Sans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4CE016D-E953-4FF6-AB64-3D5523725FF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6588694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PT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2015</Template>
  <TotalTime>129</TotalTime>
  <Words>798</Words>
  <Application>Microsoft Office PowerPoint</Application>
  <PresentationFormat>On-screen Show (4:3)</PresentationFormat>
  <Paragraphs>70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Open Sans</vt:lpstr>
      <vt:lpstr>Symbol</vt:lpstr>
      <vt:lpstr>Template PPT 2015</vt:lpstr>
      <vt:lpstr>Popular Programming Tech</vt:lpstr>
      <vt:lpstr>Learning Objective</vt:lpstr>
      <vt:lpstr>Outline</vt:lpstr>
      <vt:lpstr>Function Declarations</vt:lpstr>
      <vt:lpstr>PowerPoint Presentation</vt:lpstr>
      <vt:lpstr>Recursion</vt:lpstr>
      <vt:lpstr>PowerPoint Presentation</vt:lpstr>
      <vt:lpstr>PowerPoint Presentation</vt:lpstr>
      <vt:lpstr>Multiple Return Values</vt:lpstr>
      <vt:lpstr>Errors</vt:lpstr>
      <vt:lpstr> Error-Handling Strategies</vt:lpstr>
      <vt:lpstr>PowerPoint Presentation</vt:lpstr>
      <vt:lpstr>End of File (EOF)</vt:lpstr>
      <vt:lpstr>Function Values</vt:lpstr>
      <vt:lpstr>Anonymous Functions</vt:lpstr>
      <vt:lpstr>PowerPoint Presentation</vt:lpstr>
      <vt:lpstr>Variadic Functions</vt:lpstr>
      <vt:lpstr>Deferred Function Calls</vt:lpstr>
      <vt:lpstr>Panic</vt:lpstr>
      <vt:lpstr>Recover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 Session  #</dc:title>
  <dc:creator>Yulia</dc:creator>
  <cp:lastModifiedBy>Gusti Pangestu</cp:lastModifiedBy>
  <cp:revision>503</cp:revision>
  <dcterms:created xsi:type="dcterms:W3CDTF">2015-05-04T03:33:03Z</dcterms:created>
  <dcterms:modified xsi:type="dcterms:W3CDTF">2023-01-02T06:44:20Z</dcterms:modified>
</cp:coreProperties>
</file>