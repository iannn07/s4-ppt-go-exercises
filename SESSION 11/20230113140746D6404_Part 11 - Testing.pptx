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88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89" r:id="rId13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27C0728-BFBA-4018-A895-7E45D940962F}">
          <p14:sldIdLst>
            <p14:sldId id="258"/>
          </p14:sldIdLst>
        </p14:section>
        <p14:section name="COURSE CONTENT" id="{F4927CBE-FA17-46D1-BAAE-887D0AF2CCBF}">
          <p14:sldIdLst>
            <p14:sldId id="288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REFERENCE" id="{82098E28-DACF-4424-86A1-E861B2DCC6FF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F15"/>
    <a:srgbClr val="008FD5"/>
    <a:srgbClr val="F7F7F7"/>
    <a:srgbClr val="558FD5"/>
    <a:srgbClr val="0079B8"/>
    <a:srgbClr val="0081BD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51576-3019-4FC8-A22F-99EAACD530E0}" v="2" dt="2023-01-02T09:38:41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i Pangestu" userId="S::gusti.pangestu@binus.ac.id::7768735c-5c0d-4d9b-b550-ead0b3c82a30" providerId="AD" clId="Web-{545CF8EE-C950-CF5E-EA51-348C50644DAE}"/>
    <pc:docChg chg="delSld modSection">
      <pc:chgData name="Gusti Pangestu" userId="S::gusti.pangestu@binus.ac.id::7768735c-5c0d-4d9b-b550-ead0b3c82a30" providerId="AD" clId="Web-{545CF8EE-C950-CF5E-EA51-348C50644DAE}" dt="2022-11-02T09:50:50.443" v="7"/>
      <pc:docMkLst>
        <pc:docMk/>
      </pc:docMkLst>
      <pc:sldChg chg="del">
        <pc:chgData name="Gusti Pangestu" userId="S::gusti.pangestu@binus.ac.id::7768735c-5c0d-4d9b-b550-ead0b3c82a30" providerId="AD" clId="Web-{545CF8EE-C950-CF5E-EA51-348C50644DAE}" dt="2022-11-02T09:50:50.443" v="7"/>
        <pc:sldMkLst>
          <pc:docMk/>
          <pc:sldMk cId="2466898216" sldId="291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6"/>
        <pc:sldMkLst>
          <pc:docMk/>
          <pc:sldMk cId="3525839078" sldId="292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5"/>
        <pc:sldMkLst>
          <pc:docMk/>
          <pc:sldMk cId="4076145057" sldId="293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4"/>
        <pc:sldMkLst>
          <pc:docMk/>
          <pc:sldMk cId="1654806926" sldId="294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3"/>
        <pc:sldMkLst>
          <pc:docMk/>
          <pc:sldMk cId="1695190657" sldId="295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2"/>
        <pc:sldMkLst>
          <pc:docMk/>
          <pc:sldMk cId="1038788887" sldId="296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1"/>
        <pc:sldMkLst>
          <pc:docMk/>
          <pc:sldMk cId="1449165949" sldId="297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0"/>
        <pc:sldMkLst>
          <pc:docMk/>
          <pc:sldMk cId="1604491517" sldId="298"/>
        </pc:sldMkLst>
      </pc:sldChg>
    </pc:docChg>
  </pc:docChgLst>
  <pc:docChgLst>
    <pc:chgData name="Gusti Pangestu" userId="S::gusti.pangestu@binus.ac.id::7768735c-5c0d-4d9b-b550-ead0b3c82a30" providerId="AD" clId="Web-{CE3EDE46-5A29-B0DA-503C-90F3093E0DF2}"/>
    <pc:docChg chg="addSld delSld modSld modSection">
      <pc:chgData name="Gusti Pangestu" userId="S::gusti.pangestu@binus.ac.id::7768735c-5c0d-4d9b-b550-ead0b3c82a30" providerId="AD" clId="Web-{CE3EDE46-5A29-B0DA-503C-90F3093E0DF2}" dt="2022-11-17T04:12:11.346" v="305" actId="1076"/>
      <pc:docMkLst>
        <pc:docMk/>
      </pc:docMkLst>
      <pc:sldChg chg="addSp modSp">
        <pc:chgData name="Gusti Pangestu" userId="S::gusti.pangestu@binus.ac.id::7768735c-5c0d-4d9b-b550-ead0b3c82a30" providerId="AD" clId="Web-{CE3EDE46-5A29-B0DA-503C-90F3093E0DF2}" dt="2022-11-17T02:30:06.464" v="9" actId="1076"/>
        <pc:sldMkLst>
          <pc:docMk/>
          <pc:sldMk cId="1339754843" sldId="292"/>
        </pc:sldMkLst>
        <pc:spChg chg="mod">
          <ac:chgData name="Gusti Pangestu" userId="S::gusti.pangestu@binus.ac.id::7768735c-5c0d-4d9b-b550-ead0b3c82a30" providerId="AD" clId="Web-{CE3EDE46-5A29-B0DA-503C-90F3093E0DF2}" dt="2022-11-17T02:29:39.775" v="2" actId="20577"/>
          <ac:spMkLst>
            <pc:docMk/>
            <pc:sldMk cId="1339754843" sldId="292"/>
            <ac:spMk id="2" creationId="{2CD4D38E-151C-E926-4A5E-2418D5764E48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2:30:02.245" v="7" actId="20577"/>
          <ac:spMkLst>
            <pc:docMk/>
            <pc:sldMk cId="1339754843" sldId="292"/>
            <ac:spMk id="3" creationId="{C335E920-A773-D16F-8C4B-B58D0B92E14B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2:30:06.464" v="9" actId="1076"/>
          <ac:picMkLst>
            <pc:docMk/>
            <pc:sldMk cId="1339754843" sldId="292"/>
            <ac:picMk id="4" creationId="{1BA222C6-0E1E-1340-EC89-57C5A3678DA5}"/>
          </ac:picMkLst>
        </pc:picChg>
      </pc:sldChg>
      <pc:sldChg chg="modSp new">
        <pc:chgData name="Gusti Pangestu" userId="S::gusti.pangestu@binus.ac.id::7768735c-5c0d-4d9b-b550-ead0b3c82a30" providerId="AD" clId="Web-{CE3EDE46-5A29-B0DA-503C-90F3093E0DF2}" dt="2022-11-17T02:39:44.199" v="37" actId="20577"/>
        <pc:sldMkLst>
          <pc:docMk/>
          <pc:sldMk cId="1054886527" sldId="293"/>
        </pc:sldMkLst>
        <pc:spChg chg="mod">
          <ac:chgData name="Gusti Pangestu" userId="S::gusti.pangestu@binus.ac.id::7768735c-5c0d-4d9b-b550-ead0b3c82a30" providerId="AD" clId="Web-{CE3EDE46-5A29-B0DA-503C-90F3093E0DF2}" dt="2022-11-17T02:37:00.737" v="11" actId="20577"/>
          <ac:spMkLst>
            <pc:docMk/>
            <pc:sldMk cId="1054886527" sldId="293"/>
            <ac:spMk id="2" creationId="{A25E6832-DE91-DAFB-DDE1-D779DC886C1C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2:39:44.199" v="37" actId="20577"/>
          <ac:spMkLst>
            <pc:docMk/>
            <pc:sldMk cId="1054886527" sldId="293"/>
            <ac:spMk id="3" creationId="{FD220624-B9A7-EBEF-D81E-15866C8200F6}"/>
          </ac:spMkLst>
        </pc:sp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2:40:25.358" v="51"/>
        <pc:sldMkLst>
          <pc:docMk/>
          <pc:sldMk cId="684104041" sldId="294"/>
        </pc:sldMkLst>
        <pc:spChg chg="mod">
          <ac:chgData name="Gusti Pangestu" userId="S::gusti.pangestu@binus.ac.id::7768735c-5c0d-4d9b-b550-ead0b3c82a30" providerId="AD" clId="Web-{CE3EDE46-5A29-B0DA-503C-90F3093E0DF2}" dt="2022-11-17T02:40:25.358" v="51"/>
          <ac:spMkLst>
            <pc:docMk/>
            <pc:sldMk cId="684104041" sldId="294"/>
            <ac:spMk id="2" creationId="{76446C04-98C7-48D6-ACC9-484320EC91C9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2:40:25.358" v="51"/>
          <ac:spMkLst>
            <pc:docMk/>
            <pc:sldMk cId="684104041" sldId="294"/>
            <ac:spMk id="3" creationId="{AA33375F-B4CA-4565-DB0C-9246CAF6A535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2:40:25.358" v="51"/>
          <ac:picMkLst>
            <pc:docMk/>
            <pc:sldMk cId="684104041" sldId="294"/>
            <ac:picMk id="4" creationId="{A9A3C4D7-FECD-3F78-E8F0-E813A4AC1BD2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2:44:05.964" v="69" actId="14100"/>
        <pc:sldMkLst>
          <pc:docMk/>
          <pc:sldMk cId="3833624046" sldId="295"/>
        </pc:sldMkLst>
        <pc:spChg chg="del mod ord">
          <ac:chgData name="Gusti Pangestu" userId="S::gusti.pangestu@binus.ac.id::7768735c-5c0d-4d9b-b550-ead0b3c82a30" providerId="AD" clId="Web-{CE3EDE46-5A29-B0DA-503C-90F3093E0DF2}" dt="2022-11-17T02:41:59.629" v="54"/>
          <ac:spMkLst>
            <pc:docMk/>
            <pc:sldMk cId="3833624046" sldId="295"/>
            <ac:spMk id="2" creationId="{32CE7728-BA47-DFDE-8044-340872129C40}"/>
          </ac:spMkLst>
        </pc:spChg>
        <pc:spChg chg="add del mod ord">
          <ac:chgData name="Gusti Pangestu" userId="S::gusti.pangestu@binus.ac.id::7768735c-5c0d-4d9b-b550-ead0b3c82a30" providerId="AD" clId="Web-{CE3EDE46-5A29-B0DA-503C-90F3093E0DF2}" dt="2022-11-17T02:42:10.551" v="57"/>
          <ac:spMkLst>
            <pc:docMk/>
            <pc:sldMk cId="3833624046" sldId="295"/>
            <ac:spMk id="3" creationId="{EDEFBE65-CBB3-48E4-18C8-528F93474F0B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2:41:38.737" v="53"/>
          <ac:spMkLst>
            <pc:docMk/>
            <pc:sldMk cId="3833624046" sldId="295"/>
            <ac:spMk id="4" creationId="{7187D58D-4EF1-2160-99A8-AB9844A0EEE7}"/>
          </ac:spMkLst>
        </pc:spChg>
        <pc:spChg chg="add mod">
          <ac:chgData name="Gusti Pangestu" userId="S::gusti.pangestu@binus.ac.id::7768735c-5c0d-4d9b-b550-ead0b3c82a30" providerId="AD" clId="Web-{CE3EDE46-5A29-B0DA-503C-90F3093E0DF2}" dt="2022-11-17T02:44:00.620" v="66" actId="20577"/>
          <ac:spMkLst>
            <pc:docMk/>
            <pc:sldMk cId="3833624046" sldId="295"/>
            <ac:spMk id="7" creationId="{E569D11F-FDB9-70B7-FD76-B0C4C2FC4EFE}"/>
          </ac:spMkLst>
        </pc:spChg>
        <pc:picChg chg="add del mod ord">
          <ac:chgData name="Gusti Pangestu" userId="S::gusti.pangestu@binus.ac.id::7768735c-5c0d-4d9b-b550-ead0b3c82a30" providerId="AD" clId="Web-{CE3EDE46-5A29-B0DA-503C-90F3093E0DF2}" dt="2022-11-17T02:42:04.473" v="56"/>
          <ac:picMkLst>
            <pc:docMk/>
            <pc:sldMk cId="3833624046" sldId="295"/>
            <ac:picMk id="5" creationId="{663F456C-BCDF-1D52-ACC7-3BF3289B86E2}"/>
          </ac:picMkLst>
        </pc:picChg>
        <pc:picChg chg="add mod ord">
          <ac:chgData name="Gusti Pangestu" userId="S::gusti.pangestu@binus.ac.id::7768735c-5c0d-4d9b-b550-ead0b3c82a30" providerId="AD" clId="Web-{CE3EDE46-5A29-B0DA-503C-90F3093E0DF2}" dt="2022-11-17T02:42:13.989" v="58" actId="1076"/>
          <ac:picMkLst>
            <pc:docMk/>
            <pc:sldMk cId="3833624046" sldId="295"/>
            <ac:picMk id="6" creationId="{DE0AFD10-B38B-4736-E5FD-BC6338DF9C66}"/>
          </ac:picMkLst>
        </pc:picChg>
        <pc:picChg chg="add mod">
          <ac:chgData name="Gusti Pangestu" userId="S::gusti.pangestu@binus.ac.id::7768735c-5c0d-4d9b-b550-ead0b3c82a30" providerId="AD" clId="Web-{CE3EDE46-5A29-B0DA-503C-90F3093E0DF2}" dt="2022-11-17T02:44:05.964" v="69" actId="14100"/>
          <ac:picMkLst>
            <pc:docMk/>
            <pc:sldMk cId="3833624046" sldId="295"/>
            <ac:picMk id="8" creationId="{10C6FBC8-0B03-9A9F-4D6B-13D822939E96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2:46:04.361" v="84"/>
        <pc:sldMkLst>
          <pc:docMk/>
          <pc:sldMk cId="2301636605" sldId="296"/>
        </pc:sldMkLst>
        <pc:spChg chg="mod">
          <ac:chgData name="Gusti Pangestu" userId="S::gusti.pangestu@binus.ac.id::7768735c-5c0d-4d9b-b550-ead0b3c82a30" providerId="AD" clId="Web-{CE3EDE46-5A29-B0DA-503C-90F3093E0DF2}" dt="2022-11-17T02:46:04.361" v="84"/>
          <ac:spMkLst>
            <pc:docMk/>
            <pc:sldMk cId="2301636605" sldId="296"/>
            <ac:spMk id="2" creationId="{B48C2AE9-E331-7958-15CD-63DA57763CE7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2:46:04.361" v="84"/>
          <ac:spMkLst>
            <pc:docMk/>
            <pc:sldMk cId="2301636605" sldId="296"/>
            <ac:spMk id="3" creationId="{E3E777C0-8FB7-C65C-56C4-F6BA3B60593F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2:46:04.361" v="84"/>
          <ac:picMkLst>
            <pc:docMk/>
            <pc:sldMk cId="2301636605" sldId="296"/>
            <ac:picMk id="4" creationId="{479F3450-FDC9-16B6-63F3-28C32AE60EA7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2:58:34.138" v="119"/>
        <pc:sldMkLst>
          <pc:docMk/>
          <pc:sldMk cId="2568124687" sldId="297"/>
        </pc:sldMkLst>
        <pc:spChg chg="mod ord">
          <ac:chgData name="Gusti Pangestu" userId="S::gusti.pangestu@binus.ac.id::7768735c-5c0d-4d9b-b550-ead0b3c82a30" providerId="AD" clId="Web-{CE3EDE46-5A29-B0DA-503C-90F3093E0DF2}" dt="2022-11-17T02:58:31.106" v="118"/>
          <ac:spMkLst>
            <pc:docMk/>
            <pc:sldMk cId="2568124687" sldId="297"/>
            <ac:spMk id="2" creationId="{CB715408-0DF7-2FEE-EC89-772E8AACCD76}"/>
          </ac:spMkLst>
        </pc:spChg>
        <pc:spChg chg="del mod ord">
          <ac:chgData name="Gusti Pangestu" userId="S::gusti.pangestu@binus.ac.id::7768735c-5c0d-4d9b-b550-ead0b3c82a30" providerId="AD" clId="Web-{CE3EDE46-5A29-B0DA-503C-90F3093E0DF2}" dt="2022-11-17T02:58:34.138" v="119"/>
          <ac:spMkLst>
            <pc:docMk/>
            <pc:sldMk cId="2568124687" sldId="297"/>
            <ac:spMk id="3" creationId="{F0582F19-7330-1AAC-5479-F83EA9FC21E7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2:58:31.106" v="118"/>
          <ac:spMkLst>
            <pc:docMk/>
            <pc:sldMk cId="2568124687" sldId="297"/>
            <ac:spMk id="4" creationId="{D7548E84-2546-3A42-5B73-E298665ADD37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2:58:34.138" v="119"/>
          <ac:picMkLst>
            <pc:docMk/>
            <pc:sldMk cId="2568124687" sldId="297"/>
            <ac:picMk id="5" creationId="{BAB171C5-00AE-6911-18FF-1C0281F79BDE}"/>
          </ac:picMkLst>
        </pc:picChg>
      </pc:sldChg>
      <pc:sldChg chg="modSp new del">
        <pc:chgData name="Gusti Pangestu" userId="S::gusti.pangestu@binus.ac.id::7768735c-5c0d-4d9b-b550-ead0b3c82a30" providerId="AD" clId="Web-{CE3EDE46-5A29-B0DA-503C-90F3093E0DF2}" dt="2022-11-17T02:55:07.845" v="97"/>
        <pc:sldMkLst>
          <pc:docMk/>
          <pc:sldMk cId="3739284830" sldId="297"/>
        </pc:sldMkLst>
        <pc:spChg chg="mod">
          <ac:chgData name="Gusti Pangestu" userId="S::gusti.pangestu@binus.ac.id::7768735c-5c0d-4d9b-b550-ead0b3c82a30" providerId="AD" clId="Web-{CE3EDE46-5A29-B0DA-503C-90F3093E0DF2}" dt="2022-11-17T02:55:07.157" v="96" actId="20577"/>
          <ac:spMkLst>
            <pc:docMk/>
            <pc:sldMk cId="3739284830" sldId="297"/>
            <ac:spMk id="2" creationId="{7F64B7DE-455C-0D22-DD1C-CB06EAEC75C4}"/>
          </ac:spMkLst>
        </pc:spChg>
      </pc:sldChg>
      <pc:sldChg chg="addSp delSp modSp new">
        <pc:chgData name="Gusti Pangestu" userId="S::gusti.pangestu@binus.ac.id::7768735c-5c0d-4d9b-b550-ead0b3c82a30" providerId="AD" clId="Web-{CE3EDE46-5A29-B0DA-503C-90F3093E0DF2}" dt="2022-11-17T03:31:36.515" v="124" actId="14100"/>
        <pc:sldMkLst>
          <pc:docMk/>
          <pc:sldMk cId="1685238828" sldId="298"/>
        </pc:sldMkLst>
        <pc:spChg chg="del">
          <ac:chgData name="Gusti Pangestu" userId="S::gusti.pangestu@binus.ac.id::7768735c-5c0d-4d9b-b550-ead0b3c82a30" providerId="AD" clId="Web-{CE3EDE46-5A29-B0DA-503C-90F3093E0DF2}" dt="2022-11-17T03:31:25.249" v="122"/>
          <ac:spMkLst>
            <pc:docMk/>
            <pc:sldMk cId="1685238828" sldId="298"/>
            <ac:spMk id="2" creationId="{86222EB7-46A5-B329-4713-55BED742F115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31:23.093" v="121"/>
          <ac:spMkLst>
            <pc:docMk/>
            <pc:sldMk cId="1685238828" sldId="298"/>
            <ac:spMk id="3" creationId="{2743A34F-EFF0-F950-6647-02A0622EAECE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3:31:36.515" v="124" actId="14100"/>
          <ac:picMkLst>
            <pc:docMk/>
            <pc:sldMk cId="1685238828" sldId="298"/>
            <ac:picMk id="4" creationId="{7930E9D0-B875-6F14-A628-223A28A139C2}"/>
          </ac:picMkLst>
        </pc:picChg>
      </pc:sldChg>
      <pc:sldChg chg="modSp new">
        <pc:chgData name="Gusti Pangestu" userId="S::gusti.pangestu@binus.ac.id::7768735c-5c0d-4d9b-b550-ead0b3c82a30" providerId="AD" clId="Web-{CE3EDE46-5A29-B0DA-503C-90F3093E0DF2}" dt="2022-11-17T03:43:03.632" v="136" actId="20577"/>
        <pc:sldMkLst>
          <pc:docMk/>
          <pc:sldMk cId="2835585452" sldId="299"/>
        </pc:sldMkLst>
        <pc:spChg chg="mod">
          <ac:chgData name="Gusti Pangestu" userId="S::gusti.pangestu@binus.ac.id::7768735c-5c0d-4d9b-b550-ead0b3c82a30" providerId="AD" clId="Web-{CE3EDE46-5A29-B0DA-503C-90F3093E0DF2}" dt="2022-11-17T03:40:30.798" v="127" actId="20577"/>
          <ac:spMkLst>
            <pc:docMk/>
            <pc:sldMk cId="2835585452" sldId="299"/>
            <ac:spMk id="2" creationId="{AD388A89-AE3B-2FF2-D754-C6EF6E90C86E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43:03.632" v="136" actId="20577"/>
          <ac:spMkLst>
            <pc:docMk/>
            <pc:sldMk cId="2835585452" sldId="299"/>
            <ac:spMk id="3" creationId="{0713FFE9-84CC-230D-AAD8-CBD136347397}"/>
          </ac:spMkLst>
        </pc:spChg>
      </pc:sldChg>
      <pc:sldChg chg="addSp delSp modSp new">
        <pc:chgData name="Gusti Pangestu" userId="S::gusti.pangestu@binus.ac.id::7768735c-5c0d-4d9b-b550-ead0b3c82a30" providerId="AD" clId="Web-{CE3EDE46-5A29-B0DA-503C-90F3093E0DF2}" dt="2022-11-17T03:43:15.929" v="141" actId="14100"/>
        <pc:sldMkLst>
          <pc:docMk/>
          <pc:sldMk cId="317275369" sldId="300"/>
        </pc:sldMkLst>
        <pc:spChg chg="del">
          <ac:chgData name="Gusti Pangestu" userId="S::gusti.pangestu@binus.ac.id::7768735c-5c0d-4d9b-b550-ead0b3c82a30" providerId="AD" clId="Web-{CE3EDE46-5A29-B0DA-503C-90F3093E0DF2}" dt="2022-11-17T03:43:09.444" v="139"/>
          <ac:spMkLst>
            <pc:docMk/>
            <pc:sldMk cId="317275369" sldId="300"/>
            <ac:spMk id="2" creationId="{C77E3A43-B892-5120-BF83-E6AC5B0E987D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43:08.194" v="138"/>
          <ac:spMkLst>
            <pc:docMk/>
            <pc:sldMk cId="317275369" sldId="300"/>
            <ac:spMk id="3" creationId="{FDE3CB3A-592D-86DB-09DB-341C51D07C60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3:43:15.929" v="141" actId="14100"/>
          <ac:picMkLst>
            <pc:docMk/>
            <pc:sldMk cId="317275369" sldId="300"/>
            <ac:picMk id="4" creationId="{875DDD9D-E608-EB60-E37D-8AD219F59A95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3:44:27.931" v="151" actId="1076"/>
        <pc:sldMkLst>
          <pc:docMk/>
          <pc:sldMk cId="340465697" sldId="301"/>
        </pc:sldMkLst>
        <pc:spChg chg="del">
          <ac:chgData name="Gusti Pangestu" userId="S::gusti.pangestu@binus.ac.id::7768735c-5c0d-4d9b-b550-ead0b3c82a30" providerId="AD" clId="Web-{CE3EDE46-5A29-B0DA-503C-90F3093E0DF2}" dt="2022-11-17T03:43:43.492" v="145"/>
          <ac:spMkLst>
            <pc:docMk/>
            <pc:sldMk cId="340465697" sldId="301"/>
            <ac:spMk id="2" creationId="{EC62EFC4-CD99-1AA2-7814-4DCB03127051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43:50.961" v="148" actId="20577"/>
          <ac:spMkLst>
            <pc:docMk/>
            <pc:sldMk cId="340465697" sldId="301"/>
            <ac:spMk id="3" creationId="{04CA0DB7-C969-8F34-EBC5-0A1CA6B6A299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44:27.931" v="151" actId="1076"/>
          <ac:picMkLst>
            <pc:docMk/>
            <pc:sldMk cId="340465697" sldId="301"/>
            <ac:picMk id="4" creationId="{C5C3CC95-7D0D-0668-5A4F-A71CBBDA1C2A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3:45:39.809" v="165"/>
        <pc:sldMkLst>
          <pc:docMk/>
          <pc:sldMk cId="270357174" sldId="302"/>
        </pc:sldMkLst>
        <pc:spChg chg="mod">
          <ac:chgData name="Gusti Pangestu" userId="S::gusti.pangestu@binus.ac.id::7768735c-5c0d-4d9b-b550-ead0b3c82a30" providerId="AD" clId="Web-{CE3EDE46-5A29-B0DA-503C-90F3093E0DF2}" dt="2022-11-17T03:45:39.809" v="165"/>
          <ac:spMkLst>
            <pc:docMk/>
            <pc:sldMk cId="270357174" sldId="302"/>
            <ac:spMk id="2" creationId="{D0AE0A2E-773E-4A59-C6AC-DBEAAA9FB938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45:39.809" v="165"/>
          <ac:spMkLst>
            <pc:docMk/>
            <pc:sldMk cId="270357174" sldId="302"/>
            <ac:spMk id="3" creationId="{8135665F-00E6-3AD5-A713-3784CE126332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45:39.809" v="165"/>
          <ac:picMkLst>
            <pc:docMk/>
            <pc:sldMk cId="270357174" sldId="302"/>
            <ac:picMk id="4" creationId="{1FF8FC84-FA2E-8322-8789-64B9E656F80A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3:48:44.862" v="179" actId="1076"/>
        <pc:sldMkLst>
          <pc:docMk/>
          <pc:sldMk cId="3376913443" sldId="303"/>
        </pc:sldMkLst>
        <pc:spChg chg="del mod ord">
          <ac:chgData name="Gusti Pangestu" userId="S::gusti.pangestu@binus.ac.id::7768735c-5c0d-4d9b-b550-ead0b3c82a30" providerId="AD" clId="Web-{CE3EDE46-5A29-B0DA-503C-90F3093E0DF2}" dt="2022-11-17T03:48:14.767" v="172"/>
          <ac:spMkLst>
            <pc:docMk/>
            <pc:sldMk cId="3376913443" sldId="303"/>
            <ac:spMk id="2" creationId="{A225D54F-594D-F360-C88D-DC513B42E063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3:48:35.814" v="176" actId="20577"/>
          <ac:spMkLst>
            <pc:docMk/>
            <pc:sldMk cId="3376913443" sldId="303"/>
            <ac:spMk id="3" creationId="{E2E65916-B84B-49D0-F866-A4E8397EA4BE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47:58.532" v="167"/>
          <ac:spMkLst>
            <pc:docMk/>
            <pc:sldMk cId="3376913443" sldId="303"/>
            <ac:spMk id="4" creationId="{497094A1-11E6-2355-8655-9F54400A1661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48:44.862" v="179" actId="1076"/>
          <ac:picMkLst>
            <pc:docMk/>
            <pc:sldMk cId="3376913443" sldId="303"/>
            <ac:picMk id="5" creationId="{CE84D2DF-7C68-DCDC-AE3E-28BA09A72302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3:53:15.542" v="189"/>
        <pc:sldMkLst>
          <pc:docMk/>
          <pc:sldMk cId="1025671823" sldId="304"/>
        </pc:sldMkLst>
        <pc:spChg chg="mod">
          <ac:chgData name="Gusti Pangestu" userId="S::gusti.pangestu@binus.ac.id::7768735c-5c0d-4d9b-b550-ead0b3c82a30" providerId="AD" clId="Web-{CE3EDE46-5A29-B0DA-503C-90F3093E0DF2}" dt="2022-11-17T03:53:15.542" v="189"/>
          <ac:spMkLst>
            <pc:docMk/>
            <pc:sldMk cId="1025671823" sldId="304"/>
            <ac:spMk id="2" creationId="{7303DF75-5F72-79EC-D07F-882E863917E8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53:15.542" v="189"/>
          <ac:spMkLst>
            <pc:docMk/>
            <pc:sldMk cId="1025671823" sldId="304"/>
            <ac:spMk id="3" creationId="{4D087624-CEB3-DD3B-4D5B-A9F5B54901CB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53:15.542" v="189"/>
          <ac:picMkLst>
            <pc:docMk/>
            <pc:sldMk cId="1025671823" sldId="304"/>
            <ac:picMk id="4" creationId="{2A8E65D2-7CB6-2913-1F58-563B0C2AAA7D}"/>
          </ac:picMkLst>
        </pc:picChg>
      </pc:sldChg>
      <pc:sldChg chg="delSp modSp new mod modClrScheme chgLayout">
        <pc:chgData name="Gusti Pangestu" userId="S::gusti.pangestu@binus.ac.id::7768735c-5c0d-4d9b-b550-ead0b3c82a30" providerId="AD" clId="Web-{CE3EDE46-5A29-B0DA-503C-90F3093E0DF2}" dt="2022-11-17T04:00:22.432" v="211" actId="20577"/>
        <pc:sldMkLst>
          <pc:docMk/>
          <pc:sldMk cId="3455937725" sldId="305"/>
        </pc:sldMkLst>
        <pc:spChg chg="mod ord">
          <ac:chgData name="Gusti Pangestu" userId="S::gusti.pangestu@binus.ac.id::7768735c-5c0d-4d9b-b550-ead0b3c82a30" providerId="AD" clId="Web-{CE3EDE46-5A29-B0DA-503C-90F3093E0DF2}" dt="2022-11-17T03:59:28.695" v="196" actId="20577"/>
          <ac:spMkLst>
            <pc:docMk/>
            <pc:sldMk cId="3455937725" sldId="305"/>
            <ac:spMk id="2" creationId="{731BCE32-38BD-C5E7-14B9-93348319C488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4:00:22.432" v="211" actId="20577"/>
          <ac:spMkLst>
            <pc:docMk/>
            <pc:sldMk cId="3455937725" sldId="305"/>
            <ac:spMk id="3" creationId="{6067493C-F4FA-DA22-FD2D-A2D7092580E3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53:37.215" v="193"/>
          <ac:spMkLst>
            <pc:docMk/>
            <pc:sldMk cId="3455937725" sldId="305"/>
            <ac:spMk id="4" creationId="{3F99530A-A5EF-DC96-2CD8-6A877C8C44CE}"/>
          </ac:spMkLst>
        </pc:sp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4:02:53.499" v="224"/>
        <pc:sldMkLst>
          <pc:docMk/>
          <pc:sldMk cId="3782674666" sldId="306"/>
        </pc:sldMkLst>
        <pc:spChg chg="del">
          <ac:chgData name="Gusti Pangestu" userId="S::gusti.pangestu@binus.ac.id::7768735c-5c0d-4d9b-b550-ead0b3c82a30" providerId="AD" clId="Web-{CE3EDE46-5A29-B0DA-503C-90F3093E0DF2}" dt="2022-11-17T04:02:53.499" v="224"/>
          <ac:spMkLst>
            <pc:docMk/>
            <pc:sldMk cId="3782674666" sldId="306"/>
            <ac:spMk id="2" creationId="{EB237232-848C-FEAA-CF9D-94BEA2242F99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4:02:53.499" v="224"/>
          <ac:spMkLst>
            <pc:docMk/>
            <pc:sldMk cId="3782674666" sldId="306"/>
            <ac:spMk id="3" creationId="{10E3F144-202C-73FF-828C-BCF70A5C8CED}"/>
          </ac:spMkLst>
        </pc:spChg>
        <pc:spChg chg="add mod">
          <ac:chgData name="Gusti Pangestu" userId="S::gusti.pangestu@binus.ac.id::7768735c-5c0d-4d9b-b550-ead0b3c82a30" providerId="AD" clId="Web-{CE3EDE46-5A29-B0DA-503C-90F3093E0DF2}" dt="2022-11-17T04:02:53.499" v="224"/>
          <ac:spMkLst>
            <pc:docMk/>
            <pc:sldMk cId="3782674666" sldId="306"/>
            <ac:spMk id="9" creationId="{BB5E12FA-F918-7E2A-C0FC-7044C4F0C160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2:53.499" v="224"/>
          <ac:picMkLst>
            <pc:docMk/>
            <pc:sldMk cId="3782674666" sldId="306"/>
            <ac:picMk id="4" creationId="{AA950DF1-2023-C330-1AF7-08BA705D97C3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4:03:19.984" v="227"/>
        <pc:sldMkLst>
          <pc:docMk/>
          <pc:sldMk cId="88950683" sldId="307"/>
        </pc:sldMkLst>
        <pc:spChg chg="mod ord">
          <ac:chgData name="Gusti Pangestu" userId="S::gusti.pangestu@binus.ac.id::7768735c-5c0d-4d9b-b550-ead0b3c82a30" providerId="AD" clId="Web-{CE3EDE46-5A29-B0DA-503C-90F3093E0DF2}" dt="2022-11-17T04:03:16.812" v="226"/>
          <ac:spMkLst>
            <pc:docMk/>
            <pc:sldMk cId="88950683" sldId="307"/>
            <ac:spMk id="2" creationId="{8B4A2945-A288-1880-BA85-8BAE8B026AB6}"/>
          </ac:spMkLst>
        </pc:spChg>
        <pc:spChg chg="del mod ord">
          <ac:chgData name="Gusti Pangestu" userId="S::gusti.pangestu@binus.ac.id::7768735c-5c0d-4d9b-b550-ead0b3c82a30" providerId="AD" clId="Web-{CE3EDE46-5A29-B0DA-503C-90F3093E0DF2}" dt="2022-11-17T04:03:19.984" v="227"/>
          <ac:spMkLst>
            <pc:docMk/>
            <pc:sldMk cId="88950683" sldId="307"/>
            <ac:spMk id="3" creationId="{8879BB75-1EBD-C105-BF0A-161F4021DEAD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03:16.812" v="226"/>
          <ac:spMkLst>
            <pc:docMk/>
            <pc:sldMk cId="88950683" sldId="307"/>
            <ac:spMk id="4" creationId="{3CF5BF90-DCE9-4F69-6321-6F778D8B4083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03:19.984" v="227"/>
          <ac:picMkLst>
            <pc:docMk/>
            <pc:sldMk cId="88950683" sldId="307"/>
            <ac:picMk id="5" creationId="{04F99E08-3B17-8ED7-2C2B-4BE64E743139}"/>
          </ac:picMkLst>
        </pc:picChg>
      </pc:sldChg>
      <pc:sldChg chg="addSp modSp new">
        <pc:chgData name="Gusti Pangestu" userId="S::gusti.pangestu@binus.ac.id::7768735c-5c0d-4d9b-b550-ead0b3c82a30" providerId="AD" clId="Web-{CE3EDE46-5A29-B0DA-503C-90F3093E0DF2}" dt="2022-11-17T04:04:46.518" v="239" actId="14100"/>
        <pc:sldMkLst>
          <pc:docMk/>
          <pc:sldMk cId="1661426597" sldId="308"/>
        </pc:sldMkLst>
        <pc:spChg chg="mod">
          <ac:chgData name="Gusti Pangestu" userId="S::gusti.pangestu@binus.ac.id::7768735c-5c0d-4d9b-b550-ead0b3c82a30" providerId="AD" clId="Web-{CE3EDE46-5A29-B0DA-503C-90F3093E0DF2}" dt="2022-11-17T04:04:40.753" v="236" actId="20577"/>
          <ac:spMkLst>
            <pc:docMk/>
            <pc:sldMk cId="1661426597" sldId="308"/>
            <ac:spMk id="3" creationId="{22413E9F-F9B1-E779-4398-D4E97B8A262B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4:46.518" v="239" actId="14100"/>
          <ac:picMkLst>
            <pc:docMk/>
            <pc:sldMk cId="1661426597" sldId="308"/>
            <ac:picMk id="4" creationId="{09C5250E-C0D3-26A6-3785-D069E8BCB9C5}"/>
          </ac:picMkLst>
        </pc:picChg>
      </pc:sldChg>
      <pc:sldChg chg="addSp modSp new">
        <pc:chgData name="Gusti Pangestu" userId="S::gusti.pangestu@binus.ac.id::7768735c-5c0d-4d9b-b550-ead0b3c82a30" providerId="AD" clId="Web-{CE3EDE46-5A29-B0DA-503C-90F3093E0DF2}" dt="2022-11-17T04:05:23.442" v="253" actId="14100"/>
        <pc:sldMkLst>
          <pc:docMk/>
          <pc:sldMk cId="2364365303" sldId="309"/>
        </pc:sldMkLst>
        <pc:spChg chg="mod">
          <ac:chgData name="Gusti Pangestu" userId="S::gusti.pangestu@binus.ac.id::7768735c-5c0d-4d9b-b550-ead0b3c82a30" providerId="AD" clId="Web-{CE3EDE46-5A29-B0DA-503C-90F3093E0DF2}" dt="2022-11-17T04:05:02.238" v="244" actId="20577"/>
          <ac:spMkLst>
            <pc:docMk/>
            <pc:sldMk cId="2364365303" sldId="309"/>
            <ac:spMk id="2" creationId="{9EBABF4B-E4EC-3E81-1FD8-5CCE24BA3651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4:05:17.660" v="250" actId="20577"/>
          <ac:spMkLst>
            <pc:docMk/>
            <pc:sldMk cId="2364365303" sldId="309"/>
            <ac:spMk id="3" creationId="{FD3CA73C-081E-3856-D82F-297280400BD0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5:23.442" v="253" actId="14100"/>
          <ac:picMkLst>
            <pc:docMk/>
            <pc:sldMk cId="2364365303" sldId="309"/>
            <ac:picMk id="4" creationId="{CD455C02-7B7C-134E-BB13-120E3B58B0DC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4:07:14.789" v="271"/>
        <pc:sldMkLst>
          <pc:docMk/>
          <pc:sldMk cId="636280278" sldId="310"/>
        </pc:sldMkLst>
        <pc:spChg chg="mod">
          <ac:chgData name="Gusti Pangestu" userId="S::gusti.pangestu@binus.ac.id::7768735c-5c0d-4d9b-b550-ead0b3c82a30" providerId="AD" clId="Web-{CE3EDE46-5A29-B0DA-503C-90F3093E0DF2}" dt="2022-11-17T04:07:14.789" v="271"/>
          <ac:spMkLst>
            <pc:docMk/>
            <pc:sldMk cId="636280278" sldId="310"/>
            <ac:spMk id="2" creationId="{EC6B442E-BD01-2BC2-3BC5-7661BBEFF2F3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4:07:14.789" v="271"/>
          <ac:spMkLst>
            <pc:docMk/>
            <pc:sldMk cId="636280278" sldId="310"/>
            <ac:spMk id="3" creationId="{AF34AF92-6FE0-C084-FFFB-27502E7725AC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7:14.789" v="271"/>
          <ac:picMkLst>
            <pc:docMk/>
            <pc:sldMk cId="636280278" sldId="310"/>
            <ac:picMk id="4" creationId="{6DC4E7F5-6E06-1172-E070-272ADABA3FA6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4:07:51.775" v="277" actId="1076"/>
        <pc:sldMkLst>
          <pc:docMk/>
          <pc:sldMk cId="781249497" sldId="311"/>
        </pc:sldMkLst>
        <pc:spChg chg="del mod ord">
          <ac:chgData name="Gusti Pangestu" userId="S::gusti.pangestu@binus.ac.id::7768735c-5c0d-4d9b-b550-ead0b3c82a30" providerId="AD" clId="Web-{CE3EDE46-5A29-B0DA-503C-90F3093E0DF2}" dt="2022-11-17T04:07:45.415" v="275"/>
          <ac:spMkLst>
            <pc:docMk/>
            <pc:sldMk cId="781249497" sldId="311"/>
            <ac:spMk id="2" creationId="{C3E481FA-EB35-17FF-670E-0E8681C1CA31}"/>
          </ac:spMkLst>
        </pc:spChg>
        <pc:spChg chg="del mod ord">
          <ac:chgData name="Gusti Pangestu" userId="S::gusti.pangestu@binus.ac.id::7768735c-5c0d-4d9b-b550-ead0b3c82a30" providerId="AD" clId="Web-{CE3EDE46-5A29-B0DA-503C-90F3093E0DF2}" dt="2022-11-17T04:07:42.759" v="274"/>
          <ac:spMkLst>
            <pc:docMk/>
            <pc:sldMk cId="781249497" sldId="311"/>
            <ac:spMk id="3" creationId="{3189DD37-B7EE-F348-2796-465527FDB539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07:40.290" v="273"/>
          <ac:spMkLst>
            <pc:docMk/>
            <pc:sldMk cId="781249497" sldId="311"/>
            <ac:spMk id="4" creationId="{6EBD2339-CA94-008A-384C-19B40E63296A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07:51.775" v="277" actId="1076"/>
          <ac:picMkLst>
            <pc:docMk/>
            <pc:sldMk cId="781249497" sldId="311"/>
            <ac:picMk id="5" creationId="{1F8B7E8C-B761-DF6C-F637-9F129B7404BE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09:58.091" v="286"/>
        <pc:sldMkLst>
          <pc:docMk/>
          <pc:sldMk cId="1569435913" sldId="312"/>
        </pc:sldMkLst>
        <pc:spChg chg="mod">
          <ac:chgData name="Gusti Pangestu" userId="S::gusti.pangestu@binus.ac.id::7768735c-5c0d-4d9b-b550-ead0b3c82a30" providerId="AD" clId="Web-{CE3EDE46-5A29-B0DA-503C-90F3093E0DF2}" dt="2022-11-17T04:09:55.826" v="285" actId="20577"/>
          <ac:spMkLst>
            <pc:docMk/>
            <pc:sldMk cId="1569435913" sldId="312"/>
            <ac:spMk id="2" creationId="{EEA26AC2-052D-61E9-614C-464B5C18AD35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09:58.091" v="286"/>
          <ac:spMkLst>
            <pc:docMk/>
            <pc:sldMk cId="1569435913" sldId="312"/>
            <ac:spMk id="3" creationId="{15A3F560-7B9D-2124-82DD-F8B4CAD3D15F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09:58.091" v="286"/>
          <ac:picMkLst>
            <pc:docMk/>
            <pc:sldMk cId="1569435913" sldId="312"/>
            <ac:picMk id="4" creationId="{61C644C3-817B-F58D-A7D7-FEFE83D0B8AC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10:50.609" v="294" actId="1076"/>
        <pc:sldMkLst>
          <pc:docMk/>
          <pc:sldMk cId="604071880" sldId="313"/>
        </pc:sldMkLst>
        <pc:spChg chg="del">
          <ac:chgData name="Gusti Pangestu" userId="S::gusti.pangestu@binus.ac.id::7768735c-5c0d-4d9b-b550-ead0b3c82a30" providerId="AD" clId="Web-{CE3EDE46-5A29-B0DA-503C-90F3093E0DF2}" dt="2022-11-17T04:10:24.670" v="290"/>
          <ac:spMkLst>
            <pc:docMk/>
            <pc:sldMk cId="604071880" sldId="313"/>
            <ac:spMk id="2" creationId="{6BB407FF-E39F-8369-B8DA-20133C67E009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10:20.639" v="288"/>
          <ac:spMkLst>
            <pc:docMk/>
            <pc:sldMk cId="604071880" sldId="313"/>
            <ac:spMk id="3" creationId="{3CC882E8-F35D-0F0B-DE1A-84F69CC9B0C4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10:27.577" v="291" actId="1076"/>
          <ac:picMkLst>
            <pc:docMk/>
            <pc:sldMk cId="604071880" sldId="313"/>
            <ac:picMk id="4" creationId="{51649065-1BCE-7218-44ED-93F61A85A938}"/>
          </ac:picMkLst>
        </pc:picChg>
        <pc:picChg chg="add mod">
          <ac:chgData name="Gusti Pangestu" userId="S::gusti.pangestu@binus.ac.id::7768735c-5c0d-4d9b-b550-ead0b3c82a30" providerId="AD" clId="Web-{CE3EDE46-5A29-B0DA-503C-90F3093E0DF2}" dt="2022-11-17T04:10:50.609" v="294" actId="1076"/>
          <ac:picMkLst>
            <pc:docMk/>
            <pc:sldMk cId="604071880" sldId="313"/>
            <ac:picMk id="5" creationId="{5F173CBC-5026-04AB-E189-4D99B8FCF4A7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11:32.829" v="300" actId="1076"/>
        <pc:sldMkLst>
          <pc:docMk/>
          <pc:sldMk cId="3205491912" sldId="314"/>
        </pc:sldMkLst>
        <pc:spChg chg="del">
          <ac:chgData name="Gusti Pangestu" userId="S::gusti.pangestu@binus.ac.id::7768735c-5c0d-4d9b-b550-ead0b3c82a30" providerId="AD" clId="Web-{CE3EDE46-5A29-B0DA-503C-90F3093E0DF2}" dt="2022-11-17T04:11:24.328" v="297"/>
          <ac:spMkLst>
            <pc:docMk/>
            <pc:sldMk cId="3205491912" sldId="314"/>
            <ac:spMk id="2" creationId="{78452CDD-F2EE-5106-09A7-71CE604937BE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11:18.594" v="296"/>
          <ac:spMkLst>
            <pc:docMk/>
            <pc:sldMk cId="3205491912" sldId="314"/>
            <ac:spMk id="3" creationId="{37DD0374-51DB-7869-AD64-30EC2EE30A78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11:32.829" v="300" actId="1076"/>
          <ac:picMkLst>
            <pc:docMk/>
            <pc:sldMk cId="3205491912" sldId="314"/>
            <ac:picMk id="4" creationId="{C5861838-B016-AE50-A35A-DD2A24E3EB34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12:11.346" v="305" actId="1076"/>
        <pc:sldMkLst>
          <pc:docMk/>
          <pc:sldMk cId="1587019659" sldId="315"/>
        </pc:sldMkLst>
        <pc:spChg chg="del">
          <ac:chgData name="Gusti Pangestu" userId="S::gusti.pangestu@binus.ac.id::7768735c-5c0d-4d9b-b550-ead0b3c82a30" providerId="AD" clId="Web-{CE3EDE46-5A29-B0DA-503C-90F3093E0DF2}" dt="2022-11-17T04:12:03.470" v="303"/>
          <ac:spMkLst>
            <pc:docMk/>
            <pc:sldMk cId="1587019659" sldId="315"/>
            <ac:spMk id="2" creationId="{30E65B33-072B-8AD0-F4B1-27524923D5FD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12:01.345" v="302"/>
          <ac:spMkLst>
            <pc:docMk/>
            <pc:sldMk cId="1587019659" sldId="315"/>
            <ac:spMk id="3" creationId="{1B941369-7B4E-C6BA-A1EE-E17E6666F324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12:11.346" v="305" actId="1076"/>
          <ac:picMkLst>
            <pc:docMk/>
            <pc:sldMk cId="1587019659" sldId="315"/>
            <ac:picMk id="4" creationId="{FE065EB0-F959-E414-2C9C-23BAB9D995DF}"/>
          </ac:picMkLst>
        </pc:picChg>
      </pc:sldChg>
    </pc:docChg>
  </pc:docChgLst>
  <pc:docChgLst>
    <pc:chgData name="Gusti Pangestu" userId="7768735c-5c0d-4d9b-b550-ead0b3c82a30" providerId="ADAL" clId="{F89C377E-197E-465E-A4E6-441D20C309D9}"/>
    <pc:docChg chg="undo custSel addSld delSld modSld modSection">
      <pc:chgData name="Gusti Pangestu" userId="7768735c-5c0d-4d9b-b550-ead0b3c82a30" providerId="ADAL" clId="{F89C377E-197E-465E-A4E6-441D20C309D9}" dt="2022-12-12T06:09:13.183" v="297" actId="20577"/>
      <pc:docMkLst>
        <pc:docMk/>
      </pc:docMkLst>
      <pc:sldChg chg="modSp mod">
        <pc:chgData name="Gusti Pangestu" userId="7768735c-5c0d-4d9b-b550-ead0b3c82a30" providerId="ADAL" clId="{F89C377E-197E-465E-A4E6-441D20C309D9}" dt="2022-12-12T03:56:34.904" v="34" actId="6549"/>
        <pc:sldMkLst>
          <pc:docMk/>
          <pc:sldMk cId="1545682022" sldId="290"/>
        </pc:sldMkLst>
        <pc:spChg chg="mod">
          <ac:chgData name="Gusti Pangestu" userId="7768735c-5c0d-4d9b-b550-ead0b3c82a30" providerId="ADAL" clId="{F89C377E-197E-465E-A4E6-441D20C309D9}" dt="2022-12-12T03:56:34.904" v="34" actId="6549"/>
          <ac:spMkLst>
            <pc:docMk/>
            <pc:sldMk cId="1545682022" sldId="290"/>
            <ac:spMk id="3" creationId="{CFBE6DC7-A61F-27FA-B9A7-7018AFBF0075}"/>
          </ac:spMkLst>
        </pc:sp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862529639" sldId="291"/>
        </pc:sldMkLst>
      </pc:sldChg>
      <pc:sldChg chg="modSp new mod">
        <pc:chgData name="Gusti Pangestu" userId="7768735c-5c0d-4d9b-b550-ead0b3c82a30" providerId="ADAL" clId="{F89C377E-197E-465E-A4E6-441D20C309D9}" dt="2022-12-12T03:58:43.709" v="63" actId="20577"/>
        <pc:sldMkLst>
          <pc:docMk/>
          <pc:sldMk cId="1840497081" sldId="291"/>
        </pc:sldMkLst>
        <pc:spChg chg="mod">
          <ac:chgData name="Gusti Pangestu" userId="7768735c-5c0d-4d9b-b550-ead0b3c82a30" providerId="ADAL" clId="{F89C377E-197E-465E-A4E6-441D20C309D9}" dt="2022-12-12T03:57:42.363" v="44" actId="20577"/>
          <ac:spMkLst>
            <pc:docMk/>
            <pc:sldMk cId="1840497081" sldId="291"/>
            <ac:spMk id="2" creationId="{DB261134-4842-B07E-1E8B-367EF47B2C87}"/>
          </ac:spMkLst>
        </pc:spChg>
        <pc:spChg chg="mod">
          <ac:chgData name="Gusti Pangestu" userId="7768735c-5c0d-4d9b-b550-ead0b3c82a30" providerId="ADAL" clId="{F89C377E-197E-465E-A4E6-441D20C309D9}" dt="2022-12-12T03:58:43.709" v="63" actId="20577"/>
          <ac:spMkLst>
            <pc:docMk/>
            <pc:sldMk cId="1840497081" sldId="291"/>
            <ac:spMk id="3" creationId="{E6FCC895-85A2-85E3-7713-583D48A43E80}"/>
          </ac:spMkLst>
        </pc:sp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389853168" sldId="292"/>
        </pc:sldMkLst>
      </pc:sldChg>
      <pc:sldChg chg="modSp new mod">
        <pc:chgData name="Gusti Pangestu" userId="7768735c-5c0d-4d9b-b550-ead0b3c82a30" providerId="ADAL" clId="{F89C377E-197E-465E-A4E6-441D20C309D9}" dt="2022-12-12T03:59:58.322" v="79" actId="20577"/>
        <pc:sldMkLst>
          <pc:docMk/>
          <pc:sldMk cId="862834757" sldId="292"/>
        </pc:sldMkLst>
        <pc:spChg chg="mod">
          <ac:chgData name="Gusti Pangestu" userId="7768735c-5c0d-4d9b-b550-ead0b3c82a30" providerId="ADAL" clId="{F89C377E-197E-465E-A4E6-441D20C309D9}" dt="2022-12-12T03:58:53.169" v="65"/>
          <ac:spMkLst>
            <pc:docMk/>
            <pc:sldMk cId="862834757" sldId="292"/>
            <ac:spMk id="2" creationId="{DA2D16E1-8A59-7700-1F94-7F1CEDA7079A}"/>
          </ac:spMkLst>
        </pc:spChg>
        <pc:spChg chg="mod">
          <ac:chgData name="Gusti Pangestu" userId="7768735c-5c0d-4d9b-b550-ead0b3c82a30" providerId="ADAL" clId="{F89C377E-197E-465E-A4E6-441D20C309D9}" dt="2022-12-12T03:59:58.322" v="79" actId="20577"/>
          <ac:spMkLst>
            <pc:docMk/>
            <pc:sldMk cId="862834757" sldId="292"/>
            <ac:spMk id="3" creationId="{56DCD6EC-A630-A2A3-6E94-BDF81D472A56}"/>
          </ac:spMkLst>
        </pc:spChg>
      </pc:sldChg>
      <pc:sldChg chg="addSp delSp modSp new mod">
        <pc:chgData name="Gusti Pangestu" userId="7768735c-5c0d-4d9b-b550-ead0b3c82a30" providerId="ADAL" clId="{F89C377E-197E-465E-A4E6-441D20C309D9}" dt="2022-12-12T04:01:42.350" v="84" actId="1076"/>
        <pc:sldMkLst>
          <pc:docMk/>
          <pc:sldMk cId="95377788" sldId="293"/>
        </pc:sldMkLst>
        <pc:spChg chg="del">
          <ac:chgData name="Gusti Pangestu" userId="7768735c-5c0d-4d9b-b550-ead0b3c82a30" providerId="ADAL" clId="{F89C377E-197E-465E-A4E6-441D20C309D9}" dt="2022-12-12T04:01:34.951" v="82" actId="478"/>
          <ac:spMkLst>
            <pc:docMk/>
            <pc:sldMk cId="95377788" sldId="293"/>
            <ac:spMk id="2" creationId="{15911C53-A714-FD8B-6495-7E8278697A88}"/>
          </ac:spMkLst>
        </pc:spChg>
        <pc:spChg chg="del">
          <ac:chgData name="Gusti Pangestu" userId="7768735c-5c0d-4d9b-b550-ead0b3c82a30" providerId="ADAL" clId="{F89C377E-197E-465E-A4E6-441D20C309D9}" dt="2022-12-12T04:01:32.968" v="81" actId="22"/>
          <ac:spMkLst>
            <pc:docMk/>
            <pc:sldMk cId="95377788" sldId="293"/>
            <ac:spMk id="3" creationId="{C6844173-1028-006A-2B62-61E761B931D8}"/>
          </ac:spMkLst>
        </pc:spChg>
        <pc:picChg chg="add mod ord">
          <ac:chgData name="Gusti Pangestu" userId="7768735c-5c0d-4d9b-b550-ead0b3c82a30" providerId="ADAL" clId="{F89C377E-197E-465E-A4E6-441D20C309D9}" dt="2022-12-12T04:01:42.350" v="84" actId="1076"/>
          <ac:picMkLst>
            <pc:docMk/>
            <pc:sldMk cId="95377788" sldId="293"/>
            <ac:picMk id="5" creationId="{D6886ED8-0FDF-A7FF-216E-9A7CB5196E70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3520273111" sldId="293"/>
        </pc:sldMkLst>
      </pc:sldChg>
      <pc:sldChg chg="addSp modSp new mod modClrScheme chgLayout">
        <pc:chgData name="Gusti Pangestu" userId="7768735c-5c0d-4d9b-b550-ead0b3c82a30" providerId="ADAL" clId="{F89C377E-197E-465E-A4E6-441D20C309D9}" dt="2022-12-12T04:06:56.223" v="101" actId="26606"/>
        <pc:sldMkLst>
          <pc:docMk/>
          <pc:sldMk cId="2893177997" sldId="294"/>
        </pc:sldMkLst>
        <pc:spChg chg="mod">
          <ac:chgData name="Gusti Pangestu" userId="7768735c-5c0d-4d9b-b550-ead0b3c82a30" providerId="ADAL" clId="{F89C377E-197E-465E-A4E6-441D20C309D9}" dt="2022-12-12T04:06:56.223" v="101" actId="26606"/>
          <ac:spMkLst>
            <pc:docMk/>
            <pc:sldMk cId="2893177997" sldId="294"/>
            <ac:spMk id="2" creationId="{35DFA146-81F6-4AFF-8151-9DB6ED9E8D4B}"/>
          </ac:spMkLst>
        </pc:spChg>
        <pc:spChg chg="mod">
          <ac:chgData name="Gusti Pangestu" userId="7768735c-5c0d-4d9b-b550-ead0b3c82a30" providerId="ADAL" clId="{F89C377E-197E-465E-A4E6-441D20C309D9}" dt="2022-12-12T04:06:56.223" v="101" actId="26606"/>
          <ac:spMkLst>
            <pc:docMk/>
            <pc:sldMk cId="2893177997" sldId="294"/>
            <ac:spMk id="3" creationId="{C5FA1901-6C12-624A-5710-6FE1132EBD02}"/>
          </ac:spMkLst>
        </pc:spChg>
        <pc:picChg chg="add mod">
          <ac:chgData name="Gusti Pangestu" userId="7768735c-5c0d-4d9b-b550-ead0b3c82a30" providerId="ADAL" clId="{F89C377E-197E-465E-A4E6-441D20C309D9}" dt="2022-12-12T04:06:56.223" v="101" actId="26606"/>
          <ac:picMkLst>
            <pc:docMk/>
            <pc:sldMk cId="2893177997" sldId="294"/>
            <ac:picMk id="5" creationId="{739E8D4F-2254-0515-76C1-03E8E08E8BB6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3050537162" sldId="294"/>
        </pc:sldMkLst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212346741" sldId="295"/>
        </pc:sldMkLst>
      </pc:sldChg>
      <pc:sldChg chg="addSp delSp modSp new mod modClrScheme chgLayout">
        <pc:chgData name="Gusti Pangestu" userId="7768735c-5c0d-4d9b-b550-ead0b3c82a30" providerId="ADAL" clId="{F89C377E-197E-465E-A4E6-441D20C309D9}" dt="2022-12-12T04:09:35.553" v="113" actId="1076"/>
        <pc:sldMkLst>
          <pc:docMk/>
          <pc:sldMk cId="3348046177" sldId="295"/>
        </pc:sldMkLst>
        <pc:spChg chg="mod ord">
          <ac:chgData name="Gusti Pangestu" userId="7768735c-5c0d-4d9b-b550-ead0b3c82a30" providerId="ADAL" clId="{F89C377E-197E-465E-A4E6-441D20C309D9}" dt="2022-12-12T04:09:28.009" v="111" actId="26606"/>
          <ac:spMkLst>
            <pc:docMk/>
            <pc:sldMk cId="3348046177" sldId="295"/>
            <ac:spMk id="2" creationId="{1B3B131C-8929-07B1-8144-4ACBC06F7E9F}"/>
          </ac:spMkLst>
        </pc:spChg>
        <pc:spChg chg="del mod ord">
          <ac:chgData name="Gusti Pangestu" userId="7768735c-5c0d-4d9b-b550-ead0b3c82a30" providerId="ADAL" clId="{F89C377E-197E-465E-A4E6-441D20C309D9}" dt="2022-12-12T04:08:21.056" v="104" actId="700"/>
          <ac:spMkLst>
            <pc:docMk/>
            <pc:sldMk cId="3348046177" sldId="295"/>
            <ac:spMk id="3" creationId="{96B89D2D-2465-B169-C2FA-C3DCC67394E4}"/>
          </ac:spMkLst>
        </pc:spChg>
        <pc:spChg chg="del">
          <ac:chgData name="Gusti Pangestu" userId="7768735c-5c0d-4d9b-b550-ead0b3c82a30" providerId="ADAL" clId="{F89C377E-197E-465E-A4E6-441D20C309D9}" dt="2022-12-12T04:08:21.056" v="104" actId="700"/>
          <ac:spMkLst>
            <pc:docMk/>
            <pc:sldMk cId="3348046177" sldId="295"/>
            <ac:spMk id="4" creationId="{089CE6B3-AD87-8655-60F1-9C9AD6475A3F}"/>
          </ac:spMkLst>
        </pc:spChg>
        <pc:spChg chg="add mod ord">
          <ac:chgData name="Gusti Pangestu" userId="7768735c-5c0d-4d9b-b550-ead0b3c82a30" providerId="ADAL" clId="{F89C377E-197E-465E-A4E6-441D20C309D9}" dt="2022-12-12T04:09:28.009" v="111" actId="26606"/>
          <ac:spMkLst>
            <pc:docMk/>
            <pc:sldMk cId="3348046177" sldId="295"/>
            <ac:spMk id="5" creationId="{96956050-134C-4B4D-95EF-94CC337F7E10}"/>
          </ac:spMkLst>
        </pc:spChg>
        <pc:picChg chg="add mod">
          <ac:chgData name="Gusti Pangestu" userId="7768735c-5c0d-4d9b-b550-ead0b3c82a30" providerId="ADAL" clId="{F89C377E-197E-465E-A4E6-441D20C309D9}" dt="2022-12-12T04:09:35.553" v="113" actId="1076"/>
          <ac:picMkLst>
            <pc:docMk/>
            <pc:sldMk cId="3348046177" sldId="295"/>
            <ac:picMk id="7" creationId="{8ED4C68A-3D39-5696-BE24-3CB67180B1EC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2711160603" sldId="296"/>
        </pc:sldMkLst>
      </pc:sldChg>
      <pc:sldChg chg="addSp delSp modSp new mod modClrScheme chgLayout">
        <pc:chgData name="Gusti Pangestu" userId="7768735c-5c0d-4d9b-b550-ead0b3c82a30" providerId="ADAL" clId="{F89C377E-197E-465E-A4E6-441D20C309D9}" dt="2022-12-12T04:12:08.127" v="126" actId="1076"/>
        <pc:sldMkLst>
          <pc:docMk/>
          <pc:sldMk cId="3063669724" sldId="296"/>
        </pc:sldMkLst>
        <pc:spChg chg="del mod ord">
          <ac:chgData name="Gusti Pangestu" userId="7768735c-5c0d-4d9b-b550-ead0b3c82a30" providerId="ADAL" clId="{F89C377E-197E-465E-A4E6-441D20C309D9}" dt="2022-12-12T04:10:20.532" v="118" actId="700"/>
          <ac:spMkLst>
            <pc:docMk/>
            <pc:sldMk cId="3063669724" sldId="296"/>
            <ac:spMk id="2" creationId="{3ECAD0B6-D1BD-F3B6-A9B8-51EEFA43F74D}"/>
          </ac:spMkLst>
        </pc:spChg>
        <pc:spChg chg="del mod ord">
          <ac:chgData name="Gusti Pangestu" userId="7768735c-5c0d-4d9b-b550-ead0b3c82a30" providerId="ADAL" clId="{F89C377E-197E-465E-A4E6-441D20C309D9}" dt="2022-12-12T04:10:20.532" v="118" actId="700"/>
          <ac:spMkLst>
            <pc:docMk/>
            <pc:sldMk cId="3063669724" sldId="296"/>
            <ac:spMk id="3" creationId="{732B1A39-267C-45AF-37D9-FFA7FA97222D}"/>
          </ac:spMkLst>
        </pc:spChg>
        <pc:spChg chg="del">
          <ac:chgData name="Gusti Pangestu" userId="7768735c-5c0d-4d9b-b550-ead0b3c82a30" providerId="ADAL" clId="{F89C377E-197E-465E-A4E6-441D20C309D9}" dt="2022-12-12T04:10:20.532" v="118" actId="700"/>
          <ac:spMkLst>
            <pc:docMk/>
            <pc:sldMk cId="3063669724" sldId="296"/>
            <ac:spMk id="4" creationId="{5CF68DBE-841C-3DA8-244C-024F91F51017}"/>
          </ac:spMkLst>
        </pc:spChg>
        <pc:spChg chg="add mod ord">
          <ac:chgData name="Gusti Pangestu" userId="7768735c-5c0d-4d9b-b550-ead0b3c82a30" providerId="ADAL" clId="{F89C377E-197E-465E-A4E6-441D20C309D9}" dt="2022-12-12T04:11:31.838" v="122"/>
          <ac:spMkLst>
            <pc:docMk/>
            <pc:sldMk cId="3063669724" sldId="296"/>
            <ac:spMk id="5" creationId="{6254C7BE-A9EF-CB6A-02FE-6EF5A0DF5346}"/>
          </ac:spMkLst>
        </pc:spChg>
        <pc:spChg chg="add del mod ord">
          <ac:chgData name="Gusti Pangestu" userId="7768735c-5c0d-4d9b-b550-ead0b3c82a30" providerId="ADAL" clId="{F89C377E-197E-465E-A4E6-441D20C309D9}" dt="2022-12-12T04:11:49.235" v="123" actId="22"/>
          <ac:spMkLst>
            <pc:docMk/>
            <pc:sldMk cId="3063669724" sldId="296"/>
            <ac:spMk id="6" creationId="{F50BD830-4708-A2E8-18B6-847F4B916E70}"/>
          </ac:spMkLst>
        </pc:spChg>
        <pc:picChg chg="add mod ord">
          <ac:chgData name="Gusti Pangestu" userId="7768735c-5c0d-4d9b-b550-ead0b3c82a30" providerId="ADAL" clId="{F89C377E-197E-465E-A4E6-441D20C309D9}" dt="2022-12-12T04:11:52.210" v="124" actId="1076"/>
          <ac:picMkLst>
            <pc:docMk/>
            <pc:sldMk cId="3063669724" sldId="296"/>
            <ac:picMk id="8" creationId="{3538FB60-C180-B265-2EC3-DAC30425BAA7}"/>
          </ac:picMkLst>
        </pc:picChg>
        <pc:picChg chg="add mod">
          <ac:chgData name="Gusti Pangestu" userId="7768735c-5c0d-4d9b-b550-ead0b3c82a30" providerId="ADAL" clId="{F89C377E-197E-465E-A4E6-441D20C309D9}" dt="2022-12-12T04:12:08.127" v="126" actId="1076"/>
          <ac:picMkLst>
            <pc:docMk/>
            <pc:sldMk cId="3063669724" sldId="296"/>
            <ac:picMk id="10" creationId="{C5392B72-EEE8-FDC7-A133-825C93736497}"/>
          </ac:picMkLst>
        </pc:picChg>
      </pc:sldChg>
      <pc:sldChg chg="addSp modSp new mod">
        <pc:chgData name="Gusti Pangestu" userId="7768735c-5c0d-4d9b-b550-ead0b3c82a30" providerId="ADAL" clId="{F89C377E-197E-465E-A4E6-441D20C309D9}" dt="2022-12-12T04:22:00.240" v="153" actId="1076"/>
        <pc:sldMkLst>
          <pc:docMk/>
          <pc:sldMk cId="621401421" sldId="297"/>
        </pc:sldMkLst>
        <pc:spChg chg="mod">
          <ac:chgData name="Gusti Pangestu" userId="7768735c-5c0d-4d9b-b550-ead0b3c82a30" providerId="ADAL" clId="{F89C377E-197E-465E-A4E6-441D20C309D9}" dt="2022-12-12T04:18:04.061" v="143" actId="20577"/>
          <ac:spMkLst>
            <pc:docMk/>
            <pc:sldMk cId="621401421" sldId="297"/>
            <ac:spMk id="2" creationId="{452D5FDC-DA03-E658-F7E9-68D143A9F96A}"/>
          </ac:spMkLst>
        </pc:spChg>
        <pc:spChg chg="mod">
          <ac:chgData name="Gusti Pangestu" userId="7768735c-5c0d-4d9b-b550-ead0b3c82a30" providerId="ADAL" clId="{F89C377E-197E-465E-A4E6-441D20C309D9}" dt="2022-12-12T04:21:45.727" v="149"/>
          <ac:spMkLst>
            <pc:docMk/>
            <pc:sldMk cId="621401421" sldId="297"/>
            <ac:spMk id="3" creationId="{F70348FD-010B-6A2E-87EB-B9DA5F3AA1C9}"/>
          </ac:spMkLst>
        </pc:spChg>
        <pc:picChg chg="add mod">
          <ac:chgData name="Gusti Pangestu" userId="7768735c-5c0d-4d9b-b550-ead0b3c82a30" providerId="ADAL" clId="{F89C377E-197E-465E-A4E6-441D20C309D9}" dt="2022-12-12T04:22:00.240" v="153" actId="1076"/>
          <ac:picMkLst>
            <pc:docMk/>
            <pc:sldMk cId="621401421" sldId="297"/>
            <ac:picMk id="5" creationId="{F5FE04FC-EA88-C3EB-3A93-760D109BDA33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1881632681" sldId="297"/>
        </pc:sldMkLst>
      </pc:sldChg>
      <pc:sldChg chg="modSp new del mod">
        <pc:chgData name="Gusti Pangestu" userId="7768735c-5c0d-4d9b-b550-ead0b3c82a30" providerId="ADAL" clId="{F89C377E-197E-465E-A4E6-441D20C309D9}" dt="2022-12-12T04:10:15.729" v="117" actId="47"/>
        <pc:sldMkLst>
          <pc:docMk/>
          <pc:sldMk cId="2276760796" sldId="297"/>
        </pc:sldMkLst>
        <pc:spChg chg="mod">
          <ac:chgData name="Gusti Pangestu" userId="7768735c-5c0d-4d9b-b550-ead0b3c82a30" providerId="ADAL" clId="{F89C377E-197E-465E-A4E6-441D20C309D9}" dt="2022-12-12T04:10:06.051" v="116"/>
          <ac:spMkLst>
            <pc:docMk/>
            <pc:sldMk cId="2276760796" sldId="297"/>
            <ac:spMk id="2" creationId="{18948BA6-6A10-6BE9-66FA-5C1C98EE3ECE}"/>
          </ac:spMkLst>
        </pc:spChg>
      </pc:sldChg>
      <pc:sldChg chg="addSp delSp modSp new mod">
        <pc:chgData name="Gusti Pangestu" userId="7768735c-5c0d-4d9b-b550-ead0b3c82a30" providerId="ADAL" clId="{F89C377E-197E-465E-A4E6-441D20C309D9}" dt="2022-12-12T04:22:22.276" v="157" actId="1076"/>
        <pc:sldMkLst>
          <pc:docMk/>
          <pc:sldMk cId="1357288573" sldId="298"/>
        </pc:sldMkLst>
        <pc:spChg chg="del">
          <ac:chgData name="Gusti Pangestu" userId="7768735c-5c0d-4d9b-b550-ead0b3c82a30" providerId="ADAL" clId="{F89C377E-197E-465E-A4E6-441D20C309D9}" dt="2022-12-12T04:22:13.897" v="156" actId="478"/>
          <ac:spMkLst>
            <pc:docMk/>
            <pc:sldMk cId="1357288573" sldId="298"/>
            <ac:spMk id="2" creationId="{83D9939C-8FE4-CDB5-3D3C-87DD53859764}"/>
          </ac:spMkLst>
        </pc:spChg>
        <pc:spChg chg="del">
          <ac:chgData name="Gusti Pangestu" userId="7768735c-5c0d-4d9b-b550-ead0b3c82a30" providerId="ADAL" clId="{F89C377E-197E-465E-A4E6-441D20C309D9}" dt="2022-12-12T04:22:11.647" v="155" actId="22"/>
          <ac:spMkLst>
            <pc:docMk/>
            <pc:sldMk cId="1357288573" sldId="298"/>
            <ac:spMk id="3" creationId="{966E835B-EADC-9C9C-B817-C3317979AA77}"/>
          </ac:spMkLst>
        </pc:spChg>
        <pc:picChg chg="add mod ord">
          <ac:chgData name="Gusti Pangestu" userId="7768735c-5c0d-4d9b-b550-ead0b3c82a30" providerId="ADAL" clId="{F89C377E-197E-465E-A4E6-441D20C309D9}" dt="2022-12-12T04:22:22.276" v="157" actId="1076"/>
          <ac:picMkLst>
            <pc:docMk/>
            <pc:sldMk cId="1357288573" sldId="298"/>
            <ac:picMk id="5" creationId="{C86D2C45-B8FC-05CC-2B05-8E40F7AE9447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2531925851" sldId="298"/>
        </pc:sldMkLst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1883384608" sldId="299"/>
        </pc:sldMkLst>
      </pc:sldChg>
      <pc:sldChg chg="addSp delSp modSp new mod">
        <pc:chgData name="Gusti Pangestu" userId="7768735c-5c0d-4d9b-b550-ead0b3c82a30" providerId="ADAL" clId="{F89C377E-197E-465E-A4E6-441D20C309D9}" dt="2022-12-12T04:32:51.874" v="169" actId="14100"/>
        <pc:sldMkLst>
          <pc:docMk/>
          <pc:sldMk cId="3892804438" sldId="299"/>
        </pc:sldMkLst>
        <pc:spChg chg="mod">
          <ac:chgData name="Gusti Pangestu" userId="7768735c-5c0d-4d9b-b550-ead0b3c82a30" providerId="ADAL" clId="{F89C377E-197E-465E-A4E6-441D20C309D9}" dt="2022-12-12T04:31:44.631" v="159"/>
          <ac:spMkLst>
            <pc:docMk/>
            <pc:sldMk cId="3892804438" sldId="299"/>
            <ac:spMk id="2" creationId="{843DF6D6-59BC-C212-6A9F-3A0960DCF985}"/>
          </ac:spMkLst>
        </pc:spChg>
        <pc:spChg chg="del">
          <ac:chgData name="Gusti Pangestu" userId="7768735c-5c0d-4d9b-b550-ead0b3c82a30" providerId="ADAL" clId="{F89C377E-197E-465E-A4E6-441D20C309D9}" dt="2022-12-12T04:32:03.624" v="160" actId="22"/>
          <ac:spMkLst>
            <pc:docMk/>
            <pc:sldMk cId="3892804438" sldId="299"/>
            <ac:spMk id="3" creationId="{7540F592-E92F-5605-0AE5-D3C32CA10702}"/>
          </ac:spMkLst>
        </pc:spChg>
        <pc:spChg chg="add mod">
          <ac:chgData name="Gusti Pangestu" userId="7768735c-5c0d-4d9b-b550-ead0b3c82a30" providerId="ADAL" clId="{F89C377E-197E-465E-A4E6-441D20C309D9}" dt="2022-12-12T04:32:51.874" v="169" actId="14100"/>
          <ac:spMkLst>
            <pc:docMk/>
            <pc:sldMk cId="3892804438" sldId="299"/>
            <ac:spMk id="7" creationId="{041220A7-A060-4714-BE56-B40B93436E6E}"/>
          </ac:spMkLst>
        </pc:spChg>
        <pc:picChg chg="add mod ord">
          <ac:chgData name="Gusti Pangestu" userId="7768735c-5c0d-4d9b-b550-ead0b3c82a30" providerId="ADAL" clId="{F89C377E-197E-465E-A4E6-441D20C309D9}" dt="2022-12-12T04:32:09.929" v="161" actId="1076"/>
          <ac:picMkLst>
            <pc:docMk/>
            <pc:sldMk cId="3892804438" sldId="299"/>
            <ac:picMk id="5" creationId="{5F05C273-1EDE-7F07-7C1F-C3C0CE73FE91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23841198" sldId="300"/>
        </pc:sldMkLst>
      </pc:sldChg>
      <pc:sldChg chg="addSp delSp modSp new mod">
        <pc:chgData name="Gusti Pangestu" userId="7768735c-5c0d-4d9b-b550-ead0b3c82a30" providerId="ADAL" clId="{F89C377E-197E-465E-A4E6-441D20C309D9}" dt="2022-12-12T04:34:43.590" v="190" actId="20577"/>
        <pc:sldMkLst>
          <pc:docMk/>
          <pc:sldMk cId="3986061941" sldId="300"/>
        </pc:sldMkLst>
        <pc:spChg chg="del">
          <ac:chgData name="Gusti Pangestu" userId="7768735c-5c0d-4d9b-b550-ead0b3c82a30" providerId="ADAL" clId="{F89C377E-197E-465E-A4E6-441D20C309D9}" dt="2022-12-12T04:33:06.266" v="171" actId="478"/>
          <ac:spMkLst>
            <pc:docMk/>
            <pc:sldMk cId="3986061941" sldId="300"/>
            <ac:spMk id="2" creationId="{DD55494B-D2FD-ECB3-5CDD-0BF906ABF22D}"/>
          </ac:spMkLst>
        </pc:spChg>
        <pc:spChg chg="del">
          <ac:chgData name="Gusti Pangestu" userId="7768735c-5c0d-4d9b-b550-ead0b3c82a30" providerId="ADAL" clId="{F89C377E-197E-465E-A4E6-441D20C309D9}" dt="2022-12-12T04:33:07.881" v="172" actId="478"/>
          <ac:spMkLst>
            <pc:docMk/>
            <pc:sldMk cId="3986061941" sldId="300"/>
            <ac:spMk id="3" creationId="{E9D49306-2F54-A3A7-6A61-26B481EA2EA9}"/>
          </ac:spMkLst>
        </pc:spChg>
        <pc:spChg chg="add mod">
          <ac:chgData name="Gusti Pangestu" userId="7768735c-5c0d-4d9b-b550-ead0b3c82a30" providerId="ADAL" clId="{F89C377E-197E-465E-A4E6-441D20C309D9}" dt="2022-12-12T04:34:43.590" v="190" actId="20577"/>
          <ac:spMkLst>
            <pc:docMk/>
            <pc:sldMk cId="3986061941" sldId="300"/>
            <ac:spMk id="9" creationId="{03545CA6-31C3-AEBE-B612-ECAAEFBE32AB}"/>
          </ac:spMkLst>
        </pc:spChg>
        <pc:picChg chg="add mod">
          <ac:chgData name="Gusti Pangestu" userId="7768735c-5c0d-4d9b-b550-ead0b3c82a30" providerId="ADAL" clId="{F89C377E-197E-465E-A4E6-441D20C309D9}" dt="2022-12-12T04:34:22.591" v="179" actId="1076"/>
          <ac:picMkLst>
            <pc:docMk/>
            <pc:sldMk cId="3986061941" sldId="300"/>
            <ac:picMk id="5" creationId="{C5BE5FF8-A686-55F2-0CE0-0E3ADED8EE2E}"/>
          </ac:picMkLst>
        </pc:picChg>
        <pc:picChg chg="add mod">
          <ac:chgData name="Gusti Pangestu" userId="7768735c-5c0d-4d9b-b550-ead0b3c82a30" providerId="ADAL" clId="{F89C377E-197E-465E-A4E6-441D20C309D9}" dt="2022-12-12T04:33:33.347" v="176" actId="1076"/>
          <ac:picMkLst>
            <pc:docMk/>
            <pc:sldMk cId="3986061941" sldId="300"/>
            <ac:picMk id="7" creationId="{D5234021-11BA-51B7-6E1F-9DBA714E04B7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2336243321" sldId="301"/>
        </pc:sldMkLst>
      </pc:sldChg>
      <pc:sldChg chg="addSp delSp modSp new mod">
        <pc:chgData name="Gusti Pangestu" userId="7768735c-5c0d-4d9b-b550-ead0b3c82a30" providerId="ADAL" clId="{F89C377E-197E-465E-A4E6-441D20C309D9}" dt="2022-12-12T04:36:05.277" v="215" actId="20577"/>
        <pc:sldMkLst>
          <pc:docMk/>
          <pc:sldMk cId="2956555080" sldId="301"/>
        </pc:sldMkLst>
        <pc:spChg chg="del">
          <ac:chgData name="Gusti Pangestu" userId="7768735c-5c0d-4d9b-b550-ead0b3c82a30" providerId="ADAL" clId="{F89C377E-197E-465E-A4E6-441D20C309D9}" dt="2022-12-12T04:34:55.823" v="193" actId="478"/>
          <ac:spMkLst>
            <pc:docMk/>
            <pc:sldMk cId="2956555080" sldId="301"/>
            <ac:spMk id="2" creationId="{F9493BD0-EF77-8A4B-0727-125FD8C6DE6B}"/>
          </ac:spMkLst>
        </pc:spChg>
        <pc:spChg chg="del">
          <ac:chgData name="Gusti Pangestu" userId="7768735c-5c0d-4d9b-b550-ead0b3c82a30" providerId="ADAL" clId="{F89C377E-197E-465E-A4E6-441D20C309D9}" dt="2022-12-12T04:34:53.857" v="192" actId="22"/>
          <ac:spMkLst>
            <pc:docMk/>
            <pc:sldMk cId="2956555080" sldId="301"/>
            <ac:spMk id="3" creationId="{9E1123CC-5E98-0BC5-7DAE-A923B98E7C21}"/>
          </ac:spMkLst>
        </pc:spChg>
        <pc:spChg chg="add mod">
          <ac:chgData name="Gusti Pangestu" userId="7768735c-5c0d-4d9b-b550-ead0b3c82a30" providerId="ADAL" clId="{F89C377E-197E-465E-A4E6-441D20C309D9}" dt="2022-12-12T04:36:05.277" v="215" actId="20577"/>
          <ac:spMkLst>
            <pc:docMk/>
            <pc:sldMk cId="2956555080" sldId="301"/>
            <ac:spMk id="7" creationId="{7F30A97F-3686-A475-5844-203D126530C4}"/>
          </ac:spMkLst>
        </pc:spChg>
        <pc:picChg chg="add mod ord">
          <ac:chgData name="Gusti Pangestu" userId="7768735c-5c0d-4d9b-b550-ead0b3c82a30" providerId="ADAL" clId="{F89C377E-197E-465E-A4E6-441D20C309D9}" dt="2022-12-12T04:35:46.693" v="204" actId="1076"/>
          <ac:picMkLst>
            <pc:docMk/>
            <pc:sldMk cId="2956555080" sldId="301"/>
            <ac:picMk id="5" creationId="{65A2DFD2-C0AF-A92A-7A87-5F5EBE1ACF21}"/>
          </ac:picMkLst>
        </pc:picChg>
      </pc:sldChg>
      <pc:sldChg chg="modSp new mod">
        <pc:chgData name="Gusti Pangestu" userId="7768735c-5c0d-4d9b-b550-ead0b3c82a30" providerId="ADAL" clId="{F89C377E-197E-465E-A4E6-441D20C309D9}" dt="2022-12-12T06:09:13.183" v="297" actId="20577"/>
        <pc:sldMkLst>
          <pc:docMk/>
          <pc:sldMk cId="687154644" sldId="302"/>
        </pc:sldMkLst>
        <pc:spChg chg="mod">
          <ac:chgData name="Gusti Pangestu" userId="7768735c-5c0d-4d9b-b550-ead0b3c82a30" providerId="ADAL" clId="{F89C377E-197E-465E-A4E6-441D20C309D9}" dt="2022-12-12T04:37:27.180" v="273" actId="20577"/>
          <ac:spMkLst>
            <pc:docMk/>
            <pc:sldMk cId="687154644" sldId="302"/>
            <ac:spMk id="2" creationId="{7E8B917B-D9E0-E6ED-7162-3BBE6A2AFA8A}"/>
          </ac:spMkLst>
        </pc:spChg>
        <pc:spChg chg="mod">
          <ac:chgData name="Gusti Pangestu" userId="7768735c-5c0d-4d9b-b550-ead0b3c82a30" providerId="ADAL" clId="{F89C377E-197E-465E-A4E6-441D20C309D9}" dt="2022-12-12T06:09:13.183" v="297" actId="20577"/>
          <ac:spMkLst>
            <pc:docMk/>
            <pc:sldMk cId="687154644" sldId="302"/>
            <ac:spMk id="3" creationId="{30C6F67E-1398-3833-A19E-16372D4FDB04}"/>
          </ac:spMkLst>
        </pc:sp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2246630029" sldId="302"/>
        </pc:sldMkLst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2427825456" sldId="303"/>
        </pc:sldMkLst>
      </pc:sldChg>
      <pc:sldChg chg="addSp delSp modSp new mod">
        <pc:chgData name="Gusti Pangestu" userId="7768735c-5c0d-4d9b-b550-ead0b3c82a30" providerId="ADAL" clId="{F89C377E-197E-465E-A4E6-441D20C309D9}" dt="2022-12-12T04:36:50.189" v="258" actId="26606"/>
        <pc:sldMkLst>
          <pc:docMk/>
          <pc:sldMk cId="4200006546" sldId="303"/>
        </pc:sldMkLst>
        <pc:spChg chg="mod">
          <ac:chgData name="Gusti Pangestu" userId="7768735c-5c0d-4d9b-b550-ead0b3c82a30" providerId="ADAL" clId="{F89C377E-197E-465E-A4E6-441D20C309D9}" dt="2022-12-12T04:36:50.189" v="258" actId="26606"/>
          <ac:spMkLst>
            <pc:docMk/>
            <pc:sldMk cId="4200006546" sldId="303"/>
            <ac:spMk id="2" creationId="{095879F1-8A23-188B-7AC2-C780A87B5878}"/>
          </ac:spMkLst>
        </pc:spChg>
        <pc:spChg chg="del">
          <ac:chgData name="Gusti Pangestu" userId="7768735c-5c0d-4d9b-b550-ead0b3c82a30" providerId="ADAL" clId="{F89C377E-197E-465E-A4E6-441D20C309D9}" dt="2022-12-12T04:36:41.836" v="256" actId="22"/>
          <ac:spMkLst>
            <pc:docMk/>
            <pc:sldMk cId="4200006546" sldId="303"/>
            <ac:spMk id="3" creationId="{C7A507F8-33B2-7C86-C28F-83CEDF342ABB}"/>
          </ac:spMkLst>
        </pc:spChg>
        <pc:picChg chg="add mod ord">
          <ac:chgData name="Gusti Pangestu" userId="7768735c-5c0d-4d9b-b550-ead0b3c82a30" providerId="ADAL" clId="{F89C377E-197E-465E-A4E6-441D20C309D9}" dt="2022-12-12T04:36:50.189" v="258" actId="26606"/>
          <ac:picMkLst>
            <pc:docMk/>
            <pc:sldMk cId="4200006546" sldId="303"/>
            <ac:picMk id="5" creationId="{C46C37FA-973A-433C-23DE-092639AC63A9}"/>
          </ac:picMkLst>
        </pc:picChg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1646206652" sldId="304"/>
        </pc:sldMkLst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1188252766" sldId="305"/>
        </pc:sldMkLst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3237010557" sldId="306"/>
        </pc:sldMkLst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934571703" sldId="307"/>
        </pc:sldMkLst>
      </pc:sldChg>
      <pc:sldChg chg="del">
        <pc:chgData name="Gusti Pangestu" userId="7768735c-5c0d-4d9b-b550-ead0b3c82a30" providerId="ADAL" clId="{F89C377E-197E-465E-A4E6-441D20C309D9}" dt="2022-12-12T03:55:58.531" v="0" actId="47"/>
        <pc:sldMkLst>
          <pc:docMk/>
          <pc:sldMk cId="1490100694" sldId="308"/>
        </pc:sldMkLst>
      </pc:sldChg>
    </pc:docChg>
  </pc:docChgLst>
  <pc:docChgLst>
    <pc:chgData name="Gusti Pangestu" userId="S::gusti.pangestu@binus.ac.id::7768735c-5c0d-4d9b-b550-ead0b3c82a30" providerId="AD" clId="Web-{2D93CF2B-77F8-A25B-D210-87A5597154A1}"/>
    <pc:docChg chg="addSld modSld modSection">
      <pc:chgData name="Gusti Pangestu" userId="S::gusti.pangestu@binus.ac.id::7768735c-5c0d-4d9b-b550-ead0b3c82a30" providerId="AD" clId="Web-{2D93CF2B-77F8-A25B-D210-87A5597154A1}" dt="2022-11-08T02:40:13.934" v="3" actId="20577"/>
      <pc:docMkLst>
        <pc:docMk/>
      </pc:docMkLst>
      <pc:sldChg chg="modSp new">
        <pc:chgData name="Gusti Pangestu" userId="S::gusti.pangestu@binus.ac.id::7768735c-5c0d-4d9b-b550-ead0b3c82a30" providerId="AD" clId="Web-{2D93CF2B-77F8-A25B-D210-87A5597154A1}" dt="2022-11-08T02:40:13.934" v="3" actId="20577"/>
        <pc:sldMkLst>
          <pc:docMk/>
          <pc:sldMk cId="2349906427" sldId="308"/>
        </pc:sldMkLst>
        <pc:spChg chg="mod">
          <ac:chgData name="Gusti Pangestu" userId="S::gusti.pangestu@binus.ac.id::7768735c-5c0d-4d9b-b550-ead0b3c82a30" providerId="AD" clId="Web-{2D93CF2B-77F8-A25B-D210-87A5597154A1}" dt="2022-11-08T02:40:13.934" v="3" actId="20577"/>
          <ac:spMkLst>
            <pc:docMk/>
            <pc:sldMk cId="2349906427" sldId="308"/>
            <ac:spMk id="2" creationId="{8F985375-C6B8-C22E-CA8A-4D16C270F34C}"/>
          </ac:spMkLst>
        </pc:spChg>
      </pc:sldChg>
    </pc:docChg>
  </pc:docChgLst>
  <pc:docChgLst>
    <pc:chgData name="Gusti Pangestu" userId="S::gusti.pangestu@binus.ac.id::7768735c-5c0d-4d9b-b550-ead0b3c82a30" providerId="AD" clId="Web-{FEBE4CCC-5D25-1200-0545-AEF373003FC1}"/>
    <pc:docChg chg="addSld delSld modSld modSection">
      <pc:chgData name="Gusti Pangestu" userId="S::gusti.pangestu@binus.ac.id::7768735c-5c0d-4d9b-b550-ead0b3c82a30" providerId="AD" clId="Web-{FEBE4CCC-5D25-1200-0545-AEF373003FC1}" dt="2020-11-08T21:04:49.476" v="21"/>
      <pc:docMkLst>
        <pc:docMk/>
      </pc:docMkLst>
      <pc:sldChg chg="new">
        <pc:chgData name="Gusti Pangestu" userId="S::gusti.pangestu@binus.ac.id::7768735c-5c0d-4d9b-b550-ead0b3c82a30" providerId="AD" clId="Web-{FEBE4CCC-5D25-1200-0545-AEF373003FC1}" dt="2020-11-08T21:04:49.476" v="21"/>
        <pc:sldMkLst>
          <pc:docMk/>
          <pc:sldMk cId="654055134" sldId="25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20"/>
        <pc:sldMkLst>
          <pc:docMk/>
          <pc:sldMk cId="4204421142" sldId="25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9"/>
        <pc:sldMkLst>
          <pc:docMk/>
          <pc:sldMk cId="994908812" sldId="25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3"/>
        <pc:sldMkLst>
          <pc:docMk/>
          <pc:sldMk cId="2516975436" sldId="259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8"/>
        <pc:sldMkLst>
          <pc:docMk/>
          <pc:sldMk cId="4186271631" sldId="264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7"/>
        <pc:sldMkLst>
          <pc:docMk/>
          <pc:sldMk cId="3688710690" sldId="28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6"/>
        <pc:sldMkLst>
          <pc:docMk/>
          <pc:sldMk cId="1186381382" sldId="309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8"/>
        <pc:sldMkLst>
          <pc:docMk/>
          <pc:sldMk cId="65465427" sldId="34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6"/>
        <pc:sldMkLst>
          <pc:docMk/>
          <pc:sldMk cId="757693215" sldId="34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4"/>
        <pc:sldMkLst>
          <pc:docMk/>
          <pc:sldMk cId="1465585602" sldId="348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9"/>
        <pc:sldMkLst>
          <pc:docMk/>
          <pc:sldMk cId="1597360731" sldId="353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7"/>
        <pc:sldMkLst>
          <pc:docMk/>
          <pc:sldMk cId="1597360731" sldId="354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5"/>
        <pc:sldMkLst>
          <pc:docMk/>
          <pc:sldMk cId="1597360731" sldId="355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5"/>
        <pc:sldMkLst>
          <pc:docMk/>
          <pc:sldMk cId="1165641375" sldId="35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4"/>
        <pc:sldMkLst>
          <pc:docMk/>
          <pc:sldMk cId="2219033991" sldId="35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3"/>
        <pc:sldMkLst>
          <pc:docMk/>
          <pc:sldMk cId="1265282280" sldId="358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2"/>
        <pc:sldMkLst>
          <pc:docMk/>
          <pc:sldMk cId="3269180244" sldId="359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1"/>
        <pc:sldMkLst>
          <pc:docMk/>
          <pc:sldMk cId="2273681120" sldId="360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0"/>
        <pc:sldMkLst>
          <pc:docMk/>
          <pc:sldMk cId="270913358" sldId="361"/>
        </pc:sldMkLst>
      </pc:sldChg>
      <pc:sldChg chg="delSp modSp new del mod modClrScheme chgLayout">
        <pc:chgData name="Gusti Pangestu" userId="S::gusti.pangestu@binus.ac.id::7768735c-5c0d-4d9b-b550-ead0b3c82a30" providerId="AD" clId="Web-{FEBE4CCC-5D25-1200-0545-AEF373003FC1}" dt="2020-11-08T21:04:46.835" v="2"/>
        <pc:sldMkLst>
          <pc:docMk/>
          <pc:sldMk cId="253952621" sldId="362"/>
        </pc:sldMkLst>
        <pc:spChg chg="mod ord">
          <ac:chgData name="Gusti Pangestu" userId="S::gusti.pangestu@binus.ac.id::7768735c-5c0d-4d9b-b550-ead0b3c82a30" providerId="AD" clId="Web-{FEBE4CCC-5D25-1200-0545-AEF373003FC1}" dt="2020-11-08T21:04:11.022" v="1"/>
          <ac:spMkLst>
            <pc:docMk/>
            <pc:sldMk cId="253952621" sldId="362"/>
            <ac:spMk id="2" creationId="{224B20C3-5909-4D46-ACE5-428B22D07EE2}"/>
          </ac:spMkLst>
        </pc:spChg>
        <pc:spChg chg="mod ord">
          <ac:chgData name="Gusti Pangestu" userId="S::gusti.pangestu@binus.ac.id::7768735c-5c0d-4d9b-b550-ead0b3c82a30" providerId="AD" clId="Web-{FEBE4CCC-5D25-1200-0545-AEF373003FC1}" dt="2020-11-08T21:04:11.022" v="1"/>
          <ac:spMkLst>
            <pc:docMk/>
            <pc:sldMk cId="253952621" sldId="362"/>
            <ac:spMk id="3" creationId="{00F7404C-2094-4998-9909-91A645005070}"/>
          </ac:spMkLst>
        </pc:spChg>
        <pc:spChg chg="del">
          <ac:chgData name="Gusti Pangestu" userId="S::gusti.pangestu@binus.ac.id::7768735c-5c0d-4d9b-b550-ead0b3c82a30" providerId="AD" clId="Web-{FEBE4CCC-5D25-1200-0545-AEF373003FC1}" dt="2020-11-08T21:04:11.022" v="1"/>
          <ac:spMkLst>
            <pc:docMk/>
            <pc:sldMk cId="253952621" sldId="362"/>
            <ac:spMk id="4" creationId="{5956C5DF-25F3-4A6B-8E08-A088F163FAE3}"/>
          </ac:spMkLst>
        </pc:spChg>
      </pc:sldChg>
    </pc:docChg>
  </pc:docChgLst>
  <pc:docChgLst>
    <pc:chgData name="Gusti Pangestu" userId="S::gusti.pangestu@binus.ac.id::7768735c-5c0d-4d9b-b550-ead0b3c82a30" providerId="AD" clId="Web-{4A07B62D-5FC8-B8E7-56D8-8F436EB36271}"/>
    <pc:docChg chg="addSld delSld modSld modSection">
      <pc:chgData name="Gusti Pangestu" userId="S::gusti.pangestu@binus.ac.id::7768735c-5c0d-4d9b-b550-ead0b3c82a30" providerId="AD" clId="Web-{4A07B62D-5FC8-B8E7-56D8-8F436EB36271}" dt="2022-10-27T04:20:36.460" v="197" actId="20577"/>
      <pc:docMkLst>
        <pc:docMk/>
      </pc:docMkLst>
      <pc:sldChg chg="modSp">
        <pc:chgData name="Gusti Pangestu" userId="S::gusti.pangestu@binus.ac.id::7768735c-5c0d-4d9b-b550-ead0b3c82a30" providerId="AD" clId="Web-{4A07B62D-5FC8-B8E7-56D8-8F436EB36271}" dt="2022-10-27T03:33:00.608" v="67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4A07B62D-5FC8-B8E7-56D8-8F436EB36271}" dt="2022-10-27T03:32:47.155" v="55" actId="20577"/>
          <ac:spMkLst>
            <pc:docMk/>
            <pc:sldMk cId="109857222" sldId="258"/>
            <ac:spMk id="2" creationId="{00000000-0000-0000-0000-000000000000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3:33:00.608" v="67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del">
        <pc:chgData name="Gusti Pangestu" userId="S::gusti.pangestu@binus.ac.id::7768735c-5c0d-4d9b-b550-ead0b3c82a30" providerId="AD" clId="Web-{4A07B62D-5FC8-B8E7-56D8-8F436EB36271}" dt="2022-10-27T03:32:17.654" v="28"/>
        <pc:sldMkLst>
          <pc:docMk/>
          <pc:sldMk cId="1744550803" sldId="259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654" v="27"/>
        <pc:sldMkLst>
          <pc:docMk/>
          <pc:sldMk cId="2444400246" sldId="260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623" v="26"/>
        <pc:sldMkLst>
          <pc:docMk/>
          <pc:sldMk cId="3227208170" sldId="261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623" v="25"/>
        <pc:sldMkLst>
          <pc:docMk/>
          <pc:sldMk cId="3586522301" sldId="262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91" v="24"/>
        <pc:sldMkLst>
          <pc:docMk/>
          <pc:sldMk cId="1358273460" sldId="263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91" v="23"/>
        <pc:sldMkLst>
          <pc:docMk/>
          <pc:sldMk cId="4186271631" sldId="264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91" v="22"/>
        <pc:sldMkLst>
          <pc:docMk/>
          <pc:sldMk cId="640388395" sldId="265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60" v="21"/>
        <pc:sldMkLst>
          <pc:docMk/>
          <pc:sldMk cId="2731352854" sldId="266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60" v="20"/>
        <pc:sldMkLst>
          <pc:docMk/>
          <pc:sldMk cId="2491614461" sldId="267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60" v="19"/>
        <pc:sldMkLst>
          <pc:docMk/>
          <pc:sldMk cId="2148684292" sldId="268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8"/>
        <pc:sldMkLst>
          <pc:docMk/>
          <pc:sldMk cId="3556607782" sldId="269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7"/>
        <pc:sldMkLst>
          <pc:docMk/>
          <pc:sldMk cId="1547233532" sldId="270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6"/>
        <pc:sldMkLst>
          <pc:docMk/>
          <pc:sldMk cId="536712598" sldId="271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5"/>
        <pc:sldMkLst>
          <pc:docMk/>
          <pc:sldMk cId="871585317" sldId="272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4"/>
        <pc:sldMkLst>
          <pc:docMk/>
          <pc:sldMk cId="2571191043" sldId="273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3"/>
        <pc:sldMkLst>
          <pc:docMk/>
          <pc:sldMk cId="3225170664" sldId="274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2"/>
        <pc:sldMkLst>
          <pc:docMk/>
          <pc:sldMk cId="785895188" sldId="275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29" v="11"/>
        <pc:sldMkLst>
          <pc:docMk/>
          <pc:sldMk cId="4271303309" sldId="276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29" v="10"/>
        <pc:sldMkLst>
          <pc:docMk/>
          <pc:sldMk cId="2117260491" sldId="277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29" v="9"/>
        <pc:sldMkLst>
          <pc:docMk/>
          <pc:sldMk cId="1015955173" sldId="278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8"/>
        <pc:sldMkLst>
          <pc:docMk/>
          <pc:sldMk cId="344992624" sldId="279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7"/>
        <pc:sldMkLst>
          <pc:docMk/>
          <pc:sldMk cId="90282252" sldId="280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6"/>
        <pc:sldMkLst>
          <pc:docMk/>
          <pc:sldMk cId="3410787883" sldId="281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5"/>
        <pc:sldMkLst>
          <pc:docMk/>
          <pc:sldMk cId="1227478321" sldId="282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4"/>
        <pc:sldMkLst>
          <pc:docMk/>
          <pc:sldMk cId="292231376" sldId="283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3"/>
        <pc:sldMkLst>
          <pc:docMk/>
          <pc:sldMk cId="2152450951" sldId="284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2"/>
        <pc:sldMkLst>
          <pc:docMk/>
          <pc:sldMk cId="2554036173" sldId="285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1"/>
        <pc:sldMkLst>
          <pc:docMk/>
          <pc:sldMk cId="1741353849" sldId="286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0"/>
        <pc:sldMkLst>
          <pc:docMk/>
          <pc:sldMk cId="2486734919" sldId="287"/>
        </pc:sldMkLst>
      </pc:sldChg>
      <pc:sldChg chg="modSp">
        <pc:chgData name="Gusti Pangestu" userId="S::gusti.pangestu@binus.ac.id::7768735c-5c0d-4d9b-b550-ead0b3c82a30" providerId="AD" clId="Web-{4A07B62D-5FC8-B8E7-56D8-8F436EB36271}" dt="2022-10-27T04:20:36.460" v="197" actId="20577"/>
        <pc:sldMkLst>
          <pc:docMk/>
          <pc:sldMk cId="1365886943" sldId="289"/>
        </pc:sldMkLst>
        <pc:spChg chg="mod">
          <ac:chgData name="Gusti Pangestu" userId="S::gusti.pangestu@binus.ac.id::7768735c-5c0d-4d9b-b550-ead0b3c82a30" providerId="AD" clId="Web-{4A07B62D-5FC8-B8E7-56D8-8F436EB36271}" dt="2022-10-27T04:20:36.460" v="197" actId="20577"/>
          <ac:spMkLst>
            <pc:docMk/>
            <pc:sldMk cId="1365886943" sldId="289"/>
            <ac:spMk id="5" creationId="{BFC9FBC7-A7B5-44F5-875A-9C78EE947DD2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3:33:38.797" v="76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4A07B62D-5FC8-B8E7-56D8-8F436EB36271}" dt="2022-10-27T03:33:24.281" v="73" actId="20577"/>
          <ac:spMkLst>
            <pc:docMk/>
            <pc:sldMk cId="1545682022" sldId="290"/>
            <ac:spMk id="2" creationId="{0D127130-CB93-C8BE-7021-F7979E8208C3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3:33:38.797" v="76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 mod modClrScheme chgLayout">
        <pc:chgData name="Gusti Pangestu" userId="S::gusti.pangestu@binus.ac.id::7768735c-5c0d-4d9b-b550-ead0b3c82a30" providerId="AD" clId="Web-{4A07B62D-5FC8-B8E7-56D8-8F436EB36271}" dt="2022-10-27T03:33:55.203" v="83" actId="20577"/>
        <pc:sldMkLst>
          <pc:docMk/>
          <pc:sldMk cId="2466898216" sldId="291"/>
        </pc:sldMkLst>
        <pc:spChg chg="mod ord">
          <ac:chgData name="Gusti Pangestu" userId="S::gusti.pangestu@binus.ac.id::7768735c-5c0d-4d9b-b550-ead0b3c82a30" providerId="AD" clId="Web-{4A07B62D-5FC8-B8E7-56D8-8F436EB36271}" dt="2022-10-27T03:33:55.203" v="83" actId="20577"/>
          <ac:spMkLst>
            <pc:docMk/>
            <pc:sldMk cId="2466898216" sldId="291"/>
            <ac:spMk id="2" creationId="{1DA5B708-FC9B-00A9-922A-708391EAA17E}"/>
          </ac:spMkLst>
        </pc:spChg>
        <pc:spChg chg="mod ord">
          <ac:chgData name="Gusti Pangestu" userId="S::gusti.pangestu@binus.ac.id::7768735c-5c0d-4d9b-b550-ead0b3c82a30" providerId="AD" clId="Web-{4A07B62D-5FC8-B8E7-56D8-8F436EB36271}" dt="2022-10-27T03:33:48.531" v="78"/>
          <ac:spMkLst>
            <pc:docMk/>
            <pc:sldMk cId="2466898216" sldId="291"/>
            <ac:spMk id="3" creationId="{37081DDC-E11D-4A37-319D-F18FF771B1D3}"/>
          </ac:spMkLst>
        </pc:spChg>
      </pc:sldChg>
      <pc:sldChg chg="modSp new mod modClrScheme chgLayout">
        <pc:chgData name="Gusti Pangestu" userId="S::gusti.pangestu@binus.ac.id::7768735c-5c0d-4d9b-b550-ead0b3c82a30" providerId="AD" clId="Web-{4A07B62D-5FC8-B8E7-56D8-8F436EB36271}" dt="2022-10-27T03:34:48.205" v="93" actId="20577"/>
        <pc:sldMkLst>
          <pc:docMk/>
          <pc:sldMk cId="3525839078" sldId="292"/>
        </pc:sldMkLst>
        <pc:spChg chg="mod ord">
          <ac:chgData name="Gusti Pangestu" userId="S::gusti.pangestu@binus.ac.id::7768735c-5c0d-4d9b-b550-ead0b3c82a30" providerId="AD" clId="Web-{4A07B62D-5FC8-B8E7-56D8-8F436EB36271}" dt="2022-10-27T03:34:31.876" v="87" actId="20577"/>
          <ac:spMkLst>
            <pc:docMk/>
            <pc:sldMk cId="3525839078" sldId="292"/>
            <ac:spMk id="2" creationId="{0FD1391C-7614-D478-65D1-524193E45FC7}"/>
          </ac:spMkLst>
        </pc:spChg>
        <pc:spChg chg="mod ord">
          <ac:chgData name="Gusti Pangestu" userId="S::gusti.pangestu@binus.ac.id::7768735c-5c0d-4d9b-b550-ead0b3c82a30" providerId="AD" clId="Web-{4A07B62D-5FC8-B8E7-56D8-8F436EB36271}" dt="2022-10-27T03:34:48.205" v="93" actId="20577"/>
          <ac:spMkLst>
            <pc:docMk/>
            <pc:sldMk cId="3525839078" sldId="292"/>
            <ac:spMk id="3" creationId="{0873727D-BA01-A799-46C8-EC7DCCB11A3E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3:36:31.973" v="121" actId="20577"/>
        <pc:sldMkLst>
          <pc:docMk/>
          <pc:sldMk cId="4076145057" sldId="293"/>
        </pc:sldMkLst>
        <pc:spChg chg="mod">
          <ac:chgData name="Gusti Pangestu" userId="S::gusti.pangestu@binus.ac.id::7768735c-5c0d-4d9b-b550-ead0b3c82a30" providerId="AD" clId="Web-{4A07B62D-5FC8-B8E7-56D8-8F436EB36271}" dt="2022-10-27T03:35:08.486" v="98" actId="20577"/>
          <ac:spMkLst>
            <pc:docMk/>
            <pc:sldMk cId="4076145057" sldId="293"/>
            <ac:spMk id="2" creationId="{33FB5CBE-178D-8513-456F-A822E6C8BEFF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3:36:31.973" v="121" actId="20577"/>
          <ac:spMkLst>
            <pc:docMk/>
            <pc:sldMk cId="4076145057" sldId="293"/>
            <ac:spMk id="3" creationId="{E2727E9A-CE48-1885-0EF5-7B67BFB3EC92}"/>
          </ac:spMkLst>
        </pc:spChg>
      </pc:sldChg>
      <pc:sldChg chg="addSp delSp modSp new">
        <pc:chgData name="Gusti Pangestu" userId="S::gusti.pangestu@binus.ac.id::7768735c-5c0d-4d9b-b550-ead0b3c82a30" providerId="AD" clId="Web-{4A07B62D-5FC8-B8E7-56D8-8F436EB36271}" dt="2022-10-27T03:38:10.178" v="129" actId="1076"/>
        <pc:sldMkLst>
          <pc:docMk/>
          <pc:sldMk cId="1654806926" sldId="294"/>
        </pc:sldMkLst>
        <pc:spChg chg="del">
          <ac:chgData name="Gusti Pangestu" userId="S::gusti.pangestu@binus.ac.id::7768735c-5c0d-4d9b-b550-ead0b3c82a30" providerId="AD" clId="Web-{4A07B62D-5FC8-B8E7-56D8-8F436EB36271}" dt="2022-10-27T03:37:52.803" v="126"/>
          <ac:spMkLst>
            <pc:docMk/>
            <pc:sldMk cId="1654806926" sldId="294"/>
            <ac:spMk id="2" creationId="{B677F81A-B775-8269-F1F2-ACB6D365B45D}"/>
          </ac:spMkLst>
        </pc:spChg>
        <pc:spChg chg="del mod">
          <ac:chgData name="Gusti Pangestu" userId="S::gusti.pangestu@binus.ac.id::7768735c-5c0d-4d9b-b550-ead0b3c82a30" providerId="AD" clId="Web-{4A07B62D-5FC8-B8E7-56D8-8F436EB36271}" dt="2022-10-27T03:37:49.897" v="125"/>
          <ac:spMkLst>
            <pc:docMk/>
            <pc:sldMk cId="1654806926" sldId="294"/>
            <ac:spMk id="3" creationId="{A4F7337D-CF28-B38C-4966-E35FAD344E22}"/>
          </ac:spMkLst>
        </pc:spChg>
        <pc:spChg chg="add del">
          <ac:chgData name="Gusti Pangestu" userId="S::gusti.pangestu@binus.ac.id::7768735c-5c0d-4d9b-b550-ead0b3c82a30" providerId="AD" clId="Web-{4A07B62D-5FC8-B8E7-56D8-8F436EB36271}" dt="2022-10-27T03:38:00.178" v="127"/>
          <ac:spMkLst>
            <pc:docMk/>
            <pc:sldMk cId="1654806926" sldId="294"/>
            <ac:spMk id="9" creationId="{88CAE940-2F6D-D49B-1D77-795AE626C153}"/>
          </ac:spMkLst>
        </pc:spChg>
        <pc:picChg chg="add mod ord">
          <ac:chgData name="Gusti Pangestu" userId="S::gusti.pangestu@binus.ac.id::7768735c-5c0d-4d9b-b550-ead0b3c82a30" providerId="AD" clId="Web-{4A07B62D-5FC8-B8E7-56D8-8F436EB36271}" dt="2022-10-27T03:38:10.178" v="129" actId="1076"/>
          <ac:picMkLst>
            <pc:docMk/>
            <pc:sldMk cId="1654806926" sldId="294"/>
            <ac:picMk id="4" creationId="{32F0B99C-3514-5360-2C0F-FE302CBC16D1}"/>
          </ac:picMkLst>
        </pc:picChg>
      </pc:sldChg>
      <pc:sldChg chg="modSp new">
        <pc:chgData name="Gusti Pangestu" userId="S::gusti.pangestu@binus.ac.id::7768735c-5c0d-4d9b-b550-ead0b3c82a30" providerId="AD" clId="Web-{4A07B62D-5FC8-B8E7-56D8-8F436EB36271}" dt="2022-10-27T04:17:28.532" v="147" actId="20577"/>
        <pc:sldMkLst>
          <pc:docMk/>
          <pc:sldMk cId="1695190657" sldId="295"/>
        </pc:sldMkLst>
        <pc:spChg chg="mod">
          <ac:chgData name="Gusti Pangestu" userId="S::gusti.pangestu@binus.ac.id::7768735c-5c0d-4d9b-b550-ead0b3c82a30" providerId="AD" clId="Web-{4A07B62D-5FC8-B8E7-56D8-8F436EB36271}" dt="2022-10-27T04:17:28.532" v="147" actId="20577"/>
          <ac:spMkLst>
            <pc:docMk/>
            <pc:sldMk cId="1695190657" sldId="295"/>
            <ac:spMk id="2" creationId="{CE9CDD7E-610C-104F-E4D9-E4E57DECAC2C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7:24.922" v="144" actId="20577"/>
          <ac:spMkLst>
            <pc:docMk/>
            <pc:sldMk cId="1695190657" sldId="295"/>
            <ac:spMk id="3" creationId="{868B0950-9FB9-A836-EF04-095A7B5E2363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4:18:16.017" v="167" actId="20577"/>
        <pc:sldMkLst>
          <pc:docMk/>
          <pc:sldMk cId="1038788887" sldId="296"/>
        </pc:sldMkLst>
        <pc:spChg chg="mod">
          <ac:chgData name="Gusti Pangestu" userId="S::gusti.pangestu@binus.ac.id::7768735c-5c0d-4d9b-b550-ead0b3c82a30" providerId="AD" clId="Web-{4A07B62D-5FC8-B8E7-56D8-8F436EB36271}" dt="2022-10-27T04:17:35.547" v="154" actId="20577"/>
          <ac:spMkLst>
            <pc:docMk/>
            <pc:sldMk cId="1038788887" sldId="296"/>
            <ac:spMk id="2" creationId="{379435EB-2F4D-F994-FEBE-E84669BFF995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8:16.017" v="167" actId="20577"/>
          <ac:spMkLst>
            <pc:docMk/>
            <pc:sldMk cId="1038788887" sldId="296"/>
            <ac:spMk id="3" creationId="{2A8DCDF0-75EE-995B-B3D4-3D2783C8D05E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4:19:09.379" v="187" actId="20577"/>
        <pc:sldMkLst>
          <pc:docMk/>
          <pc:sldMk cId="1449165949" sldId="297"/>
        </pc:sldMkLst>
        <pc:spChg chg="mod">
          <ac:chgData name="Gusti Pangestu" userId="S::gusti.pangestu@binus.ac.id::7768735c-5c0d-4d9b-b550-ead0b3c82a30" providerId="AD" clId="Web-{4A07B62D-5FC8-B8E7-56D8-8F436EB36271}" dt="2022-10-27T04:18:21.565" v="173" actId="20577"/>
          <ac:spMkLst>
            <pc:docMk/>
            <pc:sldMk cId="1449165949" sldId="297"/>
            <ac:spMk id="2" creationId="{1BDB89C4-9F38-C573-7FEB-DBF372FEE009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9:09.379" v="187" actId="20577"/>
          <ac:spMkLst>
            <pc:docMk/>
            <pc:sldMk cId="1449165949" sldId="297"/>
            <ac:spMk id="3" creationId="{7C1388C6-98A5-18A5-BD6E-039461A1C138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4:19:35.583" v="193" actId="20577"/>
        <pc:sldMkLst>
          <pc:docMk/>
          <pc:sldMk cId="1604491517" sldId="298"/>
        </pc:sldMkLst>
        <pc:spChg chg="mod">
          <ac:chgData name="Gusti Pangestu" userId="S::gusti.pangestu@binus.ac.id::7768735c-5c0d-4d9b-b550-ead0b3c82a30" providerId="AD" clId="Web-{4A07B62D-5FC8-B8E7-56D8-8F436EB36271}" dt="2022-10-27T04:19:35.583" v="193" actId="20577"/>
          <ac:spMkLst>
            <pc:docMk/>
            <pc:sldMk cId="1604491517" sldId="298"/>
            <ac:spMk id="2" creationId="{60A60F9B-7090-48B0-C099-79A4FCD87C9C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9:33.145" v="192" actId="20577"/>
          <ac:spMkLst>
            <pc:docMk/>
            <pc:sldMk cId="1604491517" sldId="298"/>
            <ac:spMk id="3" creationId="{9565EA00-A502-2E60-9160-59751FEB0489}"/>
          </ac:spMkLst>
        </pc:spChg>
      </pc:sldChg>
    </pc:docChg>
  </pc:docChgLst>
  <pc:docChgLst>
    <pc:chgData name="Gusti Pangestu" userId="S::gusti.pangestu@binus.ac.id::7768735c-5c0d-4d9b-b550-ead0b3c82a30" providerId="AD" clId="Web-{C85BC696-B738-F53D-98D5-65753C315CC0}"/>
    <pc:docChg chg="addSld delSld modSld modSection">
      <pc:chgData name="Gusti Pangestu" userId="S::gusti.pangestu@binus.ac.id::7768735c-5c0d-4d9b-b550-ead0b3c82a30" providerId="AD" clId="Web-{C85BC696-B738-F53D-98D5-65753C315CC0}" dt="2022-11-17T07:11:17.053" v="77" actId="20577"/>
      <pc:docMkLst>
        <pc:docMk/>
      </pc:docMkLst>
      <pc:sldChg chg="modSp">
        <pc:chgData name="Gusti Pangestu" userId="S::gusti.pangestu@binus.ac.id::7768735c-5c0d-4d9b-b550-ead0b3c82a30" providerId="AD" clId="Web-{C85BC696-B738-F53D-98D5-65753C315CC0}" dt="2022-11-17T06:32:55.635" v="2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C85BC696-B738-F53D-98D5-65753C315CC0}" dt="2022-11-17T06:32:55.635" v="2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addSp modSp new">
        <pc:chgData name="Gusti Pangestu" userId="S::gusti.pangestu@binus.ac.id::7768735c-5c0d-4d9b-b550-ead0b3c82a30" providerId="AD" clId="Web-{C85BC696-B738-F53D-98D5-65753C315CC0}" dt="2022-11-17T06:37:53.437" v="44" actId="14100"/>
        <pc:sldMkLst>
          <pc:docMk/>
          <pc:sldMk cId="862529639" sldId="291"/>
        </pc:sldMkLst>
        <pc:spChg chg="mod">
          <ac:chgData name="Gusti Pangestu" userId="S::gusti.pangestu@binus.ac.id::7768735c-5c0d-4d9b-b550-ead0b3c82a30" providerId="AD" clId="Web-{C85BC696-B738-F53D-98D5-65753C315CC0}" dt="2022-11-17T06:34:03.261" v="33" actId="20577"/>
          <ac:spMkLst>
            <pc:docMk/>
            <pc:sldMk cId="862529639" sldId="291"/>
            <ac:spMk id="2" creationId="{244DCDDE-684F-4312-619A-1B0E60F01277}"/>
          </ac:spMkLst>
        </pc:spChg>
        <pc:spChg chg="mod">
          <ac:chgData name="Gusti Pangestu" userId="S::gusti.pangestu@binus.ac.id::7768735c-5c0d-4d9b-b550-ead0b3c82a30" providerId="AD" clId="Web-{C85BC696-B738-F53D-98D5-65753C315CC0}" dt="2022-11-17T06:37:46.906" v="41" actId="20577"/>
          <ac:spMkLst>
            <pc:docMk/>
            <pc:sldMk cId="862529639" sldId="291"/>
            <ac:spMk id="3" creationId="{B6F4EBE5-9772-CE07-35BD-983FAFE4DE40}"/>
          </ac:spMkLst>
        </pc:spChg>
        <pc:picChg chg="add mod">
          <ac:chgData name="Gusti Pangestu" userId="S::gusti.pangestu@binus.ac.id::7768735c-5c0d-4d9b-b550-ead0b3c82a30" providerId="AD" clId="Web-{C85BC696-B738-F53D-98D5-65753C315CC0}" dt="2022-11-17T06:37:53.437" v="44" actId="14100"/>
          <ac:picMkLst>
            <pc:docMk/>
            <pc:sldMk cId="862529639" sldId="291"/>
            <ac:picMk id="4" creationId="{70D5BA5C-FA3A-0440-DE06-470582C8BDA3}"/>
          </ac:picMkLst>
        </pc:picChg>
      </pc:sldChg>
      <pc:sldChg chg="del">
        <pc:chgData name="Gusti Pangestu" userId="S::gusti.pangestu@binus.ac.id::7768735c-5c0d-4d9b-b550-ead0b3c82a30" providerId="AD" clId="Web-{C85BC696-B738-F53D-98D5-65753C315CC0}" dt="2022-11-17T06:33:01.244" v="27"/>
        <pc:sldMkLst>
          <pc:docMk/>
          <pc:sldMk cId="3825084955" sldId="291"/>
        </pc:sldMkLst>
      </pc:sldChg>
      <pc:sldChg chg="addSp delSp modSp new">
        <pc:chgData name="Gusti Pangestu" userId="S::gusti.pangestu@binus.ac.id::7768735c-5c0d-4d9b-b550-ead0b3c82a30" providerId="AD" clId="Web-{C85BC696-B738-F53D-98D5-65753C315CC0}" dt="2022-11-17T07:10:35.130" v="68" actId="1076"/>
        <pc:sldMkLst>
          <pc:docMk/>
          <pc:sldMk cId="389853168" sldId="292"/>
        </pc:sldMkLst>
        <pc:spChg chg="del">
          <ac:chgData name="Gusti Pangestu" userId="S::gusti.pangestu@binus.ac.id::7768735c-5c0d-4d9b-b550-ead0b3c82a30" providerId="AD" clId="Web-{C85BC696-B738-F53D-98D5-65753C315CC0}" dt="2022-11-17T06:38:07.391" v="46"/>
          <ac:spMkLst>
            <pc:docMk/>
            <pc:sldMk cId="389853168" sldId="292"/>
            <ac:spMk id="2" creationId="{AFC24774-3A58-F649-0FFD-536B83B88AB0}"/>
          </ac:spMkLst>
        </pc:spChg>
        <pc:spChg chg="mod">
          <ac:chgData name="Gusti Pangestu" userId="S::gusti.pangestu@binus.ac.id::7768735c-5c0d-4d9b-b550-ead0b3c82a30" providerId="AD" clId="Web-{C85BC696-B738-F53D-98D5-65753C315CC0}" dt="2022-11-17T07:10:26.161" v="64" actId="20577"/>
          <ac:spMkLst>
            <pc:docMk/>
            <pc:sldMk cId="389853168" sldId="292"/>
            <ac:spMk id="3" creationId="{069F0CBE-BF2F-2E87-932C-82337BE12E1D}"/>
          </ac:spMkLst>
        </pc:spChg>
        <pc:picChg chg="add mod">
          <ac:chgData name="Gusti Pangestu" userId="S::gusti.pangestu@binus.ac.id::7768735c-5c0d-4d9b-b550-ead0b3c82a30" providerId="AD" clId="Web-{C85BC696-B738-F53D-98D5-65753C315CC0}" dt="2022-11-17T07:01:19.381" v="53" actId="1076"/>
          <ac:picMkLst>
            <pc:docMk/>
            <pc:sldMk cId="389853168" sldId="292"/>
            <ac:picMk id="2" creationId="{B798C832-8BC3-6D81-BBB8-D67155B95F57}"/>
          </ac:picMkLst>
        </pc:picChg>
        <pc:picChg chg="add del">
          <ac:chgData name="Gusti Pangestu" userId="S::gusti.pangestu@binus.ac.id::7768735c-5c0d-4d9b-b550-ead0b3c82a30" providerId="AD" clId="Web-{C85BC696-B738-F53D-98D5-65753C315CC0}" dt="2022-11-17T07:09:57.489" v="59"/>
          <ac:picMkLst>
            <pc:docMk/>
            <pc:sldMk cId="389853168" sldId="292"/>
            <ac:picMk id="4" creationId="{5E39D01C-490A-1C84-05EF-D37719F24D7A}"/>
          </ac:picMkLst>
        </pc:picChg>
        <pc:picChg chg="add mod">
          <ac:chgData name="Gusti Pangestu" userId="S::gusti.pangestu@binus.ac.id::7768735c-5c0d-4d9b-b550-ead0b3c82a30" providerId="AD" clId="Web-{C85BC696-B738-F53D-98D5-65753C315CC0}" dt="2022-11-17T07:10:35.130" v="68" actId="1076"/>
          <ac:picMkLst>
            <pc:docMk/>
            <pc:sldMk cId="389853168" sldId="292"/>
            <ac:picMk id="5" creationId="{A4B19CA3-4795-14F0-0103-63A109236D89}"/>
          </ac:picMkLst>
        </pc:picChg>
      </pc:sldChg>
      <pc:sldChg chg="del">
        <pc:chgData name="Gusti Pangestu" userId="S::gusti.pangestu@binus.ac.id::7768735c-5c0d-4d9b-b550-ead0b3c82a30" providerId="AD" clId="Web-{C85BC696-B738-F53D-98D5-65753C315CC0}" dt="2022-11-17T06:33:01.229" v="26"/>
        <pc:sldMkLst>
          <pc:docMk/>
          <pc:sldMk cId="1339754843" sldId="292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5"/>
        <pc:sldMkLst>
          <pc:docMk/>
          <pc:sldMk cId="1054886527" sldId="293"/>
        </pc:sldMkLst>
      </pc:sldChg>
      <pc:sldChg chg="modSp new">
        <pc:chgData name="Gusti Pangestu" userId="S::gusti.pangestu@binus.ac.id::7768735c-5c0d-4d9b-b550-ead0b3c82a30" providerId="AD" clId="Web-{C85BC696-B738-F53D-98D5-65753C315CC0}" dt="2022-11-17T07:11:17.053" v="77" actId="20577"/>
        <pc:sldMkLst>
          <pc:docMk/>
          <pc:sldMk cId="3520273111" sldId="293"/>
        </pc:sldMkLst>
        <pc:spChg chg="mod">
          <ac:chgData name="Gusti Pangestu" userId="S::gusti.pangestu@binus.ac.id::7768735c-5c0d-4d9b-b550-ead0b3c82a30" providerId="AD" clId="Web-{C85BC696-B738-F53D-98D5-65753C315CC0}" dt="2022-11-17T07:11:00.537" v="72" actId="20577"/>
          <ac:spMkLst>
            <pc:docMk/>
            <pc:sldMk cId="3520273111" sldId="293"/>
            <ac:spMk id="2" creationId="{A824AE3C-3D9A-98B0-604B-30A020B57517}"/>
          </ac:spMkLst>
        </pc:spChg>
        <pc:spChg chg="mod">
          <ac:chgData name="Gusti Pangestu" userId="S::gusti.pangestu@binus.ac.id::7768735c-5c0d-4d9b-b550-ead0b3c82a30" providerId="AD" clId="Web-{C85BC696-B738-F53D-98D5-65753C315CC0}" dt="2022-11-17T07:11:17.053" v="77" actId="20577"/>
          <ac:spMkLst>
            <pc:docMk/>
            <pc:sldMk cId="3520273111" sldId="293"/>
            <ac:spMk id="3" creationId="{7332E425-2FBF-9FAC-F086-989178224689}"/>
          </ac:spMkLst>
        </pc:spChg>
      </pc:sldChg>
      <pc:sldChg chg="del">
        <pc:chgData name="Gusti Pangestu" userId="S::gusti.pangestu@binus.ac.id::7768735c-5c0d-4d9b-b550-ead0b3c82a30" providerId="AD" clId="Web-{C85BC696-B738-F53D-98D5-65753C315CC0}" dt="2022-11-17T06:33:01.229" v="24"/>
        <pc:sldMkLst>
          <pc:docMk/>
          <pc:sldMk cId="684104041" sldId="294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3"/>
        <pc:sldMkLst>
          <pc:docMk/>
          <pc:sldMk cId="3833624046" sldId="295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2"/>
        <pc:sldMkLst>
          <pc:docMk/>
          <pc:sldMk cId="2301636605" sldId="296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1"/>
        <pc:sldMkLst>
          <pc:docMk/>
          <pc:sldMk cId="2568124687" sldId="297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0"/>
        <pc:sldMkLst>
          <pc:docMk/>
          <pc:sldMk cId="1685238828" sldId="298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9"/>
        <pc:sldMkLst>
          <pc:docMk/>
          <pc:sldMk cId="2835585452" sldId="299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8"/>
        <pc:sldMkLst>
          <pc:docMk/>
          <pc:sldMk cId="317275369" sldId="300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7"/>
        <pc:sldMkLst>
          <pc:docMk/>
          <pc:sldMk cId="340465697" sldId="301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6"/>
        <pc:sldMkLst>
          <pc:docMk/>
          <pc:sldMk cId="270357174" sldId="302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5"/>
        <pc:sldMkLst>
          <pc:docMk/>
          <pc:sldMk cId="3376913443" sldId="303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4"/>
        <pc:sldMkLst>
          <pc:docMk/>
          <pc:sldMk cId="1025671823" sldId="304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3"/>
        <pc:sldMkLst>
          <pc:docMk/>
          <pc:sldMk cId="3455937725" sldId="305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2"/>
        <pc:sldMkLst>
          <pc:docMk/>
          <pc:sldMk cId="3782674666" sldId="306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1"/>
        <pc:sldMkLst>
          <pc:docMk/>
          <pc:sldMk cId="88950683" sldId="307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0"/>
        <pc:sldMkLst>
          <pc:docMk/>
          <pc:sldMk cId="1661426597" sldId="308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9"/>
        <pc:sldMkLst>
          <pc:docMk/>
          <pc:sldMk cId="2364365303" sldId="309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8"/>
        <pc:sldMkLst>
          <pc:docMk/>
          <pc:sldMk cId="636280278" sldId="310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7"/>
        <pc:sldMkLst>
          <pc:docMk/>
          <pc:sldMk cId="781249497" sldId="311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6"/>
        <pc:sldMkLst>
          <pc:docMk/>
          <pc:sldMk cId="1569435913" sldId="312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5"/>
        <pc:sldMkLst>
          <pc:docMk/>
          <pc:sldMk cId="604071880" sldId="313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4"/>
        <pc:sldMkLst>
          <pc:docMk/>
          <pc:sldMk cId="3205491912" sldId="314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3"/>
        <pc:sldMkLst>
          <pc:docMk/>
          <pc:sldMk cId="1587019659" sldId="315"/>
        </pc:sldMkLst>
      </pc:sldChg>
    </pc:docChg>
  </pc:docChgLst>
  <pc:docChgLst>
    <pc:chgData name="Gusti Pangestu" userId="7768735c-5c0d-4d9b-b550-ead0b3c82a30" providerId="ADAL" clId="{A228A050-C777-4D68-9F08-432EC40BDDDD}"/>
    <pc:docChg chg="custSel addSld delSld modSld sldOrd modSection">
      <pc:chgData name="Gusti Pangestu" userId="7768735c-5c0d-4d9b-b550-ead0b3c82a30" providerId="ADAL" clId="{A228A050-C777-4D68-9F08-432EC40BDDDD}" dt="2021-01-07T20:53:19.184" v="61" actId="12"/>
      <pc:docMkLst>
        <pc:docMk/>
      </pc:docMkLst>
      <pc:sldChg chg="del">
        <pc:chgData name="Gusti Pangestu" userId="7768735c-5c0d-4d9b-b550-ead0b3c82a30" providerId="ADAL" clId="{A228A050-C777-4D68-9F08-432EC40BDDDD}" dt="2021-01-07T20:50:36.705" v="15" actId="47"/>
        <pc:sldMkLst>
          <pc:docMk/>
          <pc:sldMk cId="654055134" sldId="256"/>
        </pc:sldMkLst>
      </pc:sldChg>
      <pc:sldChg chg="new del">
        <pc:chgData name="Gusti Pangestu" userId="7768735c-5c0d-4d9b-b550-ead0b3c82a30" providerId="ADAL" clId="{A228A050-C777-4D68-9F08-432EC40BDDDD}" dt="2021-01-07T20:50:36.705" v="15" actId="47"/>
        <pc:sldMkLst>
          <pc:docMk/>
          <pc:sldMk cId="2630684662" sldId="257"/>
        </pc:sldMkLst>
      </pc:sldChg>
      <pc:sldChg chg="modSp add mod ord">
        <pc:chgData name="Gusti Pangestu" userId="7768735c-5c0d-4d9b-b550-ead0b3c82a30" providerId="ADAL" clId="{A228A050-C777-4D68-9F08-432EC40BDDDD}" dt="2021-01-07T20:50:42.926" v="17"/>
        <pc:sldMkLst>
          <pc:docMk/>
          <pc:sldMk cId="109857222" sldId="258"/>
        </pc:sldMkLst>
        <pc:spChg chg="mod">
          <ac:chgData name="Gusti Pangestu" userId="7768735c-5c0d-4d9b-b550-ead0b3c82a30" providerId="ADAL" clId="{A228A050-C777-4D68-9F08-432EC40BDDDD}" dt="2021-01-07T20:50:31.032" v="10" actId="27636"/>
          <ac:spMkLst>
            <pc:docMk/>
            <pc:sldMk cId="109857222" sldId="258"/>
            <ac:spMk id="3" creationId="{00000000-0000-0000-0000-000000000000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744550803" sldId="259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2444400246" sldId="260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444400246" sldId="260"/>
            <ac:spMk id="11" creationId="{46C2E80F-49A6-4372-B103-219D417A55ED}"/>
          </ac:spMkLst>
        </pc:spChg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3227208170" sldId="261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3227208170" sldId="261"/>
            <ac:spMk id="8" creationId="{5A292AEA-2528-46C0-B426-95822B6141FB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3227208170" sldId="261"/>
            <ac:spMk id="10" creationId="{D8B7B198-E4DF-43CD-AD8C-199884323745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3227208170" sldId="261"/>
            <ac:spMk id="12" creationId="{2BE67753-EA0E-4819-8D22-0B6600CF7231}"/>
          </ac:spMkLst>
        </pc:spChg>
        <pc:grpChg chg="del">
          <ac:chgData name="Gusti Pangestu" userId="7768735c-5c0d-4d9b-b550-ead0b3c82a30" providerId="ADAL" clId="{A228A050-C777-4D68-9F08-432EC40BDDDD}" dt="2021-01-07T20:50:30.890" v="9"/>
          <ac:grpSpMkLst>
            <pc:docMk/>
            <pc:sldMk cId="3227208170" sldId="261"/>
            <ac:grpSpMk id="14" creationId="{D76D63AC-0421-45EC-B383-E79A61A78C6B}"/>
          </ac:grpSpMkLst>
        </pc:grpChg>
        <pc:grpChg chg="del">
          <ac:chgData name="Gusti Pangestu" userId="7768735c-5c0d-4d9b-b550-ead0b3c82a30" providerId="ADAL" clId="{A228A050-C777-4D68-9F08-432EC40BDDDD}" dt="2021-01-07T20:50:30.890" v="9"/>
          <ac:grpSpMkLst>
            <pc:docMk/>
            <pc:sldMk cId="3227208170" sldId="261"/>
            <ac:grpSpMk id="23" creationId="{87F87F1B-42BA-4AC7-A4E2-41544DDB2CE3}"/>
          </ac:grpSpMkLst>
        </pc:grpChg>
        <pc:grpChg chg="del">
          <ac:chgData name="Gusti Pangestu" userId="7768735c-5c0d-4d9b-b550-ead0b3c82a30" providerId="ADAL" clId="{A228A050-C777-4D68-9F08-432EC40BDDDD}" dt="2021-01-07T20:50:30.890" v="9"/>
          <ac:grpSpMkLst>
            <pc:docMk/>
            <pc:sldMk cId="3227208170" sldId="261"/>
            <ac:grpSpMk id="29" creationId="{967346A5-7569-4F15-AB5D-BE3DADF192C0}"/>
          </ac:grpSpMkLst>
        </pc:gr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586522301" sldId="262"/>
        </pc:sldMkLst>
      </pc:sldChg>
      <pc:sldChg chg="delSp modSp add mod setBg delDesignElem">
        <pc:chgData name="Gusti Pangestu" userId="7768735c-5c0d-4d9b-b550-ead0b3c82a30" providerId="ADAL" clId="{A228A050-C777-4D68-9F08-432EC40BDDDD}" dt="2021-01-07T20:50:31.144" v="11" actId="27636"/>
        <pc:sldMkLst>
          <pc:docMk/>
          <pc:sldMk cId="1358273460" sldId="263"/>
        </pc:sldMkLst>
        <pc:spChg chg="mod">
          <ac:chgData name="Gusti Pangestu" userId="7768735c-5c0d-4d9b-b550-ead0b3c82a30" providerId="ADAL" clId="{A228A050-C777-4D68-9F08-432EC40BDDDD}" dt="2021-01-07T20:50:31.144" v="11" actId="27636"/>
          <ac:spMkLst>
            <pc:docMk/>
            <pc:sldMk cId="1358273460" sldId="263"/>
            <ac:spMk id="4" creationId="{C89EFB6E-43D7-4C58-8CA4-240152F0CFE6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1358273460" sldId="263"/>
            <ac:spMk id="14" creationId="{C413D172-8B6A-47F5-9813-DE455773F3FB}"/>
          </ac:spMkLst>
        </pc:spChg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4186271631" sldId="264"/>
        </pc:sldMkLst>
        <pc:cxnChg chg="del">
          <ac:chgData name="Gusti Pangestu" userId="7768735c-5c0d-4d9b-b550-ead0b3c82a30" providerId="ADAL" clId="{A228A050-C777-4D68-9F08-432EC40BDDDD}" dt="2021-01-07T20:50:30.890" v="9"/>
          <ac:cxnSpMkLst>
            <pc:docMk/>
            <pc:sldMk cId="4186271631" sldId="264"/>
            <ac:cxnSpMk id="11" creationId="{A7F400EE-A8A5-48AF-B4D6-291B52C6F0B0}"/>
          </ac:cxnSpMkLst>
        </pc:cxn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640388395" sldId="265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2731352854" sldId="266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731352854" sldId="266"/>
            <ac:spMk id="10" creationId="{F13C74B1-5B17-4795-BED0-7140497B445A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731352854" sldId="266"/>
            <ac:spMk id="12" creationId="{D4974D33-8DC5-464E-8C6D-BE58F0669C17}"/>
          </ac:spMkLst>
        </pc:spChg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2491614461" sldId="267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491614461" sldId="267"/>
            <ac:spMk id="8" creationId="{2A8AA5BC-4F7A-4226-8F99-6D824B226A97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491614461" sldId="267"/>
            <ac:spMk id="10" creationId="{3E5445C6-DD42-4979-86FF-03730E8C6DB0}"/>
          </ac:spMkLst>
        </pc:spChg>
        <pc:cxnChg chg="del">
          <ac:chgData name="Gusti Pangestu" userId="7768735c-5c0d-4d9b-b550-ead0b3c82a30" providerId="ADAL" clId="{A228A050-C777-4D68-9F08-432EC40BDDDD}" dt="2021-01-07T20:50:30.890" v="9"/>
          <ac:cxnSpMkLst>
            <pc:docMk/>
            <pc:sldMk cId="2491614461" sldId="267"/>
            <ac:cxnSpMk id="12" creationId="{45000665-DFC7-417E-8FD7-516A0F15C975}"/>
          </ac:cxnSpMkLst>
        </pc:cxn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148684292" sldId="268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556607782" sldId="269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1547233532" sldId="270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1547233532" sldId="270"/>
            <ac:spMk id="7" creationId="{60E9A6ED-B880-44EA-8D60-C9D3C82CCBD2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536712598" sldId="271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871585317" sldId="272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571191043" sldId="273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225170664" sldId="274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785895188" sldId="275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785895188" sldId="275"/>
            <ac:spMk id="9" creationId="{46C2E80F-49A6-4372-B103-219D417A55ED}"/>
          </ac:spMkLst>
        </pc:spChg>
      </pc:sldChg>
      <pc:sldChg chg="modSp add mod">
        <pc:chgData name="Gusti Pangestu" userId="7768735c-5c0d-4d9b-b550-ead0b3c82a30" providerId="ADAL" clId="{A228A050-C777-4D68-9F08-432EC40BDDDD}" dt="2021-01-07T20:50:31.223" v="12" actId="27636"/>
        <pc:sldMkLst>
          <pc:docMk/>
          <pc:sldMk cId="4271303309" sldId="276"/>
        </pc:sldMkLst>
        <pc:spChg chg="mod">
          <ac:chgData name="Gusti Pangestu" userId="7768735c-5c0d-4d9b-b550-ead0b3c82a30" providerId="ADAL" clId="{A228A050-C777-4D68-9F08-432EC40BDDDD}" dt="2021-01-07T20:50:31.223" v="12" actId="27636"/>
          <ac:spMkLst>
            <pc:docMk/>
            <pc:sldMk cId="4271303309" sldId="276"/>
            <ac:spMk id="3" creationId="{51B93F0A-E9F7-46C2-8E5B-DE6787A459FA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117260491" sldId="277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015955173" sldId="278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44992624" sldId="279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90282252" sldId="280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410787883" sldId="281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227478321" sldId="282"/>
        </pc:sldMkLst>
      </pc:sldChg>
      <pc:sldChg chg="modSp add mod">
        <pc:chgData name="Gusti Pangestu" userId="7768735c-5c0d-4d9b-b550-ead0b3c82a30" providerId="ADAL" clId="{A228A050-C777-4D68-9F08-432EC40BDDDD}" dt="2021-01-07T20:50:31.277" v="13" actId="27636"/>
        <pc:sldMkLst>
          <pc:docMk/>
          <pc:sldMk cId="292231376" sldId="283"/>
        </pc:sldMkLst>
        <pc:spChg chg="mod">
          <ac:chgData name="Gusti Pangestu" userId="7768735c-5c0d-4d9b-b550-ead0b3c82a30" providerId="ADAL" clId="{A228A050-C777-4D68-9F08-432EC40BDDDD}" dt="2021-01-07T20:50:31.277" v="13" actId="27636"/>
          <ac:spMkLst>
            <pc:docMk/>
            <pc:sldMk cId="292231376" sldId="283"/>
            <ac:spMk id="3" creationId="{1DD5EFC8-2115-4E3E-89B5-91646468B7F1}"/>
          </ac:spMkLst>
        </pc:spChg>
      </pc:sldChg>
      <pc:sldChg chg="modSp add mod">
        <pc:chgData name="Gusti Pangestu" userId="7768735c-5c0d-4d9b-b550-ead0b3c82a30" providerId="ADAL" clId="{A228A050-C777-4D68-9F08-432EC40BDDDD}" dt="2021-01-07T20:50:31.289" v="14" actId="27636"/>
        <pc:sldMkLst>
          <pc:docMk/>
          <pc:sldMk cId="2152450951" sldId="284"/>
        </pc:sldMkLst>
        <pc:spChg chg="mod">
          <ac:chgData name="Gusti Pangestu" userId="7768735c-5c0d-4d9b-b550-ead0b3c82a30" providerId="ADAL" clId="{A228A050-C777-4D68-9F08-432EC40BDDDD}" dt="2021-01-07T20:50:31.289" v="14" actId="27636"/>
          <ac:spMkLst>
            <pc:docMk/>
            <pc:sldMk cId="2152450951" sldId="284"/>
            <ac:spMk id="3" creationId="{E7B1C3F7-9691-4C1B-8220-DEADB47A784A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554036173" sldId="285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741353849" sldId="286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486734919" sldId="287"/>
        </pc:sldMkLst>
      </pc:sldChg>
      <pc:sldChg chg="modSp new mod">
        <pc:chgData name="Gusti Pangestu" userId="7768735c-5c0d-4d9b-b550-ead0b3c82a30" providerId="ADAL" clId="{A228A050-C777-4D68-9F08-432EC40BDDDD}" dt="2021-01-07T20:51:51.029" v="39" actId="20577"/>
        <pc:sldMkLst>
          <pc:docMk/>
          <pc:sldMk cId="1727291188" sldId="288"/>
        </pc:sldMkLst>
        <pc:spChg chg="mod">
          <ac:chgData name="Gusti Pangestu" userId="7768735c-5c0d-4d9b-b550-ead0b3c82a30" providerId="ADAL" clId="{A228A050-C777-4D68-9F08-432EC40BDDDD}" dt="2021-01-07T20:51:13.661" v="36" actId="20577"/>
          <ac:spMkLst>
            <pc:docMk/>
            <pc:sldMk cId="1727291188" sldId="288"/>
            <ac:spMk id="2" creationId="{F85E616B-94C1-4821-AA95-497C64ADBC5C}"/>
          </ac:spMkLst>
        </pc:spChg>
        <pc:spChg chg="mod">
          <ac:chgData name="Gusti Pangestu" userId="7768735c-5c0d-4d9b-b550-ead0b3c82a30" providerId="ADAL" clId="{A228A050-C777-4D68-9F08-432EC40BDDDD}" dt="2021-01-07T20:51:51.029" v="39" actId="20577"/>
          <ac:spMkLst>
            <pc:docMk/>
            <pc:sldMk cId="1727291188" sldId="288"/>
            <ac:spMk id="3" creationId="{4C14D8CF-1B8B-4AE4-B51C-5D619267E8B5}"/>
          </ac:spMkLst>
        </pc:spChg>
      </pc:sldChg>
      <pc:sldChg chg="addSp delSp modSp new mod modClrScheme chgLayout">
        <pc:chgData name="Gusti Pangestu" userId="7768735c-5c0d-4d9b-b550-ead0b3c82a30" providerId="ADAL" clId="{A228A050-C777-4D68-9F08-432EC40BDDDD}" dt="2021-01-07T20:53:19.184" v="61" actId="12"/>
        <pc:sldMkLst>
          <pc:docMk/>
          <pc:sldMk cId="1365886943" sldId="289"/>
        </pc:sldMkLst>
        <pc:spChg chg="del mod ord">
          <ac:chgData name="Gusti Pangestu" userId="7768735c-5c0d-4d9b-b550-ead0b3c82a30" providerId="ADAL" clId="{A228A050-C777-4D68-9F08-432EC40BDDDD}" dt="2021-01-07T20:52:08.873" v="41" actId="700"/>
          <ac:spMkLst>
            <pc:docMk/>
            <pc:sldMk cId="1365886943" sldId="289"/>
            <ac:spMk id="2" creationId="{9DD15A01-3AEE-426F-B062-2806FFB72997}"/>
          </ac:spMkLst>
        </pc:spChg>
        <pc:spChg chg="del mod ord">
          <ac:chgData name="Gusti Pangestu" userId="7768735c-5c0d-4d9b-b550-ead0b3c82a30" providerId="ADAL" clId="{A228A050-C777-4D68-9F08-432EC40BDDDD}" dt="2021-01-07T20:52:08.873" v="41" actId="700"/>
          <ac:spMkLst>
            <pc:docMk/>
            <pc:sldMk cId="1365886943" sldId="289"/>
            <ac:spMk id="3" creationId="{69D1B3AA-25D4-44A2-8BF3-27FB567A1E55}"/>
          </ac:spMkLst>
        </pc:spChg>
        <pc:spChg chg="add mod ord">
          <ac:chgData name="Gusti Pangestu" userId="7768735c-5c0d-4d9b-b550-ead0b3c82a30" providerId="ADAL" clId="{A228A050-C777-4D68-9F08-432EC40BDDDD}" dt="2021-01-07T20:52:13.414" v="51" actId="20577"/>
          <ac:spMkLst>
            <pc:docMk/>
            <pc:sldMk cId="1365886943" sldId="289"/>
            <ac:spMk id="4" creationId="{F28D8085-CEF9-4899-944F-A4EBC89804E1}"/>
          </ac:spMkLst>
        </pc:spChg>
        <pc:spChg chg="add mod ord">
          <ac:chgData name="Gusti Pangestu" userId="7768735c-5c0d-4d9b-b550-ead0b3c82a30" providerId="ADAL" clId="{A228A050-C777-4D68-9F08-432EC40BDDDD}" dt="2021-01-07T20:53:19.184" v="61" actId="12"/>
          <ac:spMkLst>
            <pc:docMk/>
            <pc:sldMk cId="1365886943" sldId="289"/>
            <ac:spMk id="5" creationId="{BFC9FBC7-A7B5-44F5-875A-9C78EE947DD2}"/>
          </ac:spMkLst>
        </pc:spChg>
        <pc:spChg chg="add mod ord">
          <ac:chgData name="Gusti Pangestu" userId="7768735c-5c0d-4d9b-b550-ead0b3c82a30" providerId="ADAL" clId="{A228A050-C777-4D68-9F08-432EC40BDDDD}" dt="2021-01-07T20:52:08.873" v="41" actId="700"/>
          <ac:spMkLst>
            <pc:docMk/>
            <pc:sldMk cId="1365886943" sldId="289"/>
            <ac:spMk id="6" creationId="{64CE016D-E953-4FF6-AB64-3D5523725FF4}"/>
          </ac:spMkLst>
        </pc:spChg>
      </pc:sldChg>
    </pc:docChg>
  </pc:docChgLst>
  <pc:docChgLst>
    <pc:chgData name="Gusti Pangestu" userId="S::gusti.pangestu@binus.ac.id::7768735c-5c0d-4d9b-b550-ead0b3c82a30" providerId="AD" clId="Web-{4723764F-4FB6-2621-BCB5-1B2AA75B9DEF}"/>
    <pc:docChg chg="addSld modSld modSection">
      <pc:chgData name="Gusti Pangestu" userId="S::gusti.pangestu@binus.ac.id::7768735c-5c0d-4d9b-b550-ead0b3c82a30" providerId="AD" clId="Web-{4723764F-4FB6-2621-BCB5-1B2AA75B9DEF}" dt="2022-11-03T03:17:22.866" v="178" actId="1076"/>
      <pc:docMkLst>
        <pc:docMk/>
      </pc:docMkLst>
      <pc:sldChg chg="modSp">
        <pc:chgData name="Gusti Pangestu" userId="S::gusti.pangestu@binus.ac.id::7768735c-5c0d-4d9b-b550-ead0b3c82a30" providerId="AD" clId="Web-{4723764F-4FB6-2621-BCB5-1B2AA75B9DEF}" dt="2022-11-03T02:43:24.724" v="5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4723764F-4FB6-2621-BCB5-1B2AA75B9DEF}" dt="2022-11-03T02:43:24.724" v="5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">
        <pc:chgData name="Gusti Pangestu" userId="S::gusti.pangestu@binus.ac.id::7768735c-5c0d-4d9b-b550-ead0b3c82a30" providerId="AD" clId="Web-{4723764F-4FB6-2621-BCB5-1B2AA75B9DEF}" dt="2022-11-03T02:44:14.991" v="7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4723764F-4FB6-2621-BCB5-1B2AA75B9DEF}" dt="2022-11-03T02:44:14.991" v="7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addSp delSp modSp new mod modClrScheme chgLayout">
        <pc:chgData name="Gusti Pangestu" userId="S::gusti.pangestu@binus.ac.id::7768735c-5c0d-4d9b-b550-ead0b3c82a30" providerId="AD" clId="Web-{4723764F-4FB6-2621-BCB5-1B2AA75B9DEF}" dt="2022-11-03T02:45:49.603" v="26"/>
        <pc:sldMkLst>
          <pc:docMk/>
          <pc:sldMk cId="3239910030" sldId="291"/>
        </pc:sldMkLst>
        <pc:spChg chg="mod ord">
          <ac:chgData name="Gusti Pangestu" userId="S::gusti.pangestu@binus.ac.id::7768735c-5c0d-4d9b-b550-ead0b3c82a30" providerId="AD" clId="Web-{4723764F-4FB6-2621-BCB5-1B2AA75B9DEF}" dt="2022-11-03T02:45:49.603" v="26"/>
          <ac:spMkLst>
            <pc:docMk/>
            <pc:sldMk cId="3239910030" sldId="291"/>
            <ac:spMk id="2" creationId="{06BE8195-C27D-70D7-28E0-726710B91B9D}"/>
          </ac:spMkLst>
        </pc:spChg>
        <pc:spChg chg="mod ord">
          <ac:chgData name="Gusti Pangestu" userId="S::gusti.pangestu@binus.ac.id::7768735c-5c0d-4d9b-b550-ead0b3c82a30" providerId="AD" clId="Web-{4723764F-4FB6-2621-BCB5-1B2AA75B9DEF}" dt="2022-11-03T02:45:49.603" v="26"/>
          <ac:spMkLst>
            <pc:docMk/>
            <pc:sldMk cId="3239910030" sldId="291"/>
            <ac:spMk id="3" creationId="{499B5FB4-6AD2-6720-5F06-982D62089E73}"/>
          </ac:spMkLst>
        </pc:spChg>
        <pc:spChg chg="add del mod ord">
          <ac:chgData name="Gusti Pangestu" userId="S::gusti.pangestu@binus.ac.id::7768735c-5c0d-4d9b-b550-ead0b3c82a30" providerId="AD" clId="Web-{4723764F-4FB6-2621-BCB5-1B2AA75B9DEF}" dt="2022-11-03T02:45:46.759" v="25"/>
          <ac:spMkLst>
            <pc:docMk/>
            <pc:sldMk cId="3239910030" sldId="291"/>
            <ac:spMk id="4" creationId="{92C9719A-CC46-2504-EF4C-6C78CFE1199F}"/>
          </ac:spMkLst>
        </pc:spChg>
        <pc:picChg chg="add mod ord">
          <ac:chgData name="Gusti Pangestu" userId="S::gusti.pangestu@binus.ac.id::7768735c-5c0d-4d9b-b550-ead0b3c82a30" providerId="AD" clId="Web-{4723764F-4FB6-2621-BCB5-1B2AA75B9DEF}" dt="2022-11-03T02:45:49.603" v="26"/>
          <ac:picMkLst>
            <pc:docMk/>
            <pc:sldMk cId="3239910030" sldId="291"/>
            <ac:picMk id="5" creationId="{6F7C705D-3C75-F52D-FC70-362D5330B2A4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4723764F-4FB6-2621-BCB5-1B2AA75B9DEF}" dt="2022-11-03T02:48:31.202" v="81" actId="1076"/>
        <pc:sldMkLst>
          <pc:docMk/>
          <pc:sldMk cId="989727377" sldId="292"/>
        </pc:sldMkLst>
        <pc:spChg chg="mod ord">
          <ac:chgData name="Gusti Pangestu" userId="S::gusti.pangestu@binus.ac.id::7768735c-5c0d-4d9b-b550-ead0b3c82a30" providerId="AD" clId="Web-{4723764F-4FB6-2621-BCB5-1B2AA75B9DEF}" dt="2022-11-03T02:46:34.573" v="48" actId="20577"/>
          <ac:spMkLst>
            <pc:docMk/>
            <pc:sldMk cId="989727377" sldId="292"/>
            <ac:spMk id="2" creationId="{41CCD47F-9B6B-3569-DEBA-A2401F2D11CC}"/>
          </ac:spMkLst>
        </pc:spChg>
        <pc:spChg chg="mod ord">
          <ac:chgData name="Gusti Pangestu" userId="S::gusti.pangestu@binus.ac.id::7768735c-5c0d-4d9b-b550-ead0b3c82a30" providerId="AD" clId="Web-{4723764F-4FB6-2621-BCB5-1B2AA75B9DEF}" dt="2022-11-03T02:48:28.889" v="80" actId="20577"/>
          <ac:spMkLst>
            <pc:docMk/>
            <pc:sldMk cId="989727377" sldId="292"/>
            <ac:spMk id="3" creationId="{E1706120-D971-3F2E-FDC1-F729C1BBB272}"/>
          </ac:spMkLst>
        </pc:spChg>
        <pc:spChg chg="del">
          <ac:chgData name="Gusti Pangestu" userId="S::gusti.pangestu@binus.ac.id::7768735c-5c0d-4d9b-b550-ead0b3c82a30" providerId="AD" clId="Web-{4723764F-4FB6-2621-BCB5-1B2AA75B9DEF}" dt="2022-11-03T02:46:19.901" v="28"/>
          <ac:spMkLst>
            <pc:docMk/>
            <pc:sldMk cId="989727377" sldId="292"/>
            <ac:spMk id="4" creationId="{89EA1DC5-C250-477F-D5F8-983F8BF98A58}"/>
          </ac:spMkLst>
        </pc:spChg>
        <pc:picChg chg="add mod">
          <ac:chgData name="Gusti Pangestu" userId="S::gusti.pangestu@binus.ac.id::7768735c-5c0d-4d9b-b550-ead0b3c82a30" providerId="AD" clId="Web-{4723764F-4FB6-2621-BCB5-1B2AA75B9DEF}" dt="2022-11-03T02:48:31.202" v="81" actId="1076"/>
          <ac:picMkLst>
            <pc:docMk/>
            <pc:sldMk cId="989727377" sldId="292"/>
            <ac:picMk id="5" creationId="{2288BEF4-E51F-B242-1C73-FACBF9FEDC23}"/>
          </ac:picMkLst>
        </pc:picChg>
      </pc:sldChg>
      <pc:sldChg chg="addSp modSp new">
        <pc:chgData name="Gusti Pangestu" userId="S::gusti.pangestu@binus.ac.id::7768735c-5c0d-4d9b-b550-ead0b3c82a30" providerId="AD" clId="Web-{4723764F-4FB6-2621-BCB5-1B2AA75B9DEF}" dt="2022-11-03T02:49:58.080" v="106" actId="1076"/>
        <pc:sldMkLst>
          <pc:docMk/>
          <pc:sldMk cId="1956832009" sldId="293"/>
        </pc:sldMkLst>
        <pc:spChg chg="mod">
          <ac:chgData name="Gusti Pangestu" userId="S::gusti.pangestu@binus.ac.id::7768735c-5c0d-4d9b-b550-ead0b3c82a30" providerId="AD" clId="Web-{4723764F-4FB6-2621-BCB5-1B2AA75B9DEF}" dt="2022-11-03T02:48:57.406" v="87" actId="20577"/>
          <ac:spMkLst>
            <pc:docMk/>
            <pc:sldMk cId="1956832009" sldId="293"/>
            <ac:spMk id="2" creationId="{0974A77D-DC1B-EC55-1E0D-780FFB7B6171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2:49:51.908" v="102" actId="20577"/>
          <ac:spMkLst>
            <pc:docMk/>
            <pc:sldMk cId="1956832009" sldId="293"/>
            <ac:spMk id="3" creationId="{4CD220FE-80E2-DAFC-E049-FE571AF85D59}"/>
          </ac:spMkLst>
        </pc:spChg>
        <pc:picChg chg="add mod">
          <ac:chgData name="Gusti Pangestu" userId="S::gusti.pangestu@binus.ac.id::7768735c-5c0d-4d9b-b550-ead0b3c82a30" providerId="AD" clId="Web-{4723764F-4FB6-2621-BCB5-1B2AA75B9DEF}" dt="2022-11-03T02:49:24.860" v="95" actId="1076"/>
          <ac:picMkLst>
            <pc:docMk/>
            <pc:sldMk cId="1956832009" sldId="293"/>
            <ac:picMk id="4" creationId="{C6272345-3F9B-AB2B-AF9A-9063808F84D5}"/>
          </ac:picMkLst>
        </pc:picChg>
        <pc:picChg chg="add mod">
          <ac:chgData name="Gusti Pangestu" userId="S::gusti.pangestu@binus.ac.id::7768735c-5c0d-4d9b-b550-ead0b3c82a30" providerId="AD" clId="Web-{4723764F-4FB6-2621-BCB5-1B2AA75B9DEF}" dt="2022-11-03T02:49:58.080" v="106" actId="1076"/>
          <ac:picMkLst>
            <pc:docMk/>
            <pc:sldMk cId="1956832009" sldId="293"/>
            <ac:picMk id="5" creationId="{39A73783-942A-3DAD-C268-F150A84B9582}"/>
          </ac:picMkLst>
        </pc:picChg>
      </pc:sldChg>
      <pc:sldChg chg="modSp new">
        <pc:chgData name="Gusti Pangestu" userId="S::gusti.pangestu@binus.ac.id::7768735c-5c0d-4d9b-b550-ead0b3c82a30" providerId="AD" clId="Web-{4723764F-4FB6-2621-BCB5-1B2AA75B9DEF}" dt="2022-11-03T03:06:42.893" v="136" actId="20577"/>
        <pc:sldMkLst>
          <pc:docMk/>
          <pc:sldMk cId="2857808774" sldId="294"/>
        </pc:sldMkLst>
        <pc:spChg chg="mod">
          <ac:chgData name="Gusti Pangestu" userId="S::gusti.pangestu@binus.ac.id::7768735c-5c0d-4d9b-b550-ead0b3c82a30" providerId="AD" clId="Web-{4723764F-4FB6-2621-BCB5-1B2AA75B9DEF}" dt="2022-11-03T02:51:03.097" v="115" actId="20577"/>
          <ac:spMkLst>
            <pc:docMk/>
            <pc:sldMk cId="2857808774" sldId="294"/>
            <ac:spMk id="2" creationId="{80D8ED6B-1F91-FA76-8442-3BD92848D259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3:06:42.893" v="136" actId="20577"/>
          <ac:spMkLst>
            <pc:docMk/>
            <pc:sldMk cId="2857808774" sldId="294"/>
            <ac:spMk id="3" creationId="{67F7FC30-C4BB-4163-B058-F8921BEF2568}"/>
          </ac:spMkLst>
        </pc:spChg>
      </pc:sldChg>
      <pc:sldChg chg="addSp modSp new">
        <pc:chgData name="Gusti Pangestu" userId="S::gusti.pangestu@binus.ac.id::7768735c-5c0d-4d9b-b550-ead0b3c82a30" providerId="AD" clId="Web-{4723764F-4FB6-2621-BCB5-1B2AA75B9DEF}" dt="2022-11-03T03:17:22.866" v="178" actId="1076"/>
        <pc:sldMkLst>
          <pc:docMk/>
          <pc:sldMk cId="1684321161" sldId="295"/>
        </pc:sldMkLst>
        <pc:spChg chg="mod">
          <ac:chgData name="Gusti Pangestu" userId="S::gusti.pangestu@binus.ac.id::7768735c-5c0d-4d9b-b550-ead0b3c82a30" providerId="AD" clId="Web-{4723764F-4FB6-2621-BCB5-1B2AA75B9DEF}" dt="2022-11-03T03:09:11.507" v="154" actId="20577"/>
          <ac:spMkLst>
            <pc:docMk/>
            <pc:sldMk cId="1684321161" sldId="295"/>
            <ac:spMk id="2" creationId="{3D7D28F3-975D-21FF-3DFD-F779FEBED9AA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3:12:03.450" v="161" actId="20577"/>
          <ac:spMkLst>
            <pc:docMk/>
            <pc:sldMk cId="1684321161" sldId="295"/>
            <ac:spMk id="3" creationId="{96D19530-4A52-9542-D14E-51F0CB915FF7}"/>
          </ac:spMkLst>
        </pc:spChg>
        <pc:picChg chg="add mod">
          <ac:chgData name="Gusti Pangestu" userId="S::gusti.pangestu@binus.ac.id::7768735c-5c0d-4d9b-b550-ead0b3c82a30" providerId="AD" clId="Web-{4723764F-4FB6-2621-BCB5-1B2AA75B9DEF}" dt="2022-11-03T03:17:09.491" v="174" actId="1076"/>
          <ac:picMkLst>
            <pc:docMk/>
            <pc:sldMk cId="1684321161" sldId="295"/>
            <ac:picMk id="4" creationId="{D19ABB9B-B821-9820-6C45-7CEDDF2D4136}"/>
          </ac:picMkLst>
        </pc:picChg>
        <pc:picChg chg="add mod">
          <ac:chgData name="Gusti Pangestu" userId="S::gusti.pangestu@binus.ac.id::7768735c-5c0d-4d9b-b550-ead0b3c82a30" providerId="AD" clId="Web-{4723764F-4FB6-2621-BCB5-1B2AA75B9DEF}" dt="2022-11-03T03:17:22.866" v="178" actId="1076"/>
          <ac:picMkLst>
            <pc:docMk/>
            <pc:sldMk cId="1684321161" sldId="295"/>
            <ac:picMk id="5" creationId="{6644DA4B-20A8-41DD-48CB-19F74E0D69A9}"/>
          </ac:picMkLst>
        </pc:picChg>
      </pc:sldChg>
      <pc:sldChg chg="modSp new">
        <pc:chgData name="Gusti Pangestu" userId="S::gusti.pangestu@binus.ac.id::7768735c-5c0d-4d9b-b550-ead0b3c82a30" providerId="AD" clId="Web-{4723764F-4FB6-2621-BCB5-1B2AA75B9DEF}" dt="2022-11-03T03:17:07.538" v="173" actId="20577"/>
        <pc:sldMkLst>
          <pc:docMk/>
          <pc:sldMk cId="832701779" sldId="296"/>
        </pc:sldMkLst>
        <pc:spChg chg="mod">
          <ac:chgData name="Gusti Pangestu" userId="S::gusti.pangestu@binus.ac.id::7768735c-5c0d-4d9b-b550-ead0b3c82a30" providerId="AD" clId="Web-{4723764F-4FB6-2621-BCB5-1B2AA75B9DEF}" dt="2022-11-03T03:16:22.239" v="167" actId="20577"/>
          <ac:spMkLst>
            <pc:docMk/>
            <pc:sldMk cId="832701779" sldId="296"/>
            <ac:spMk id="2" creationId="{A9D638A7-C878-DBC6-BCA3-94CAB5E6CBE5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3:17:07.538" v="173" actId="20577"/>
          <ac:spMkLst>
            <pc:docMk/>
            <pc:sldMk cId="832701779" sldId="296"/>
            <ac:spMk id="3" creationId="{FF0687D8-F186-C0BE-FEF2-00D857C5D11E}"/>
          </ac:spMkLst>
        </pc:spChg>
      </pc:sldChg>
    </pc:docChg>
  </pc:docChgLst>
  <pc:docChgLst>
    <pc:chgData clId="Web-{A223DC79-8A1C-ABAE-1F9B-158E890A425E}"/>
    <pc:docChg chg="modSld">
      <pc:chgData name="" userId="" providerId="" clId="Web-{A223DC79-8A1C-ABAE-1F9B-158E890A425E}" dt="2022-11-08T02:41:15.832" v="1" actId="20577"/>
      <pc:docMkLst>
        <pc:docMk/>
      </pc:docMkLst>
      <pc:sldChg chg="modSp">
        <pc:chgData name="" userId="" providerId="" clId="Web-{A223DC79-8A1C-ABAE-1F9B-158E890A425E}" dt="2022-11-08T02:41:15.832" v="1" actId="20577"/>
        <pc:sldMkLst>
          <pc:docMk/>
          <pc:sldMk cId="109857222" sldId="258"/>
        </pc:sldMkLst>
        <pc:spChg chg="mod">
          <ac:chgData name="" userId="" providerId="" clId="Web-{A223DC79-8A1C-ABAE-1F9B-158E890A425E}" dt="2022-11-08T02:41:15.832" v="1" actId="20577"/>
          <ac:spMkLst>
            <pc:docMk/>
            <pc:sldMk cId="109857222" sldId="258"/>
            <ac:spMk id="3" creationId="{00000000-0000-0000-0000-000000000000}"/>
          </ac:spMkLst>
        </pc:spChg>
      </pc:sldChg>
    </pc:docChg>
  </pc:docChgLst>
  <pc:docChgLst>
    <pc:chgData name="Gusti Pangestu" userId="S::gusti.pangestu@binus.ac.id::7768735c-5c0d-4d9b-b550-ead0b3c82a30" providerId="AD" clId="Web-{2FA84BC7-0DF4-93B0-D36B-F11A4D65BA38}"/>
    <pc:docChg chg="addSld modSld modSection">
      <pc:chgData name="Gusti Pangestu" userId="S::gusti.pangestu@binus.ac.id::7768735c-5c0d-4d9b-b550-ead0b3c82a30" providerId="AD" clId="Web-{2FA84BC7-0DF4-93B0-D36B-F11A4D65BA38}" dt="2022-11-16T03:43:24.938" v="81"/>
      <pc:docMkLst>
        <pc:docMk/>
      </pc:docMkLst>
      <pc:sldChg chg="addSp modSp new">
        <pc:chgData name="Gusti Pangestu" userId="S::gusti.pangestu@binus.ac.id::7768735c-5c0d-4d9b-b550-ead0b3c82a30" providerId="AD" clId="Web-{2FA84BC7-0DF4-93B0-D36B-F11A4D65BA38}" dt="2022-11-16T03:21:00.599" v="13" actId="1076"/>
        <pc:sldMkLst>
          <pc:docMk/>
          <pc:sldMk cId="1670407441" sldId="307"/>
        </pc:sldMkLst>
        <pc:spChg chg="mod">
          <ac:chgData name="Gusti Pangestu" userId="S::gusti.pangestu@binus.ac.id::7768735c-5c0d-4d9b-b550-ead0b3c82a30" providerId="AD" clId="Web-{2FA84BC7-0DF4-93B0-D36B-F11A4D65BA38}" dt="2022-11-16T03:20:15.457" v="3" actId="20577"/>
          <ac:spMkLst>
            <pc:docMk/>
            <pc:sldMk cId="1670407441" sldId="307"/>
            <ac:spMk id="2" creationId="{B79219DF-2158-C720-BF0C-28637317CCA6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20:38.630" v="8" actId="20577"/>
          <ac:spMkLst>
            <pc:docMk/>
            <pc:sldMk cId="1670407441" sldId="307"/>
            <ac:spMk id="3" creationId="{6559D7BC-1734-D462-7CC2-F873A7F69513}"/>
          </ac:spMkLst>
        </pc:spChg>
        <pc:picChg chg="add mod">
          <ac:chgData name="Gusti Pangestu" userId="S::gusti.pangestu@binus.ac.id::7768735c-5c0d-4d9b-b550-ead0b3c82a30" providerId="AD" clId="Web-{2FA84BC7-0DF4-93B0-D36B-F11A4D65BA38}" dt="2022-11-16T03:21:00.599" v="13" actId="1076"/>
          <ac:picMkLst>
            <pc:docMk/>
            <pc:sldMk cId="1670407441" sldId="307"/>
            <ac:picMk id="4" creationId="{3FBBDF4A-F9BD-27BE-570A-A9F52F76876B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2FA84BC7-0DF4-93B0-D36B-F11A4D65BA38}" dt="2022-11-16T03:26:33.797" v="29"/>
        <pc:sldMkLst>
          <pc:docMk/>
          <pc:sldMk cId="939406171" sldId="308"/>
        </pc:sldMkLst>
        <pc:spChg chg="mod">
          <ac:chgData name="Gusti Pangestu" userId="S::gusti.pangestu@binus.ac.id::7768735c-5c0d-4d9b-b550-ead0b3c82a30" providerId="AD" clId="Web-{2FA84BC7-0DF4-93B0-D36B-F11A4D65BA38}" dt="2022-11-16T03:26:33.797" v="29"/>
          <ac:spMkLst>
            <pc:docMk/>
            <pc:sldMk cId="939406171" sldId="308"/>
            <ac:spMk id="2" creationId="{639DBAA0-4964-43F7-7A0B-B19D0D06E916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26:33.797" v="29"/>
          <ac:spMkLst>
            <pc:docMk/>
            <pc:sldMk cId="939406171" sldId="308"/>
            <ac:spMk id="3" creationId="{A9858694-CC64-65F7-3715-13963E4A38B5}"/>
          </ac:spMkLst>
        </pc:spChg>
        <pc:picChg chg="add mod">
          <ac:chgData name="Gusti Pangestu" userId="S::gusti.pangestu@binus.ac.id::7768735c-5c0d-4d9b-b550-ead0b3c82a30" providerId="AD" clId="Web-{2FA84BC7-0DF4-93B0-D36B-F11A4D65BA38}" dt="2022-11-16T03:26:33.797" v="29"/>
          <ac:picMkLst>
            <pc:docMk/>
            <pc:sldMk cId="939406171" sldId="308"/>
            <ac:picMk id="4" creationId="{70940EAF-D350-0449-4897-7325A1835114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2FA84BC7-0DF4-93B0-D36B-F11A4D65BA38}" dt="2022-11-16T03:32:05.073" v="45"/>
        <pc:sldMkLst>
          <pc:docMk/>
          <pc:sldMk cId="3236511058" sldId="309"/>
        </pc:sldMkLst>
        <pc:spChg chg="mod ord">
          <ac:chgData name="Gusti Pangestu" userId="S::gusti.pangestu@binus.ac.id::7768735c-5c0d-4d9b-b550-ead0b3c82a30" providerId="AD" clId="Web-{2FA84BC7-0DF4-93B0-D36B-F11A4D65BA38}" dt="2022-11-16T03:32:05.073" v="45"/>
          <ac:spMkLst>
            <pc:docMk/>
            <pc:sldMk cId="3236511058" sldId="309"/>
            <ac:spMk id="2" creationId="{A673CB3E-1E46-8F2B-15CE-D189D441CF9F}"/>
          </ac:spMkLst>
        </pc:spChg>
        <pc:spChg chg="mod ord">
          <ac:chgData name="Gusti Pangestu" userId="S::gusti.pangestu@binus.ac.id::7768735c-5c0d-4d9b-b550-ead0b3c82a30" providerId="AD" clId="Web-{2FA84BC7-0DF4-93B0-D36B-F11A4D65BA38}" dt="2022-11-16T03:32:05.073" v="45"/>
          <ac:spMkLst>
            <pc:docMk/>
            <pc:sldMk cId="3236511058" sldId="309"/>
            <ac:spMk id="3" creationId="{B3A41967-6CBA-A0B1-E2CC-6254DB5FEC2E}"/>
          </ac:spMkLst>
        </pc:spChg>
        <pc:spChg chg="del">
          <ac:chgData name="Gusti Pangestu" userId="S::gusti.pangestu@binus.ac.id::7768735c-5c0d-4d9b-b550-ead0b3c82a30" providerId="AD" clId="Web-{2FA84BC7-0DF4-93B0-D36B-F11A4D65BA38}" dt="2022-11-16T03:27:05.189" v="31"/>
          <ac:spMkLst>
            <pc:docMk/>
            <pc:sldMk cId="3236511058" sldId="309"/>
            <ac:spMk id="4" creationId="{44886346-50DD-5A66-BF26-72D0C1656945}"/>
          </ac:spMkLst>
        </pc:spChg>
        <pc:picChg chg="add mod">
          <ac:chgData name="Gusti Pangestu" userId="S::gusti.pangestu@binus.ac.id::7768735c-5c0d-4d9b-b550-ead0b3c82a30" providerId="AD" clId="Web-{2FA84BC7-0DF4-93B0-D36B-F11A4D65BA38}" dt="2022-11-16T03:32:05.073" v="45"/>
          <ac:picMkLst>
            <pc:docMk/>
            <pc:sldMk cId="3236511058" sldId="309"/>
            <ac:picMk id="5" creationId="{522E6B07-B1B1-AAB5-8AB9-6BD40D5610BB}"/>
          </ac:picMkLst>
        </pc:picChg>
      </pc:sldChg>
      <pc:sldChg chg="addSp delSp modSp new">
        <pc:chgData name="Gusti Pangestu" userId="S::gusti.pangestu@binus.ac.id::7768735c-5c0d-4d9b-b550-ead0b3c82a30" providerId="AD" clId="Web-{2FA84BC7-0DF4-93B0-D36B-F11A4D65BA38}" dt="2022-11-16T03:33:08.997" v="66"/>
        <pc:sldMkLst>
          <pc:docMk/>
          <pc:sldMk cId="378526677" sldId="310"/>
        </pc:sldMkLst>
        <pc:spChg chg="mod">
          <ac:chgData name="Gusti Pangestu" userId="S::gusti.pangestu@binus.ac.id::7768735c-5c0d-4d9b-b550-ead0b3c82a30" providerId="AD" clId="Web-{2FA84BC7-0DF4-93B0-D36B-F11A4D65BA38}" dt="2022-11-16T03:33:08.997" v="66"/>
          <ac:spMkLst>
            <pc:docMk/>
            <pc:sldMk cId="378526677" sldId="310"/>
            <ac:spMk id="2" creationId="{74D7C83B-60B0-269E-E40F-2C09D395CA72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33:08.997" v="66"/>
          <ac:spMkLst>
            <pc:docMk/>
            <pc:sldMk cId="378526677" sldId="310"/>
            <ac:spMk id="3" creationId="{1EDC9787-F6D1-9FF2-891C-EBAF6C67611C}"/>
          </ac:spMkLst>
        </pc:spChg>
        <pc:spChg chg="del mod">
          <ac:chgData name="Gusti Pangestu" userId="S::gusti.pangestu@binus.ac.id::7768735c-5c0d-4d9b-b550-ead0b3c82a30" providerId="AD" clId="Web-{2FA84BC7-0DF4-93B0-D36B-F11A4D65BA38}" dt="2022-11-16T03:33:01.543" v="65"/>
          <ac:spMkLst>
            <pc:docMk/>
            <pc:sldMk cId="378526677" sldId="310"/>
            <ac:spMk id="4" creationId="{1F8C9BCD-DAAF-676C-3CC0-537CFC90B864}"/>
          </ac:spMkLst>
        </pc:spChg>
        <pc:picChg chg="add mod ord">
          <ac:chgData name="Gusti Pangestu" userId="S::gusti.pangestu@binus.ac.id::7768735c-5c0d-4d9b-b550-ead0b3c82a30" providerId="AD" clId="Web-{2FA84BC7-0DF4-93B0-D36B-F11A4D65BA38}" dt="2022-11-16T03:33:08.997" v="66"/>
          <ac:picMkLst>
            <pc:docMk/>
            <pc:sldMk cId="378526677" sldId="310"/>
            <ac:picMk id="5" creationId="{DAD03B7F-85C8-4FD7-AAD6-9E2145E5F45B}"/>
          </ac:picMkLst>
        </pc:picChg>
      </pc:sldChg>
      <pc:sldChg chg="addSp delSp modSp new">
        <pc:chgData name="Gusti Pangestu" userId="S::gusti.pangestu@binus.ac.id::7768735c-5c0d-4d9b-b550-ead0b3c82a30" providerId="AD" clId="Web-{2FA84BC7-0DF4-93B0-D36B-F11A4D65BA38}" dt="2022-11-16T03:43:14.969" v="80" actId="14100"/>
        <pc:sldMkLst>
          <pc:docMk/>
          <pc:sldMk cId="2156523057" sldId="311"/>
        </pc:sldMkLst>
        <pc:spChg chg="mod">
          <ac:chgData name="Gusti Pangestu" userId="S::gusti.pangestu@binus.ac.id::7768735c-5c0d-4d9b-b550-ead0b3c82a30" providerId="AD" clId="Web-{2FA84BC7-0DF4-93B0-D36B-F11A4D65BA38}" dt="2022-11-16T03:33:44.889" v="71" actId="20577"/>
          <ac:spMkLst>
            <pc:docMk/>
            <pc:sldMk cId="2156523057" sldId="311"/>
            <ac:spMk id="2" creationId="{E96A6281-58B7-EFE8-BB48-5CE4638024BB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35:04.266" v="75" actId="20577"/>
          <ac:spMkLst>
            <pc:docMk/>
            <pc:sldMk cId="2156523057" sldId="311"/>
            <ac:spMk id="3" creationId="{E78683C5-7D76-2BFE-11D6-D81D178D095C}"/>
          </ac:spMkLst>
        </pc:spChg>
        <pc:spChg chg="del">
          <ac:chgData name="Gusti Pangestu" userId="S::gusti.pangestu@binus.ac.id::7768735c-5c0d-4d9b-b550-ead0b3c82a30" providerId="AD" clId="Web-{2FA84BC7-0DF4-93B0-D36B-F11A4D65BA38}" dt="2022-11-16T03:42:44.781" v="76"/>
          <ac:spMkLst>
            <pc:docMk/>
            <pc:sldMk cId="2156523057" sldId="311"/>
            <ac:spMk id="4" creationId="{0593EA61-0C98-7E5D-45AE-9A118C227D20}"/>
          </ac:spMkLst>
        </pc:spChg>
        <pc:picChg chg="add mod ord">
          <ac:chgData name="Gusti Pangestu" userId="S::gusti.pangestu@binus.ac.id::7768735c-5c0d-4d9b-b550-ead0b3c82a30" providerId="AD" clId="Web-{2FA84BC7-0DF4-93B0-D36B-F11A4D65BA38}" dt="2022-11-16T03:42:49.437" v="77" actId="1076"/>
          <ac:picMkLst>
            <pc:docMk/>
            <pc:sldMk cId="2156523057" sldId="311"/>
            <ac:picMk id="5" creationId="{DD320FB1-B8F6-38B4-3A70-C336FC534CB7}"/>
          </ac:picMkLst>
        </pc:picChg>
        <pc:picChg chg="add mod">
          <ac:chgData name="Gusti Pangestu" userId="S::gusti.pangestu@binus.ac.id::7768735c-5c0d-4d9b-b550-ead0b3c82a30" providerId="AD" clId="Web-{2FA84BC7-0DF4-93B0-D36B-F11A4D65BA38}" dt="2022-11-16T03:43:14.969" v="80" actId="14100"/>
          <ac:picMkLst>
            <pc:docMk/>
            <pc:sldMk cId="2156523057" sldId="311"/>
            <ac:picMk id="6" creationId="{10E2E684-AE7C-762C-DF77-47208CAD2DE7}"/>
          </ac:picMkLst>
        </pc:picChg>
      </pc:sldChg>
      <pc:sldChg chg="new">
        <pc:chgData name="Gusti Pangestu" userId="S::gusti.pangestu@binus.ac.id::7768735c-5c0d-4d9b-b550-ead0b3c82a30" providerId="AD" clId="Web-{2FA84BC7-0DF4-93B0-D36B-F11A4D65BA38}" dt="2022-11-16T03:43:24.938" v="81"/>
        <pc:sldMkLst>
          <pc:docMk/>
          <pc:sldMk cId="1063536070" sldId="312"/>
        </pc:sldMkLst>
      </pc:sldChg>
    </pc:docChg>
  </pc:docChgLst>
  <pc:docChgLst>
    <pc:chgData name="Gusti Pangestu" userId="S::gusti.pangestu@binus.ac.id::7768735c-5c0d-4d9b-b550-ead0b3c82a30" providerId="AD" clId="Web-{A223DC79-8A1C-ABAE-1F9B-158E890A425E}"/>
    <pc:docChg chg="addSld delSld modSld modSection">
      <pc:chgData name="Gusti Pangestu" userId="S::gusti.pangestu@binus.ac.id::7768735c-5c0d-4d9b-b550-ead0b3c82a30" providerId="AD" clId="Web-{A223DC79-8A1C-ABAE-1F9B-158E890A425E}" dt="2022-11-08T09:57:28.812" v="337" actId="1076"/>
      <pc:docMkLst>
        <pc:docMk/>
      </pc:docMkLst>
      <pc:sldChg chg="modSp">
        <pc:chgData name="Gusti Pangestu" userId="S::gusti.pangestu@binus.ac.id::7768735c-5c0d-4d9b-b550-ead0b3c82a30" providerId="AD" clId="Web-{A223DC79-8A1C-ABAE-1F9B-158E890A425E}" dt="2022-11-08T02:41:22.864" v="7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A223DC79-8A1C-ABAE-1F9B-158E890A425E}" dt="2022-11-08T02:41:22.864" v="7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">
        <pc:chgData name="Gusti Pangestu" userId="S::gusti.pangestu@binus.ac.id::7768735c-5c0d-4d9b-b550-ead0b3c82a30" providerId="AD" clId="Web-{A223DC79-8A1C-ABAE-1F9B-158E890A425E}" dt="2022-11-08T02:42:57.320" v="27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A223DC79-8A1C-ABAE-1F9B-158E890A425E}" dt="2022-11-08T02:42:57.320" v="27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">
        <pc:chgData name="Gusti Pangestu" userId="S::gusti.pangestu@binus.ac.id::7768735c-5c0d-4d9b-b550-ead0b3c82a30" providerId="AD" clId="Web-{A223DC79-8A1C-ABAE-1F9B-158E890A425E}" dt="2022-11-08T02:49:37.257" v="42" actId="20577"/>
        <pc:sldMkLst>
          <pc:docMk/>
          <pc:sldMk cId="2068043843" sldId="291"/>
        </pc:sldMkLst>
        <pc:spChg chg="mod">
          <ac:chgData name="Gusti Pangestu" userId="S::gusti.pangestu@binus.ac.id::7768735c-5c0d-4d9b-b550-ead0b3c82a30" providerId="AD" clId="Web-{A223DC79-8A1C-ABAE-1F9B-158E890A425E}" dt="2022-11-08T02:43:29.509" v="32" actId="20577"/>
          <ac:spMkLst>
            <pc:docMk/>
            <pc:sldMk cId="2068043843" sldId="291"/>
            <ac:spMk id="2" creationId="{96DA44D9-93FA-AECE-499F-7A2999266B64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2:49:37.257" v="42" actId="20577"/>
          <ac:spMkLst>
            <pc:docMk/>
            <pc:sldMk cId="2068043843" sldId="291"/>
            <ac:spMk id="3" creationId="{D13F6089-0C37-FA79-19CF-BF021308AAF8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16" v="25"/>
        <pc:sldMkLst>
          <pc:docMk/>
          <pc:sldMk cId="3239910030" sldId="291"/>
        </pc:sldMkLst>
      </pc:sldChg>
      <pc:sldChg chg="addSp modSp new mod modClrScheme chgLayout">
        <pc:chgData name="Gusti Pangestu" userId="S::gusti.pangestu@binus.ac.id::7768735c-5c0d-4d9b-b550-ead0b3c82a30" providerId="AD" clId="Web-{A223DC79-8A1C-ABAE-1F9B-158E890A425E}" dt="2022-11-08T02:53:03.546" v="56"/>
        <pc:sldMkLst>
          <pc:docMk/>
          <pc:sldMk cId="181067477" sldId="292"/>
        </pc:sldMkLst>
        <pc:spChg chg="mod">
          <ac:chgData name="Gusti Pangestu" userId="S::gusti.pangestu@binus.ac.id::7768735c-5c0d-4d9b-b550-ead0b3c82a30" providerId="AD" clId="Web-{A223DC79-8A1C-ABAE-1F9B-158E890A425E}" dt="2022-11-08T02:53:03.546" v="56"/>
          <ac:spMkLst>
            <pc:docMk/>
            <pc:sldMk cId="181067477" sldId="292"/>
            <ac:spMk id="2" creationId="{2D8DA4BA-6E1B-06D5-7D8D-D75DF829090F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2:53:03.546" v="56"/>
          <ac:spMkLst>
            <pc:docMk/>
            <pc:sldMk cId="181067477" sldId="292"/>
            <ac:spMk id="3" creationId="{DEC6C18B-DD2A-34A7-6293-010D956D318B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2:53:03.546" v="56"/>
          <ac:picMkLst>
            <pc:docMk/>
            <pc:sldMk cId="181067477" sldId="292"/>
            <ac:picMk id="4" creationId="{E6C21DEE-C15C-2B07-0F48-41C0A6D188A8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16" v="24"/>
        <pc:sldMkLst>
          <pc:docMk/>
          <pc:sldMk cId="989727377" sldId="292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16" v="23"/>
        <pc:sldMkLst>
          <pc:docMk/>
          <pc:sldMk cId="1956832009" sldId="293"/>
        </pc:sldMkLst>
      </pc:sldChg>
      <pc:sldChg chg="addSp delSp modSp new mod modClrScheme chgLayout">
        <pc:chgData name="Gusti Pangestu" userId="S::gusti.pangestu@binus.ac.id::7768735c-5c0d-4d9b-b550-ead0b3c82a30" providerId="AD" clId="Web-{A223DC79-8A1C-ABAE-1F9B-158E890A425E}" dt="2022-11-08T02:53:50.720" v="68"/>
        <pc:sldMkLst>
          <pc:docMk/>
          <pc:sldMk cId="2629645314" sldId="293"/>
        </pc:sldMkLst>
        <pc:spChg chg="mod ord">
          <ac:chgData name="Gusti Pangestu" userId="S::gusti.pangestu@binus.ac.id::7768735c-5c0d-4d9b-b550-ead0b3c82a30" providerId="AD" clId="Web-{A223DC79-8A1C-ABAE-1F9B-158E890A425E}" dt="2022-11-08T02:53:50.720" v="68"/>
          <ac:spMkLst>
            <pc:docMk/>
            <pc:sldMk cId="2629645314" sldId="293"/>
            <ac:spMk id="2" creationId="{23106449-8DB6-F408-D868-A74B0655A109}"/>
          </ac:spMkLst>
        </pc:spChg>
        <pc:spChg chg="del mod ord">
          <ac:chgData name="Gusti Pangestu" userId="S::gusti.pangestu@binus.ac.id::7768735c-5c0d-4d9b-b550-ead0b3c82a30" providerId="AD" clId="Web-{A223DC79-8A1C-ABAE-1F9B-158E890A425E}" dt="2022-11-08T02:53:47.345" v="67"/>
          <ac:spMkLst>
            <pc:docMk/>
            <pc:sldMk cId="2629645314" sldId="293"/>
            <ac:spMk id="3" creationId="{BA5FC8DB-0E06-4B1A-D8BD-3A3DD5F94C60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2:53:25.359" v="66"/>
          <ac:spMkLst>
            <pc:docMk/>
            <pc:sldMk cId="2629645314" sldId="293"/>
            <ac:spMk id="4" creationId="{AAABC882-FE30-6BD5-1D21-3B60D404821B}"/>
          </ac:spMkLst>
        </pc:spChg>
        <pc:picChg chg="add mod ord">
          <ac:chgData name="Gusti Pangestu" userId="S::gusti.pangestu@binus.ac.id::7768735c-5c0d-4d9b-b550-ead0b3c82a30" providerId="AD" clId="Web-{A223DC79-8A1C-ABAE-1F9B-158E890A425E}" dt="2022-11-08T02:53:50.720" v="68"/>
          <ac:picMkLst>
            <pc:docMk/>
            <pc:sldMk cId="2629645314" sldId="293"/>
            <ac:picMk id="5" creationId="{37075F30-2E2F-6DF6-485E-D536AD44C383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16" v="22"/>
        <pc:sldMkLst>
          <pc:docMk/>
          <pc:sldMk cId="2857808774" sldId="294"/>
        </pc:sldMkLst>
      </pc:sldChg>
      <pc:sldChg chg="modSp new">
        <pc:chgData name="Gusti Pangestu" userId="S::gusti.pangestu@binus.ac.id::7768735c-5c0d-4d9b-b550-ead0b3c82a30" providerId="AD" clId="Web-{A223DC79-8A1C-ABAE-1F9B-158E890A425E}" dt="2022-11-08T03:09:20.426" v="92" actId="20577"/>
        <pc:sldMkLst>
          <pc:docMk/>
          <pc:sldMk cId="3671522191" sldId="294"/>
        </pc:sldMkLst>
        <pc:spChg chg="mod">
          <ac:chgData name="Gusti Pangestu" userId="S::gusti.pangestu@binus.ac.id::7768735c-5c0d-4d9b-b550-ead0b3c82a30" providerId="AD" clId="Web-{A223DC79-8A1C-ABAE-1F9B-158E890A425E}" dt="2022-11-08T03:06:36.014" v="78" actId="20577"/>
          <ac:spMkLst>
            <pc:docMk/>
            <pc:sldMk cId="3671522191" sldId="294"/>
            <ac:spMk id="2" creationId="{A9FBB719-A5E9-FB02-88FC-E9CB76115405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3:09:20.426" v="92" actId="20577"/>
          <ac:spMkLst>
            <pc:docMk/>
            <pc:sldMk cId="3671522191" sldId="294"/>
            <ac:spMk id="3" creationId="{628788DD-BE85-4788-CAAA-DFFE5CDD3DCD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01" v="21"/>
        <pc:sldMkLst>
          <pc:docMk/>
          <pc:sldMk cId="1684321161" sldId="295"/>
        </pc:sldMkLst>
      </pc:sldChg>
      <pc:sldChg chg="addSp delSp modSp new mod modClrScheme chgLayout">
        <pc:chgData name="Gusti Pangestu" userId="S::gusti.pangestu@binus.ac.id::7768735c-5c0d-4d9b-b550-ead0b3c82a30" providerId="AD" clId="Web-{A223DC79-8A1C-ABAE-1F9B-158E890A425E}" dt="2022-11-08T03:09:44.364" v="102" actId="1076"/>
        <pc:sldMkLst>
          <pc:docMk/>
          <pc:sldMk cId="3854135633" sldId="295"/>
        </pc:sldMkLst>
        <pc:spChg chg="del">
          <ac:chgData name="Gusti Pangestu" userId="S::gusti.pangestu@binus.ac.id::7768735c-5c0d-4d9b-b550-ead0b3c82a30" providerId="AD" clId="Web-{A223DC79-8A1C-ABAE-1F9B-158E890A425E}" dt="2022-11-08T03:09:24.614" v="94"/>
          <ac:spMkLst>
            <pc:docMk/>
            <pc:sldMk cId="3854135633" sldId="295"/>
            <ac:spMk id="2" creationId="{4AAF674E-6837-C0DB-3D0D-7E4B039A1709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3:09:26.707" v="95"/>
          <ac:spMkLst>
            <pc:docMk/>
            <pc:sldMk cId="3854135633" sldId="295"/>
            <ac:spMk id="3" creationId="{925F5DA7-D4A0-5629-3C1E-5FD4AD1D864B}"/>
          </ac:spMkLst>
        </pc:spChg>
        <pc:spChg chg="add del mod">
          <ac:chgData name="Gusti Pangestu" userId="S::gusti.pangestu@binus.ac.id::7768735c-5c0d-4d9b-b550-ead0b3c82a30" providerId="AD" clId="Web-{A223DC79-8A1C-ABAE-1F9B-158E890A425E}" dt="2022-11-08T03:09:33.786" v="98"/>
          <ac:spMkLst>
            <pc:docMk/>
            <pc:sldMk cId="3854135633" sldId="295"/>
            <ac:spMk id="9" creationId="{4A82447A-DDB7-DF27-0D71-F45F29C83482}"/>
          </ac:spMkLst>
        </pc:spChg>
        <pc:spChg chg="add del mod">
          <ac:chgData name="Gusti Pangestu" userId="S::gusti.pangestu@binus.ac.id::7768735c-5c0d-4d9b-b550-ead0b3c82a30" providerId="AD" clId="Web-{A223DC79-8A1C-ABAE-1F9B-158E890A425E}" dt="2022-11-08T03:09:33.786" v="98"/>
          <ac:spMkLst>
            <pc:docMk/>
            <pc:sldMk cId="3854135633" sldId="295"/>
            <ac:spMk id="11" creationId="{11D15A9B-7DF8-9106-56E5-C3AD0C23BEAB}"/>
          </ac:spMkLst>
        </pc:spChg>
        <pc:spChg chg="add del">
          <ac:chgData name="Gusti Pangestu" userId="S::gusti.pangestu@binus.ac.id::7768735c-5c0d-4d9b-b550-ead0b3c82a30" providerId="AD" clId="Web-{A223DC79-8A1C-ABAE-1F9B-158E890A425E}" dt="2022-11-08T03:09:36.614" v="100"/>
          <ac:spMkLst>
            <pc:docMk/>
            <pc:sldMk cId="3854135633" sldId="295"/>
            <ac:spMk id="13" creationId="{BF179ED5-5A20-4AC3-D491-9B2D823EA69D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3:09:44.364" v="102" actId="1076"/>
          <ac:picMkLst>
            <pc:docMk/>
            <pc:sldMk cId="3854135633" sldId="295"/>
            <ac:picMk id="4" creationId="{08D6BBFC-49AE-6D24-585E-6498707FF24A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20"/>
        <pc:sldMkLst>
          <pc:docMk/>
          <pc:sldMk cId="832701779" sldId="296"/>
        </pc:sldMkLst>
      </pc:sldChg>
      <pc:sldChg chg="delSp modSp new">
        <pc:chgData name="Gusti Pangestu" userId="S::gusti.pangestu@binus.ac.id::7768735c-5c0d-4d9b-b550-ead0b3c82a30" providerId="AD" clId="Web-{A223DC79-8A1C-ABAE-1F9B-158E890A425E}" dt="2022-11-08T03:26:18.558" v="124" actId="20577"/>
        <pc:sldMkLst>
          <pc:docMk/>
          <pc:sldMk cId="2826040258" sldId="296"/>
        </pc:sldMkLst>
        <pc:spChg chg="del">
          <ac:chgData name="Gusti Pangestu" userId="S::gusti.pangestu@binus.ac.id::7768735c-5c0d-4d9b-b550-ead0b3c82a30" providerId="AD" clId="Web-{A223DC79-8A1C-ABAE-1F9B-158E890A425E}" dt="2022-11-08T03:13:55.530" v="104"/>
          <ac:spMkLst>
            <pc:docMk/>
            <pc:sldMk cId="2826040258" sldId="296"/>
            <ac:spMk id="2" creationId="{34A9A0D0-A1E0-5A33-45DD-6D54BC735407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3:26:18.558" v="124" actId="20577"/>
          <ac:spMkLst>
            <pc:docMk/>
            <pc:sldMk cId="2826040258" sldId="296"/>
            <ac:spMk id="3" creationId="{8C543A02-739A-772E-8C93-9765F4B43336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01" v="19"/>
        <pc:sldMkLst>
          <pc:docMk/>
          <pc:sldMk cId="376018570" sldId="297"/>
        </pc:sldMkLst>
      </pc:sldChg>
      <pc:sldChg chg="addSp delSp modSp new">
        <pc:chgData name="Gusti Pangestu" userId="S::gusti.pangestu@binus.ac.id::7768735c-5c0d-4d9b-b550-ead0b3c82a30" providerId="AD" clId="Web-{A223DC79-8A1C-ABAE-1F9B-158E890A425E}" dt="2022-11-08T03:26:27.480" v="128"/>
        <pc:sldMkLst>
          <pc:docMk/>
          <pc:sldMk cId="1902739993" sldId="297"/>
        </pc:sldMkLst>
        <pc:spChg chg="del">
          <ac:chgData name="Gusti Pangestu" userId="S::gusti.pangestu@binus.ac.id::7768735c-5c0d-4d9b-b550-ead0b3c82a30" providerId="AD" clId="Web-{A223DC79-8A1C-ABAE-1F9B-158E890A425E}" dt="2022-11-08T03:26:23.964" v="127"/>
          <ac:spMkLst>
            <pc:docMk/>
            <pc:sldMk cId="1902739993" sldId="297"/>
            <ac:spMk id="2" creationId="{50073644-AEA7-6707-3AB1-E34E699F1690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3:26:20.745" v="126"/>
          <ac:spMkLst>
            <pc:docMk/>
            <pc:sldMk cId="1902739993" sldId="297"/>
            <ac:spMk id="3" creationId="{875AE402-9620-DAD3-17F2-D9BADD7BBBF2}"/>
          </ac:spMkLst>
        </pc:spChg>
        <pc:spChg chg="add del">
          <ac:chgData name="Gusti Pangestu" userId="S::gusti.pangestu@binus.ac.id::7768735c-5c0d-4d9b-b550-ead0b3c82a30" providerId="AD" clId="Web-{A223DC79-8A1C-ABAE-1F9B-158E890A425E}" dt="2022-11-08T03:26:27.480" v="128"/>
          <ac:spMkLst>
            <pc:docMk/>
            <pc:sldMk cId="1902739993" sldId="297"/>
            <ac:spMk id="9" creationId="{A8E78CD0-A219-4CC5-ABC4-2DBBDD712322}"/>
          </ac:spMkLst>
        </pc:spChg>
        <pc:picChg chg="add mod ord">
          <ac:chgData name="Gusti Pangestu" userId="S::gusti.pangestu@binus.ac.id::7768735c-5c0d-4d9b-b550-ead0b3c82a30" providerId="AD" clId="Web-{A223DC79-8A1C-ABAE-1F9B-158E890A425E}" dt="2022-11-08T03:26:23.964" v="127"/>
          <ac:picMkLst>
            <pc:docMk/>
            <pc:sldMk cId="1902739993" sldId="297"/>
            <ac:picMk id="4" creationId="{5CB8B085-5C65-13B9-22E7-8C9472309F3C}"/>
          </ac:picMkLst>
        </pc:picChg>
      </pc:sldChg>
      <pc:sldChg chg="addSp modSp new">
        <pc:chgData name="Gusti Pangestu" userId="S::gusti.pangestu@binus.ac.id::7768735c-5c0d-4d9b-b550-ead0b3c82a30" providerId="AD" clId="Web-{A223DC79-8A1C-ABAE-1F9B-158E890A425E}" dt="2022-11-08T06:57:15.033" v="154" actId="20577"/>
        <pc:sldMkLst>
          <pc:docMk/>
          <pc:sldMk cId="502453303" sldId="298"/>
        </pc:sldMkLst>
        <pc:spChg chg="mod">
          <ac:chgData name="Gusti Pangestu" userId="S::gusti.pangestu@binus.ac.id::7768735c-5c0d-4d9b-b550-ead0b3c82a30" providerId="AD" clId="Web-{A223DC79-8A1C-ABAE-1F9B-158E890A425E}" dt="2022-11-08T03:26:35.730" v="131" actId="20577"/>
          <ac:spMkLst>
            <pc:docMk/>
            <pc:sldMk cId="502453303" sldId="298"/>
            <ac:spMk id="2" creationId="{606D0FC3-BB3D-A9C6-003D-5D8B618E7056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6:57:15.033" v="154" actId="20577"/>
          <ac:spMkLst>
            <pc:docMk/>
            <pc:sldMk cId="502453303" sldId="298"/>
            <ac:spMk id="3" creationId="{E0718C77-5FD8-F462-1236-D9CA9618A86E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3:28:37.469" v="138" actId="1076"/>
          <ac:picMkLst>
            <pc:docMk/>
            <pc:sldMk cId="502453303" sldId="298"/>
            <ac:picMk id="4" creationId="{5703ECE7-E48D-292A-B306-CB89B0D16DDB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8"/>
        <pc:sldMkLst>
          <pc:docMk/>
          <pc:sldMk cId="3645830168" sldId="298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7:09:17.438" v="202" actId="14100"/>
        <pc:sldMkLst>
          <pc:docMk/>
          <pc:sldMk cId="1410539918" sldId="299"/>
        </pc:sldMkLst>
        <pc:spChg chg="mod">
          <ac:chgData name="Gusti Pangestu" userId="S::gusti.pangestu@binus.ac.id::7768735c-5c0d-4d9b-b550-ead0b3c82a30" providerId="AD" clId="Web-{A223DC79-8A1C-ABAE-1F9B-158E890A425E}" dt="2022-11-08T07:08:29.155" v="185" actId="1076"/>
          <ac:spMkLst>
            <pc:docMk/>
            <pc:sldMk cId="1410539918" sldId="299"/>
            <ac:spMk id="2" creationId="{F7A02F53-F601-3FFF-0D9B-FCE4069D1E80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7:08:52.156" v="198" actId="20577"/>
          <ac:spMkLst>
            <pc:docMk/>
            <pc:sldMk cId="1410539918" sldId="299"/>
            <ac:spMk id="3" creationId="{144C5460-9955-749C-49EE-EA98FDD080D0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7:08:43.484" v="192" actId="1076"/>
          <ac:picMkLst>
            <pc:docMk/>
            <pc:sldMk cId="1410539918" sldId="299"/>
            <ac:picMk id="4" creationId="{492B302F-DCD4-C495-845A-29E3D2D434F2}"/>
          </ac:picMkLst>
        </pc:picChg>
        <pc:picChg chg="add mod">
          <ac:chgData name="Gusti Pangestu" userId="S::gusti.pangestu@binus.ac.id::7768735c-5c0d-4d9b-b550-ead0b3c82a30" providerId="AD" clId="Web-{A223DC79-8A1C-ABAE-1F9B-158E890A425E}" dt="2022-11-08T07:08:54.609" v="199" actId="1076"/>
          <ac:picMkLst>
            <pc:docMk/>
            <pc:sldMk cId="1410539918" sldId="299"/>
            <ac:picMk id="5" creationId="{EBBA7A14-844E-7721-04E7-195B37D27BA8}"/>
          </ac:picMkLst>
        </pc:picChg>
        <pc:picChg chg="add mod">
          <ac:chgData name="Gusti Pangestu" userId="S::gusti.pangestu@binus.ac.id::7768735c-5c0d-4d9b-b550-ead0b3c82a30" providerId="AD" clId="Web-{A223DC79-8A1C-ABAE-1F9B-158E890A425E}" dt="2022-11-08T07:09:17.438" v="202" actId="14100"/>
          <ac:picMkLst>
            <pc:docMk/>
            <pc:sldMk cId="1410539918" sldId="299"/>
            <ac:picMk id="6" creationId="{DDDB2DC9-FA93-AB6A-FCD8-A4446280DDE3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7"/>
        <pc:sldMkLst>
          <pc:docMk/>
          <pc:sldMk cId="3162136664" sldId="299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7:13:07.505" v="231" actId="1076"/>
        <pc:sldMkLst>
          <pc:docMk/>
          <pc:sldMk cId="1225882195" sldId="300"/>
        </pc:sldMkLst>
        <pc:spChg chg="mod">
          <ac:chgData name="Gusti Pangestu" userId="S::gusti.pangestu@binus.ac.id::7768735c-5c0d-4d9b-b550-ead0b3c82a30" providerId="AD" clId="Web-{A223DC79-8A1C-ABAE-1F9B-158E890A425E}" dt="2022-11-08T07:12:18.019" v="219" actId="20577"/>
          <ac:spMkLst>
            <pc:docMk/>
            <pc:sldMk cId="1225882195" sldId="300"/>
            <ac:spMk id="2" creationId="{63518523-4647-9DE1-36BC-F594155AF708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7:12:56.004" v="227" actId="20577"/>
          <ac:spMkLst>
            <pc:docMk/>
            <pc:sldMk cId="1225882195" sldId="300"/>
            <ac:spMk id="3" creationId="{F8AC97D9-A0C7-C768-7E7C-7668D65EC631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7:13:07.505" v="231" actId="1076"/>
          <ac:picMkLst>
            <pc:docMk/>
            <pc:sldMk cId="1225882195" sldId="300"/>
            <ac:picMk id="4" creationId="{8F71BC29-4333-16F5-6FBF-118FEFF418A2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6"/>
        <pc:sldMkLst>
          <pc:docMk/>
          <pc:sldMk cId="2160808367" sldId="300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01" v="15"/>
        <pc:sldMkLst>
          <pc:docMk/>
          <pc:sldMk cId="2329439584" sldId="301"/>
        </pc:sldMkLst>
      </pc:sldChg>
      <pc:sldChg chg="delSp modSp new">
        <pc:chgData name="Gusti Pangestu" userId="S::gusti.pangestu@binus.ac.id::7768735c-5c0d-4d9b-b550-ead0b3c82a30" providerId="AD" clId="Web-{A223DC79-8A1C-ABAE-1F9B-158E890A425E}" dt="2022-11-08T07:28:12.601" v="241" actId="20577"/>
        <pc:sldMkLst>
          <pc:docMk/>
          <pc:sldMk cId="2716777333" sldId="301"/>
        </pc:sldMkLst>
        <pc:spChg chg="del">
          <ac:chgData name="Gusti Pangestu" userId="S::gusti.pangestu@binus.ac.id::7768735c-5c0d-4d9b-b550-ead0b3c82a30" providerId="AD" clId="Web-{A223DC79-8A1C-ABAE-1F9B-158E890A425E}" dt="2022-11-08T07:27:42.381" v="234"/>
          <ac:spMkLst>
            <pc:docMk/>
            <pc:sldMk cId="2716777333" sldId="301"/>
            <ac:spMk id="2" creationId="{91084C92-A9F2-56E4-C488-E23767EADD99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7:28:12.601" v="241" actId="20577"/>
          <ac:spMkLst>
            <pc:docMk/>
            <pc:sldMk cId="2716777333" sldId="301"/>
            <ac:spMk id="3" creationId="{DE07990C-F4E2-9999-D4E2-5B1463B32A32}"/>
          </ac:spMkLst>
        </pc:spChg>
      </pc:sldChg>
      <pc:sldChg chg="modSp new">
        <pc:chgData name="Gusti Pangestu" userId="S::gusti.pangestu@binus.ac.id::7768735c-5c0d-4d9b-b550-ead0b3c82a30" providerId="AD" clId="Web-{A223DC79-8A1C-ABAE-1F9B-158E890A425E}" dt="2022-11-08T08:10:43.967" v="269" actId="20577"/>
        <pc:sldMkLst>
          <pc:docMk/>
          <pc:sldMk cId="2251878460" sldId="302"/>
        </pc:sldMkLst>
        <pc:spChg chg="mod">
          <ac:chgData name="Gusti Pangestu" userId="S::gusti.pangestu@binus.ac.id::7768735c-5c0d-4d9b-b550-ead0b3c82a30" providerId="AD" clId="Web-{A223DC79-8A1C-ABAE-1F9B-158E890A425E}" dt="2022-11-08T08:09:22.371" v="249" actId="20577"/>
          <ac:spMkLst>
            <pc:docMk/>
            <pc:sldMk cId="2251878460" sldId="302"/>
            <ac:spMk id="2" creationId="{023452D9-AF9A-0F98-0C01-7B25A0D2D05D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8:10:43.967" v="269" actId="20577"/>
          <ac:spMkLst>
            <pc:docMk/>
            <pc:sldMk cId="2251878460" sldId="302"/>
            <ac:spMk id="3" creationId="{910F573B-007A-F561-0511-D3CDB1F16358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01" v="14"/>
        <pc:sldMkLst>
          <pc:docMk/>
          <pc:sldMk cId="4132436519" sldId="302"/>
        </pc:sldMkLst>
      </pc:sldChg>
      <pc:sldChg chg="addSp delSp modSp new">
        <pc:chgData name="Gusti Pangestu" userId="S::gusti.pangestu@binus.ac.id::7768735c-5c0d-4d9b-b550-ead0b3c82a30" providerId="AD" clId="Web-{A223DC79-8A1C-ABAE-1F9B-158E890A425E}" dt="2022-11-08T08:10:50.140" v="272"/>
        <pc:sldMkLst>
          <pc:docMk/>
          <pc:sldMk cId="1301941771" sldId="303"/>
        </pc:sldMkLst>
        <pc:spChg chg="del">
          <ac:chgData name="Gusti Pangestu" userId="S::gusti.pangestu@binus.ac.id::7768735c-5c0d-4d9b-b550-ead0b3c82a30" providerId="AD" clId="Web-{A223DC79-8A1C-ABAE-1F9B-158E890A425E}" dt="2022-11-08T08:10:50.140" v="272"/>
          <ac:spMkLst>
            <pc:docMk/>
            <pc:sldMk cId="1301941771" sldId="303"/>
            <ac:spMk id="2" creationId="{4D53193F-386D-FE86-B553-7DD117746C8D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8:10:45.983" v="271"/>
          <ac:spMkLst>
            <pc:docMk/>
            <pc:sldMk cId="1301941771" sldId="303"/>
            <ac:spMk id="3" creationId="{7DE5D553-7B96-5476-815A-756D6320B66F}"/>
          </ac:spMkLst>
        </pc:spChg>
        <pc:picChg chg="add mod ord">
          <ac:chgData name="Gusti Pangestu" userId="S::gusti.pangestu@binus.ac.id::7768735c-5c0d-4d9b-b550-ead0b3c82a30" providerId="AD" clId="Web-{A223DC79-8A1C-ABAE-1F9B-158E890A425E}" dt="2022-11-08T08:10:45.983" v="271"/>
          <ac:picMkLst>
            <pc:docMk/>
            <pc:sldMk cId="1301941771" sldId="303"/>
            <ac:picMk id="4" creationId="{834D6E6A-1C57-1990-7B46-E068286128B8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3"/>
        <pc:sldMkLst>
          <pc:docMk/>
          <pc:sldMk cId="4173901416" sldId="303"/>
        </pc:sldMkLst>
      </pc:sldChg>
      <pc:sldChg chg="addSp delSp modSp new">
        <pc:chgData name="Gusti Pangestu" userId="S::gusti.pangestu@binus.ac.id::7768735c-5c0d-4d9b-b550-ead0b3c82a30" providerId="AD" clId="Web-{A223DC79-8A1C-ABAE-1F9B-158E890A425E}" dt="2022-11-08T09:02:06.937" v="292" actId="14100"/>
        <pc:sldMkLst>
          <pc:docMk/>
          <pc:sldMk cId="2438179628" sldId="304"/>
        </pc:sldMkLst>
        <pc:spChg chg="del">
          <ac:chgData name="Gusti Pangestu" userId="S::gusti.pangestu@binus.ac.id::7768735c-5c0d-4d9b-b550-ead0b3c82a30" providerId="AD" clId="Web-{A223DC79-8A1C-ABAE-1F9B-158E890A425E}" dt="2022-11-08T09:01:17.123" v="278"/>
          <ac:spMkLst>
            <pc:docMk/>
            <pc:sldMk cId="2438179628" sldId="304"/>
            <ac:spMk id="2" creationId="{9E3D8B49-B6FD-9FB2-183F-B1F5A1B86B4F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9:02:00.218" v="289" actId="20577"/>
          <ac:spMkLst>
            <pc:docMk/>
            <pc:sldMk cId="2438179628" sldId="304"/>
            <ac:spMk id="3" creationId="{2E02B41D-1089-F3E5-2D87-9328709EE1DC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9:02:06.937" v="292" actId="14100"/>
          <ac:picMkLst>
            <pc:docMk/>
            <pc:sldMk cId="2438179628" sldId="304"/>
            <ac:picMk id="4" creationId="{55AD6FF7-0801-2F3D-525C-61573A526548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2"/>
        <pc:sldMkLst>
          <pc:docMk/>
          <pc:sldMk cId="2940983348" sldId="304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9:55:39.402" v="309" actId="14100"/>
        <pc:sldMkLst>
          <pc:docMk/>
          <pc:sldMk cId="108455753" sldId="305"/>
        </pc:sldMkLst>
        <pc:spChg chg="mod">
          <ac:chgData name="Gusti Pangestu" userId="S::gusti.pangestu@binus.ac.id::7768735c-5c0d-4d9b-b550-ead0b3c82a30" providerId="AD" clId="Web-{A223DC79-8A1C-ABAE-1F9B-158E890A425E}" dt="2022-11-08T09:54:29.853" v="296" actId="20577"/>
          <ac:spMkLst>
            <pc:docMk/>
            <pc:sldMk cId="108455753" sldId="305"/>
            <ac:spMk id="2" creationId="{3D72DB53-61D9-BFBA-98A6-A0104451DA80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9:55:11.495" v="305" actId="20577"/>
          <ac:spMkLst>
            <pc:docMk/>
            <pc:sldMk cId="108455753" sldId="305"/>
            <ac:spMk id="3" creationId="{AE41F33F-83FC-F04B-65B9-8AA89D8FC214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9:55:39.402" v="309" actId="14100"/>
          <ac:picMkLst>
            <pc:docMk/>
            <pc:sldMk cId="108455753" sldId="305"/>
            <ac:picMk id="4" creationId="{16F92BC1-AC15-CDEE-F393-8BA6DEEC5BE0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8"/>
        <pc:sldMkLst>
          <pc:docMk/>
          <pc:sldMk cId="654897096" sldId="305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9:57:28.812" v="337" actId="1076"/>
        <pc:sldMkLst>
          <pc:docMk/>
          <pc:sldMk cId="1495215192" sldId="306"/>
        </pc:sldMkLst>
        <pc:spChg chg="mod">
          <ac:chgData name="Gusti Pangestu" userId="S::gusti.pangestu@binus.ac.id::7768735c-5c0d-4d9b-b550-ead0b3c82a30" providerId="AD" clId="Web-{A223DC79-8A1C-ABAE-1F9B-158E890A425E}" dt="2022-11-08T09:56:10.934" v="320" actId="20577"/>
          <ac:spMkLst>
            <pc:docMk/>
            <pc:sldMk cId="1495215192" sldId="306"/>
            <ac:spMk id="2" creationId="{BA12BD38-E371-84F6-51E5-446A2E8725A1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9:57:08.749" v="333" actId="20577"/>
          <ac:spMkLst>
            <pc:docMk/>
            <pc:sldMk cId="1495215192" sldId="306"/>
            <ac:spMk id="3" creationId="{AE53D38C-717E-2153-2296-EB8138EAC838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9:57:28.812" v="337" actId="1076"/>
          <ac:picMkLst>
            <pc:docMk/>
            <pc:sldMk cId="1495215192" sldId="306"/>
            <ac:picMk id="4" creationId="{AAD421F8-28CB-82EF-DCD6-6A00546ED9F1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1"/>
        <pc:sldMkLst>
          <pc:docMk/>
          <pc:sldMk cId="4236229230" sldId="306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01" v="10"/>
        <pc:sldMkLst>
          <pc:docMk/>
          <pc:sldMk cId="868108864" sldId="307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01" v="9"/>
        <pc:sldMkLst>
          <pc:docMk/>
          <pc:sldMk cId="2349906427" sldId="308"/>
        </pc:sldMkLst>
      </pc:sldChg>
    </pc:docChg>
  </pc:docChgLst>
  <pc:docChgLst>
    <pc:chgData name="Gusti Pangestu" userId="7768735c-5c0d-4d9b-b550-ead0b3c82a30" providerId="ADAL" clId="{00DAD827-72D6-4C3B-A6DC-E3AD60F120F1}"/>
    <pc:docChg chg="undo custSel addSld delSld modSld modSection">
      <pc:chgData name="Gusti Pangestu" userId="7768735c-5c0d-4d9b-b550-ead0b3c82a30" providerId="ADAL" clId="{00DAD827-72D6-4C3B-A6DC-E3AD60F120F1}" dt="2022-12-13T03:07:10.209" v="369" actId="20577"/>
      <pc:docMkLst>
        <pc:docMk/>
      </pc:docMkLst>
      <pc:sldChg chg="modSp mod">
        <pc:chgData name="Gusti Pangestu" userId="7768735c-5c0d-4d9b-b550-ead0b3c82a30" providerId="ADAL" clId="{00DAD827-72D6-4C3B-A6DC-E3AD60F120F1}" dt="2022-12-12T06:42:45.298" v="26" actId="20577"/>
        <pc:sldMkLst>
          <pc:docMk/>
          <pc:sldMk cId="109857222" sldId="258"/>
        </pc:sldMkLst>
        <pc:spChg chg="mod">
          <ac:chgData name="Gusti Pangestu" userId="7768735c-5c0d-4d9b-b550-ead0b3c82a30" providerId="ADAL" clId="{00DAD827-72D6-4C3B-A6DC-E3AD60F120F1}" dt="2022-12-12T06:42:45.298" v="26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 mod">
        <pc:chgData name="Gusti Pangestu" userId="7768735c-5c0d-4d9b-b550-ead0b3c82a30" providerId="ADAL" clId="{00DAD827-72D6-4C3B-A6DC-E3AD60F120F1}" dt="2022-12-12T07:04:00.019" v="57" actId="20577"/>
        <pc:sldMkLst>
          <pc:docMk/>
          <pc:sldMk cId="1545682022" sldId="290"/>
        </pc:sldMkLst>
        <pc:spChg chg="mod">
          <ac:chgData name="Gusti Pangestu" userId="7768735c-5c0d-4d9b-b550-ead0b3c82a30" providerId="ADAL" clId="{00DAD827-72D6-4C3B-A6DC-E3AD60F120F1}" dt="2022-12-12T07:04:00.019" v="57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 mod">
        <pc:chgData name="Gusti Pangestu" userId="7768735c-5c0d-4d9b-b550-ead0b3c82a30" providerId="ADAL" clId="{00DAD827-72D6-4C3B-A6DC-E3AD60F120F1}" dt="2022-12-12T07:06:21.131" v="73" actId="5793"/>
        <pc:sldMkLst>
          <pc:docMk/>
          <pc:sldMk cId="1079826350" sldId="291"/>
        </pc:sldMkLst>
        <pc:spChg chg="mod">
          <ac:chgData name="Gusti Pangestu" userId="7768735c-5c0d-4d9b-b550-ead0b3c82a30" providerId="ADAL" clId="{00DAD827-72D6-4C3B-A6DC-E3AD60F120F1}" dt="2022-12-12T07:05:06.311" v="59"/>
          <ac:spMkLst>
            <pc:docMk/>
            <pc:sldMk cId="1079826350" sldId="291"/>
            <ac:spMk id="2" creationId="{F79B316E-2FB4-C26D-911C-F2CF9B6794D9}"/>
          </ac:spMkLst>
        </pc:spChg>
        <pc:spChg chg="mod">
          <ac:chgData name="Gusti Pangestu" userId="7768735c-5c0d-4d9b-b550-ead0b3c82a30" providerId="ADAL" clId="{00DAD827-72D6-4C3B-A6DC-E3AD60F120F1}" dt="2022-12-12T07:06:21.131" v="73" actId="5793"/>
          <ac:spMkLst>
            <pc:docMk/>
            <pc:sldMk cId="1079826350" sldId="291"/>
            <ac:spMk id="3" creationId="{F0FF754A-0E11-999C-E8FB-F371B2338B0C}"/>
          </ac:spMkLst>
        </pc:sp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1840497081" sldId="291"/>
        </pc:sldMkLst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862834757" sldId="292"/>
        </pc:sldMkLst>
      </pc:sldChg>
      <pc:sldChg chg="modSp new mod">
        <pc:chgData name="Gusti Pangestu" userId="7768735c-5c0d-4d9b-b550-ead0b3c82a30" providerId="ADAL" clId="{00DAD827-72D6-4C3B-A6DC-E3AD60F120F1}" dt="2022-12-12T07:08:30.501" v="111" actId="20577"/>
        <pc:sldMkLst>
          <pc:docMk/>
          <pc:sldMk cId="1665812515" sldId="292"/>
        </pc:sldMkLst>
        <pc:spChg chg="mod">
          <ac:chgData name="Gusti Pangestu" userId="7768735c-5c0d-4d9b-b550-ead0b3c82a30" providerId="ADAL" clId="{00DAD827-72D6-4C3B-A6DC-E3AD60F120F1}" dt="2022-12-12T07:06:26.981" v="75"/>
          <ac:spMkLst>
            <pc:docMk/>
            <pc:sldMk cId="1665812515" sldId="292"/>
            <ac:spMk id="2" creationId="{99EB07F3-BFD0-0762-1F6B-A44FA08CE3BC}"/>
          </ac:spMkLst>
        </pc:spChg>
        <pc:spChg chg="mod">
          <ac:chgData name="Gusti Pangestu" userId="7768735c-5c0d-4d9b-b550-ead0b3c82a30" providerId="ADAL" clId="{00DAD827-72D6-4C3B-A6DC-E3AD60F120F1}" dt="2022-12-12T07:08:30.501" v="111" actId="20577"/>
          <ac:spMkLst>
            <pc:docMk/>
            <pc:sldMk cId="1665812515" sldId="292"/>
            <ac:spMk id="3" creationId="{C10AD678-358E-3648-871E-2907F900A576}"/>
          </ac:spMkLst>
        </pc:sp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95377788" sldId="293"/>
        </pc:sldMkLst>
      </pc:sldChg>
      <pc:sldChg chg="addSp delSp modSp new mod">
        <pc:chgData name="Gusti Pangestu" userId="7768735c-5c0d-4d9b-b550-ead0b3c82a30" providerId="ADAL" clId="{00DAD827-72D6-4C3B-A6DC-E3AD60F120F1}" dt="2022-12-12T07:18:46.498" v="116" actId="1076"/>
        <pc:sldMkLst>
          <pc:docMk/>
          <pc:sldMk cId="3468554058" sldId="293"/>
        </pc:sldMkLst>
        <pc:spChg chg="del">
          <ac:chgData name="Gusti Pangestu" userId="7768735c-5c0d-4d9b-b550-ead0b3c82a30" providerId="ADAL" clId="{00DAD827-72D6-4C3B-A6DC-E3AD60F120F1}" dt="2022-12-12T07:18:40.051" v="114" actId="478"/>
          <ac:spMkLst>
            <pc:docMk/>
            <pc:sldMk cId="3468554058" sldId="293"/>
            <ac:spMk id="2" creationId="{D9023FF3-1C1D-1D4E-FC4D-487DA3DF66D8}"/>
          </ac:spMkLst>
        </pc:spChg>
        <pc:spChg chg="del">
          <ac:chgData name="Gusti Pangestu" userId="7768735c-5c0d-4d9b-b550-ead0b3c82a30" providerId="ADAL" clId="{00DAD827-72D6-4C3B-A6DC-E3AD60F120F1}" dt="2022-12-12T07:18:37.875" v="113" actId="22"/>
          <ac:spMkLst>
            <pc:docMk/>
            <pc:sldMk cId="3468554058" sldId="293"/>
            <ac:spMk id="3" creationId="{C03987A2-6BDD-1635-3BEB-1F06380F04A8}"/>
          </ac:spMkLst>
        </pc:spChg>
        <pc:picChg chg="add mod ord">
          <ac:chgData name="Gusti Pangestu" userId="7768735c-5c0d-4d9b-b550-ead0b3c82a30" providerId="ADAL" clId="{00DAD827-72D6-4C3B-A6DC-E3AD60F120F1}" dt="2022-12-12T07:18:46.498" v="116" actId="1076"/>
          <ac:picMkLst>
            <pc:docMk/>
            <pc:sldMk cId="3468554058" sldId="293"/>
            <ac:picMk id="5" creationId="{84B77846-8C86-967E-3826-BDCB9063CCC1}"/>
          </ac:picMkLst>
        </pc:picChg>
      </pc:sldChg>
      <pc:sldChg chg="delSp modSp new mod">
        <pc:chgData name="Gusti Pangestu" userId="7768735c-5c0d-4d9b-b550-ead0b3c82a30" providerId="ADAL" clId="{00DAD827-72D6-4C3B-A6DC-E3AD60F120F1}" dt="2022-12-12T07:22:14.106" v="152" actId="20577"/>
        <pc:sldMkLst>
          <pc:docMk/>
          <pc:sldMk cId="272733755" sldId="294"/>
        </pc:sldMkLst>
        <pc:spChg chg="del">
          <ac:chgData name="Gusti Pangestu" userId="7768735c-5c0d-4d9b-b550-ead0b3c82a30" providerId="ADAL" clId="{00DAD827-72D6-4C3B-A6DC-E3AD60F120F1}" dt="2022-12-12T07:19:04.916" v="119" actId="478"/>
          <ac:spMkLst>
            <pc:docMk/>
            <pc:sldMk cId="272733755" sldId="294"/>
            <ac:spMk id="2" creationId="{D36CBE5D-B2CF-5686-9E52-1623BF4E176F}"/>
          </ac:spMkLst>
        </pc:spChg>
        <pc:spChg chg="mod">
          <ac:chgData name="Gusti Pangestu" userId="7768735c-5c0d-4d9b-b550-ead0b3c82a30" providerId="ADAL" clId="{00DAD827-72D6-4C3B-A6DC-E3AD60F120F1}" dt="2022-12-12T07:22:14.106" v="152" actId="20577"/>
          <ac:spMkLst>
            <pc:docMk/>
            <pc:sldMk cId="272733755" sldId="294"/>
            <ac:spMk id="3" creationId="{8F3EF485-CC68-EE9C-4853-908E90A6397F}"/>
          </ac:spMkLst>
        </pc:sp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2893177997" sldId="294"/>
        </pc:sldMkLst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3348046177" sldId="295"/>
        </pc:sldMkLst>
      </pc:sldChg>
      <pc:sldChg chg="addSp delSp modSp new mod">
        <pc:chgData name="Gusti Pangestu" userId="7768735c-5c0d-4d9b-b550-ead0b3c82a30" providerId="ADAL" clId="{00DAD827-72D6-4C3B-A6DC-E3AD60F120F1}" dt="2022-12-12T07:26:13.451" v="162" actId="1076"/>
        <pc:sldMkLst>
          <pc:docMk/>
          <pc:sldMk cId="4254841868" sldId="295"/>
        </pc:sldMkLst>
        <pc:spChg chg="mod">
          <ac:chgData name="Gusti Pangestu" userId="7768735c-5c0d-4d9b-b550-ead0b3c82a30" providerId="ADAL" clId="{00DAD827-72D6-4C3B-A6DC-E3AD60F120F1}" dt="2022-12-12T07:26:07.001" v="160" actId="1076"/>
          <ac:spMkLst>
            <pc:docMk/>
            <pc:sldMk cId="4254841868" sldId="295"/>
            <ac:spMk id="2" creationId="{A18F47FB-8949-74E6-0505-C0B1E8F200D5}"/>
          </ac:spMkLst>
        </pc:spChg>
        <pc:spChg chg="del">
          <ac:chgData name="Gusti Pangestu" userId="7768735c-5c0d-4d9b-b550-ead0b3c82a30" providerId="ADAL" clId="{00DAD827-72D6-4C3B-A6DC-E3AD60F120F1}" dt="2022-12-12T07:25:47.218" v="155" actId="22"/>
          <ac:spMkLst>
            <pc:docMk/>
            <pc:sldMk cId="4254841868" sldId="295"/>
            <ac:spMk id="3" creationId="{72D07F56-AB22-C409-8FCC-879F2F56AABE}"/>
          </ac:spMkLst>
        </pc:spChg>
        <pc:picChg chg="add mod ord">
          <ac:chgData name="Gusti Pangestu" userId="7768735c-5c0d-4d9b-b550-ead0b3c82a30" providerId="ADAL" clId="{00DAD827-72D6-4C3B-A6DC-E3AD60F120F1}" dt="2022-12-12T07:26:09.934" v="161" actId="1076"/>
          <ac:picMkLst>
            <pc:docMk/>
            <pc:sldMk cId="4254841868" sldId="295"/>
            <ac:picMk id="5" creationId="{BB80E96C-BD75-2AF7-49A9-6159FAD73249}"/>
          </ac:picMkLst>
        </pc:picChg>
        <pc:picChg chg="add mod">
          <ac:chgData name="Gusti Pangestu" userId="7768735c-5c0d-4d9b-b550-ead0b3c82a30" providerId="ADAL" clId="{00DAD827-72D6-4C3B-A6DC-E3AD60F120F1}" dt="2022-12-12T07:26:13.451" v="162" actId="1076"/>
          <ac:picMkLst>
            <pc:docMk/>
            <pc:sldMk cId="4254841868" sldId="295"/>
            <ac:picMk id="7" creationId="{219D3DD8-3F56-6ED4-27E9-B4262F0E5644}"/>
          </ac:picMkLst>
        </pc:picChg>
      </pc:sldChg>
      <pc:sldChg chg="modSp new mod">
        <pc:chgData name="Gusti Pangestu" userId="7768735c-5c0d-4d9b-b550-ead0b3c82a30" providerId="ADAL" clId="{00DAD827-72D6-4C3B-A6DC-E3AD60F120F1}" dt="2022-12-12T07:57:52.783" v="177" actId="20577"/>
        <pc:sldMkLst>
          <pc:docMk/>
          <pc:sldMk cId="920674648" sldId="296"/>
        </pc:sldMkLst>
        <pc:spChg chg="mod">
          <ac:chgData name="Gusti Pangestu" userId="7768735c-5c0d-4d9b-b550-ead0b3c82a30" providerId="ADAL" clId="{00DAD827-72D6-4C3B-A6DC-E3AD60F120F1}" dt="2022-12-12T07:57:52.783" v="177" actId="20577"/>
          <ac:spMkLst>
            <pc:docMk/>
            <pc:sldMk cId="920674648" sldId="296"/>
            <ac:spMk id="3" creationId="{BC4C0456-1822-A4E0-F274-9B404523A404}"/>
          </ac:spMkLst>
        </pc:sp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3063669724" sldId="296"/>
        </pc:sldMkLst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621401421" sldId="297"/>
        </pc:sldMkLst>
      </pc:sldChg>
      <pc:sldChg chg="addSp modSp new mod">
        <pc:chgData name="Gusti Pangestu" userId="7768735c-5c0d-4d9b-b550-ead0b3c82a30" providerId="ADAL" clId="{00DAD827-72D6-4C3B-A6DC-E3AD60F120F1}" dt="2022-12-13T01:55:56.749" v="212" actId="1076"/>
        <pc:sldMkLst>
          <pc:docMk/>
          <pc:sldMk cId="1886084347" sldId="297"/>
        </pc:sldMkLst>
        <pc:spChg chg="mod">
          <ac:chgData name="Gusti Pangestu" userId="7768735c-5c0d-4d9b-b550-ead0b3c82a30" providerId="ADAL" clId="{00DAD827-72D6-4C3B-A6DC-E3AD60F120F1}" dt="2022-12-12T07:58:43.912" v="186" actId="20577"/>
          <ac:spMkLst>
            <pc:docMk/>
            <pc:sldMk cId="1886084347" sldId="297"/>
            <ac:spMk id="2" creationId="{8FB9235B-30A9-D962-7C38-6BCA684A1DCF}"/>
          </ac:spMkLst>
        </pc:spChg>
        <pc:spChg chg="mod">
          <ac:chgData name="Gusti Pangestu" userId="7768735c-5c0d-4d9b-b550-ead0b3c82a30" providerId="ADAL" clId="{00DAD827-72D6-4C3B-A6DC-E3AD60F120F1}" dt="2022-12-13T01:55:51.955" v="211" actId="20577"/>
          <ac:spMkLst>
            <pc:docMk/>
            <pc:sldMk cId="1886084347" sldId="297"/>
            <ac:spMk id="3" creationId="{3EDBEB2C-4D58-89FC-A6AC-2E658B59ECC7}"/>
          </ac:spMkLst>
        </pc:spChg>
        <pc:picChg chg="add mod">
          <ac:chgData name="Gusti Pangestu" userId="7768735c-5c0d-4d9b-b550-ead0b3c82a30" providerId="ADAL" clId="{00DAD827-72D6-4C3B-A6DC-E3AD60F120F1}" dt="2022-12-13T01:55:56.749" v="212" actId="1076"/>
          <ac:picMkLst>
            <pc:docMk/>
            <pc:sldMk cId="1886084347" sldId="297"/>
            <ac:picMk id="5" creationId="{DE15EC9B-E27B-C5C0-26D0-E24A913B9ABE}"/>
          </ac:picMkLst>
        </pc:picChg>
      </pc:sldChg>
      <pc:sldChg chg="addSp delSp modSp new mod">
        <pc:chgData name="Gusti Pangestu" userId="7768735c-5c0d-4d9b-b550-ead0b3c82a30" providerId="ADAL" clId="{00DAD827-72D6-4C3B-A6DC-E3AD60F120F1}" dt="2022-12-13T02:37:00.141" v="232" actId="20577"/>
        <pc:sldMkLst>
          <pc:docMk/>
          <pc:sldMk cId="619452299" sldId="298"/>
        </pc:sldMkLst>
        <pc:spChg chg="del">
          <ac:chgData name="Gusti Pangestu" userId="7768735c-5c0d-4d9b-b550-ead0b3c82a30" providerId="ADAL" clId="{00DAD827-72D6-4C3B-A6DC-E3AD60F120F1}" dt="2022-12-13T02:28:46.948" v="213" actId="478"/>
          <ac:spMkLst>
            <pc:docMk/>
            <pc:sldMk cId="619452299" sldId="298"/>
            <ac:spMk id="2" creationId="{DC1CAE3C-AFF8-9EBC-7261-52151DC3C782}"/>
          </ac:spMkLst>
        </pc:spChg>
        <pc:spChg chg="mod">
          <ac:chgData name="Gusti Pangestu" userId="7768735c-5c0d-4d9b-b550-ead0b3c82a30" providerId="ADAL" clId="{00DAD827-72D6-4C3B-A6DC-E3AD60F120F1}" dt="2022-12-13T02:37:00.141" v="232" actId="20577"/>
          <ac:spMkLst>
            <pc:docMk/>
            <pc:sldMk cId="619452299" sldId="298"/>
            <ac:spMk id="3" creationId="{71ABB61E-558A-FDC0-8B03-63BEFEC3A2FF}"/>
          </ac:spMkLst>
        </pc:spChg>
        <pc:picChg chg="add">
          <ac:chgData name="Gusti Pangestu" userId="7768735c-5c0d-4d9b-b550-ead0b3c82a30" providerId="ADAL" clId="{00DAD827-72D6-4C3B-A6DC-E3AD60F120F1}" dt="2022-12-13T02:36:39.877" v="225" actId="22"/>
          <ac:picMkLst>
            <pc:docMk/>
            <pc:sldMk cId="619452299" sldId="298"/>
            <ac:picMk id="5" creationId="{A71CC440-FDBE-234E-9921-F547202D6BF8}"/>
          </ac:picMkLst>
        </pc:pic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1357288573" sldId="298"/>
        </pc:sldMkLst>
      </pc:sldChg>
      <pc:sldChg chg="addSp delSp modSp new mod">
        <pc:chgData name="Gusti Pangestu" userId="7768735c-5c0d-4d9b-b550-ead0b3c82a30" providerId="ADAL" clId="{00DAD827-72D6-4C3B-A6DC-E3AD60F120F1}" dt="2022-12-13T02:38:25.273" v="237" actId="1076"/>
        <pc:sldMkLst>
          <pc:docMk/>
          <pc:sldMk cId="2453569440" sldId="299"/>
        </pc:sldMkLst>
        <pc:spChg chg="del">
          <ac:chgData name="Gusti Pangestu" userId="7768735c-5c0d-4d9b-b550-ead0b3c82a30" providerId="ADAL" clId="{00DAD827-72D6-4C3B-A6DC-E3AD60F120F1}" dt="2022-12-13T02:38:15.859" v="235" actId="478"/>
          <ac:spMkLst>
            <pc:docMk/>
            <pc:sldMk cId="2453569440" sldId="299"/>
            <ac:spMk id="2" creationId="{7AD8530D-2AB0-15AE-DBCB-C84731EA12FB}"/>
          </ac:spMkLst>
        </pc:spChg>
        <pc:spChg chg="del">
          <ac:chgData name="Gusti Pangestu" userId="7768735c-5c0d-4d9b-b550-ead0b3c82a30" providerId="ADAL" clId="{00DAD827-72D6-4C3B-A6DC-E3AD60F120F1}" dt="2022-12-13T02:38:14.391" v="234" actId="22"/>
          <ac:spMkLst>
            <pc:docMk/>
            <pc:sldMk cId="2453569440" sldId="299"/>
            <ac:spMk id="3" creationId="{6BAD42D6-8402-1EA9-E726-6DD3427BF290}"/>
          </ac:spMkLst>
        </pc:spChg>
        <pc:picChg chg="add mod ord">
          <ac:chgData name="Gusti Pangestu" userId="7768735c-5c0d-4d9b-b550-ead0b3c82a30" providerId="ADAL" clId="{00DAD827-72D6-4C3B-A6DC-E3AD60F120F1}" dt="2022-12-13T02:38:25.273" v="237" actId="1076"/>
          <ac:picMkLst>
            <pc:docMk/>
            <pc:sldMk cId="2453569440" sldId="299"/>
            <ac:picMk id="5" creationId="{E82F8DAD-A781-8D00-E6F2-5DDF13DF70B1}"/>
          </ac:picMkLst>
        </pc:pic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3892804438" sldId="299"/>
        </pc:sldMkLst>
      </pc:sldChg>
      <pc:sldChg chg="modSp new mod">
        <pc:chgData name="Gusti Pangestu" userId="7768735c-5c0d-4d9b-b550-ead0b3c82a30" providerId="ADAL" clId="{00DAD827-72D6-4C3B-A6DC-E3AD60F120F1}" dt="2022-12-13T02:45:52.114" v="244" actId="27636"/>
        <pc:sldMkLst>
          <pc:docMk/>
          <pc:sldMk cId="1455660998" sldId="300"/>
        </pc:sldMkLst>
        <pc:spChg chg="mod">
          <ac:chgData name="Gusti Pangestu" userId="7768735c-5c0d-4d9b-b550-ead0b3c82a30" providerId="ADAL" clId="{00DAD827-72D6-4C3B-A6DC-E3AD60F120F1}" dt="2022-12-13T02:38:43.061" v="239"/>
          <ac:spMkLst>
            <pc:docMk/>
            <pc:sldMk cId="1455660998" sldId="300"/>
            <ac:spMk id="2" creationId="{19726FE8-A966-94A9-0077-C7F40551EC7D}"/>
          </ac:spMkLst>
        </pc:spChg>
        <pc:spChg chg="mod">
          <ac:chgData name="Gusti Pangestu" userId="7768735c-5c0d-4d9b-b550-ead0b3c82a30" providerId="ADAL" clId="{00DAD827-72D6-4C3B-A6DC-E3AD60F120F1}" dt="2022-12-13T02:45:52.114" v="244" actId="27636"/>
          <ac:spMkLst>
            <pc:docMk/>
            <pc:sldMk cId="1455660998" sldId="300"/>
            <ac:spMk id="3" creationId="{BAE48E41-2A88-31C0-2206-CACF8A585C85}"/>
          </ac:spMkLst>
        </pc:sp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3986061941" sldId="300"/>
        </pc:sldMkLst>
      </pc:sldChg>
      <pc:sldChg chg="addSp delSp modSp new mod">
        <pc:chgData name="Gusti Pangestu" userId="7768735c-5c0d-4d9b-b550-ead0b3c82a30" providerId="ADAL" clId="{00DAD827-72D6-4C3B-A6DC-E3AD60F120F1}" dt="2022-12-13T03:02:12.747" v="249" actId="14100"/>
        <pc:sldMkLst>
          <pc:docMk/>
          <pc:sldMk cId="1748253104" sldId="301"/>
        </pc:sldMkLst>
        <pc:spChg chg="del">
          <ac:chgData name="Gusti Pangestu" userId="7768735c-5c0d-4d9b-b550-ead0b3c82a30" providerId="ADAL" clId="{00DAD827-72D6-4C3B-A6DC-E3AD60F120F1}" dt="2022-12-13T03:02:05.757" v="247" actId="478"/>
          <ac:spMkLst>
            <pc:docMk/>
            <pc:sldMk cId="1748253104" sldId="301"/>
            <ac:spMk id="2" creationId="{96AC8F29-E217-AD76-DB26-79C6C91A920A}"/>
          </ac:spMkLst>
        </pc:spChg>
        <pc:spChg chg="del">
          <ac:chgData name="Gusti Pangestu" userId="7768735c-5c0d-4d9b-b550-ead0b3c82a30" providerId="ADAL" clId="{00DAD827-72D6-4C3B-A6DC-E3AD60F120F1}" dt="2022-12-13T03:02:03.869" v="246" actId="22"/>
          <ac:spMkLst>
            <pc:docMk/>
            <pc:sldMk cId="1748253104" sldId="301"/>
            <ac:spMk id="3" creationId="{8C32F5AD-FB53-8E2F-69D3-6C5C16A31A5F}"/>
          </ac:spMkLst>
        </pc:spChg>
        <pc:picChg chg="add mod ord">
          <ac:chgData name="Gusti Pangestu" userId="7768735c-5c0d-4d9b-b550-ead0b3c82a30" providerId="ADAL" clId="{00DAD827-72D6-4C3B-A6DC-E3AD60F120F1}" dt="2022-12-13T03:02:12.747" v="249" actId="14100"/>
          <ac:picMkLst>
            <pc:docMk/>
            <pc:sldMk cId="1748253104" sldId="301"/>
            <ac:picMk id="5" creationId="{29D1E6E2-E4D6-5C3E-5020-5DF01E79A8B0}"/>
          </ac:picMkLst>
        </pc:pic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2956555080" sldId="301"/>
        </pc:sldMkLst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687154644" sldId="302"/>
        </pc:sldMkLst>
      </pc:sldChg>
      <pc:sldChg chg="modSp new mod">
        <pc:chgData name="Gusti Pangestu" userId="7768735c-5c0d-4d9b-b550-ead0b3c82a30" providerId="ADAL" clId="{00DAD827-72D6-4C3B-A6DC-E3AD60F120F1}" dt="2022-12-13T03:03:56.913" v="291" actId="20577"/>
        <pc:sldMkLst>
          <pc:docMk/>
          <pc:sldMk cId="3386953599" sldId="302"/>
        </pc:sldMkLst>
        <pc:spChg chg="mod">
          <ac:chgData name="Gusti Pangestu" userId="7768735c-5c0d-4d9b-b550-ead0b3c82a30" providerId="ADAL" clId="{00DAD827-72D6-4C3B-A6DC-E3AD60F120F1}" dt="2022-12-13T03:02:58.557" v="282" actId="20577"/>
          <ac:spMkLst>
            <pc:docMk/>
            <pc:sldMk cId="3386953599" sldId="302"/>
            <ac:spMk id="2" creationId="{4F54FE65-A83C-922D-3AF6-8E4CE65E72E8}"/>
          </ac:spMkLst>
        </pc:spChg>
        <pc:spChg chg="mod">
          <ac:chgData name="Gusti Pangestu" userId="7768735c-5c0d-4d9b-b550-ead0b3c82a30" providerId="ADAL" clId="{00DAD827-72D6-4C3B-A6DC-E3AD60F120F1}" dt="2022-12-13T03:03:56.913" v="291" actId="20577"/>
          <ac:spMkLst>
            <pc:docMk/>
            <pc:sldMk cId="3386953599" sldId="302"/>
            <ac:spMk id="3" creationId="{1BF78A00-BEA2-DAC8-2387-A04D4B27BE49}"/>
          </ac:spMkLst>
        </pc:spChg>
      </pc:sldChg>
      <pc:sldChg chg="addSp delSp modSp new mod">
        <pc:chgData name="Gusti Pangestu" userId="7768735c-5c0d-4d9b-b550-ead0b3c82a30" providerId="ADAL" clId="{00DAD827-72D6-4C3B-A6DC-E3AD60F120F1}" dt="2022-12-13T03:04:32.033" v="307" actId="20577"/>
        <pc:sldMkLst>
          <pc:docMk/>
          <pc:sldMk cId="4022305954" sldId="303"/>
        </pc:sldMkLst>
        <pc:spChg chg="mod">
          <ac:chgData name="Gusti Pangestu" userId="7768735c-5c0d-4d9b-b550-ead0b3c82a30" providerId="ADAL" clId="{00DAD827-72D6-4C3B-A6DC-E3AD60F120F1}" dt="2022-12-13T03:04:32.033" v="307" actId="20577"/>
          <ac:spMkLst>
            <pc:docMk/>
            <pc:sldMk cId="4022305954" sldId="303"/>
            <ac:spMk id="2" creationId="{48D0FD8D-05AA-7B76-EDC7-3C0A30A444CB}"/>
          </ac:spMkLst>
        </pc:spChg>
        <pc:spChg chg="del">
          <ac:chgData name="Gusti Pangestu" userId="7768735c-5c0d-4d9b-b550-ead0b3c82a30" providerId="ADAL" clId="{00DAD827-72D6-4C3B-A6DC-E3AD60F120F1}" dt="2022-12-13T03:04:12.965" v="293" actId="22"/>
          <ac:spMkLst>
            <pc:docMk/>
            <pc:sldMk cId="4022305954" sldId="303"/>
            <ac:spMk id="3" creationId="{FE7DD082-EDA7-039A-54F0-2EA0EE24ABE8}"/>
          </ac:spMkLst>
        </pc:spChg>
        <pc:picChg chg="add mod ord">
          <ac:chgData name="Gusti Pangestu" userId="7768735c-5c0d-4d9b-b550-ead0b3c82a30" providerId="ADAL" clId="{00DAD827-72D6-4C3B-A6DC-E3AD60F120F1}" dt="2022-12-13T03:04:27.074" v="295" actId="1076"/>
          <ac:picMkLst>
            <pc:docMk/>
            <pc:sldMk cId="4022305954" sldId="303"/>
            <ac:picMk id="5" creationId="{D69939C9-9906-6D74-4C3D-C8350EFAD911}"/>
          </ac:picMkLst>
        </pc:picChg>
      </pc:sldChg>
      <pc:sldChg chg="del">
        <pc:chgData name="Gusti Pangestu" userId="7768735c-5c0d-4d9b-b550-ead0b3c82a30" providerId="ADAL" clId="{00DAD827-72D6-4C3B-A6DC-E3AD60F120F1}" dt="2022-12-12T06:42:53.428" v="27" actId="47"/>
        <pc:sldMkLst>
          <pc:docMk/>
          <pc:sldMk cId="4200006546" sldId="303"/>
        </pc:sldMkLst>
      </pc:sldChg>
      <pc:sldChg chg="addSp delSp modSp new mod">
        <pc:chgData name="Gusti Pangestu" userId="7768735c-5c0d-4d9b-b550-ead0b3c82a30" providerId="ADAL" clId="{00DAD827-72D6-4C3B-A6DC-E3AD60F120F1}" dt="2022-12-13T03:06:00.777" v="338" actId="1076"/>
        <pc:sldMkLst>
          <pc:docMk/>
          <pc:sldMk cId="2997571261" sldId="304"/>
        </pc:sldMkLst>
        <pc:spChg chg="mod">
          <ac:chgData name="Gusti Pangestu" userId="7768735c-5c0d-4d9b-b550-ead0b3c82a30" providerId="ADAL" clId="{00DAD827-72D6-4C3B-A6DC-E3AD60F120F1}" dt="2022-12-13T03:05:13.163" v="331" actId="1076"/>
          <ac:spMkLst>
            <pc:docMk/>
            <pc:sldMk cId="2997571261" sldId="304"/>
            <ac:spMk id="2" creationId="{4B8555B3-779A-1A25-3C77-6ABCDEA17864}"/>
          </ac:spMkLst>
        </pc:spChg>
        <pc:spChg chg="del">
          <ac:chgData name="Gusti Pangestu" userId="7768735c-5c0d-4d9b-b550-ead0b3c82a30" providerId="ADAL" clId="{00DAD827-72D6-4C3B-A6DC-E3AD60F120F1}" dt="2022-12-13T03:05:02.043" v="326" actId="22"/>
          <ac:spMkLst>
            <pc:docMk/>
            <pc:sldMk cId="2997571261" sldId="304"/>
            <ac:spMk id="3" creationId="{BB1617EC-836D-BBDF-EED2-237197324C48}"/>
          </ac:spMkLst>
        </pc:spChg>
        <pc:spChg chg="add mod">
          <ac:chgData name="Gusti Pangestu" userId="7768735c-5c0d-4d9b-b550-ead0b3c82a30" providerId="ADAL" clId="{00DAD827-72D6-4C3B-A6DC-E3AD60F120F1}" dt="2022-12-13T03:06:00.777" v="338" actId="1076"/>
          <ac:spMkLst>
            <pc:docMk/>
            <pc:sldMk cId="2997571261" sldId="304"/>
            <ac:spMk id="7" creationId="{9AB2A61F-2755-9D9B-ABF2-1200DA474A59}"/>
          </ac:spMkLst>
        </pc:spChg>
        <pc:picChg chg="add mod ord">
          <ac:chgData name="Gusti Pangestu" userId="7768735c-5c0d-4d9b-b550-ead0b3c82a30" providerId="ADAL" clId="{00DAD827-72D6-4C3B-A6DC-E3AD60F120F1}" dt="2022-12-13T03:05:21.239" v="334" actId="1076"/>
          <ac:picMkLst>
            <pc:docMk/>
            <pc:sldMk cId="2997571261" sldId="304"/>
            <ac:picMk id="5" creationId="{F5D5AB98-D63C-3C28-839E-B9E368AE2A55}"/>
          </ac:picMkLst>
        </pc:picChg>
      </pc:sldChg>
      <pc:sldChg chg="addSp delSp modSp new mod">
        <pc:chgData name="Gusti Pangestu" userId="7768735c-5c0d-4d9b-b550-ead0b3c82a30" providerId="ADAL" clId="{00DAD827-72D6-4C3B-A6DC-E3AD60F120F1}" dt="2022-12-13T03:06:32.103" v="356" actId="20577"/>
        <pc:sldMkLst>
          <pc:docMk/>
          <pc:sldMk cId="2557531081" sldId="305"/>
        </pc:sldMkLst>
        <pc:spChg chg="mod">
          <ac:chgData name="Gusti Pangestu" userId="7768735c-5c0d-4d9b-b550-ead0b3c82a30" providerId="ADAL" clId="{00DAD827-72D6-4C3B-A6DC-E3AD60F120F1}" dt="2022-12-13T03:06:32.103" v="356" actId="20577"/>
          <ac:spMkLst>
            <pc:docMk/>
            <pc:sldMk cId="2557531081" sldId="305"/>
            <ac:spMk id="2" creationId="{7E8748C3-3CA9-720E-9A84-FCC9491DC6E9}"/>
          </ac:spMkLst>
        </pc:spChg>
        <pc:spChg chg="del">
          <ac:chgData name="Gusti Pangestu" userId="7768735c-5c0d-4d9b-b550-ead0b3c82a30" providerId="ADAL" clId="{00DAD827-72D6-4C3B-A6DC-E3AD60F120F1}" dt="2022-12-13T03:06:14.603" v="339" actId="22"/>
          <ac:spMkLst>
            <pc:docMk/>
            <pc:sldMk cId="2557531081" sldId="305"/>
            <ac:spMk id="3" creationId="{3AEAF87D-910F-B475-32F2-5D779357B125}"/>
          </ac:spMkLst>
        </pc:spChg>
        <pc:picChg chg="add mod ord">
          <ac:chgData name="Gusti Pangestu" userId="7768735c-5c0d-4d9b-b550-ead0b3c82a30" providerId="ADAL" clId="{00DAD827-72D6-4C3B-A6DC-E3AD60F120F1}" dt="2022-12-13T03:06:14.603" v="339" actId="22"/>
          <ac:picMkLst>
            <pc:docMk/>
            <pc:sldMk cId="2557531081" sldId="305"/>
            <ac:picMk id="5" creationId="{564D7443-DB48-CFE0-AEF6-8FD1E19217E9}"/>
          </ac:picMkLst>
        </pc:picChg>
      </pc:sldChg>
      <pc:sldChg chg="addSp delSp modSp new mod">
        <pc:chgData name="Gusti Pangestu" userId="7768735c-5c0d-4d9b-b550-ead0b3c82a30" providerId="ADAL" clId="{00DAD827-72D6-4C3B-A6DC-E3AD60F120F1}" dt="2022-12-13T03:07:10.209" v="369" actId="20577"/>
        <pc:sldMkLst>
          <pc:docMk/>
          <pc:sldMk cId="2655063399" sldId="306"/>
        </pc:sldMkLst>
        <pc:spChg chg="mod">
          <ac:chgData name="Gusti Pangestu" userId="7768735c-5c0d-4d9b-b550-ead0b3c82a30" providerId="ADAL" clId="{00DAD827-72D6-4C3B-A6DC-E3AD60F120F1}" dt="2022-12-13T03:07:10.209" v="369" actId="20577"/>
          <ac:spMkLst>
            <pc:docMk/>
            <pc:sldMk cId="2655063399" sldId="306"/>
            <ac:spMk id="2" creationId="{90554848-D65A-F993-AAE1-91685ADA2325}"/>
          </ac:spMkLst>
        </pc:spChg>
        <pc:spChg chg="del">
          <ac:chgData name="Gusti Pangestu" userId="7768735c-5c0d-4d9b-b550-ead0b3c82a30" providerId="ADAL" clId="{00DAD827-72D6-4C3B-A6DC-E3AD60F120F1}" dt="2022-12-13T03:06:51.301" v="358" actId="22"/>
          <ac:spMkLst>
            <pc:docMk/>
            <pc:sldMk cId="2655063399" sldId="306"/>
            <ac:spMk id="3" creationId="{8104A268-0DE0-10A7-9611-4B142DB39AB6}"/>
          </ac:spMkLst>
        </pc:spChg>
        <pc:picChg chg="add mod ord">
          <ac:chgData name="Gusti Pangestu" userId="7768735c-5c0d-4d9b-b550-ead0b3c82a30" providerId="ADAL" clId="{00DAD827-72D6-4C3B-A6DC-E3AD60F120F1}" dt="2022-12-13T03:07:05.841" v="362" actId="14100"/>
          <ac:picMkLst>
            <pc:docMk/>
            <pc:sldMk cId="2655063399" sldId="306"/>
            <ac:picMk id="5" creationId="{30C84D9B-A5C1-3F77-F331-96ACF1A0AB5A}"/>
          </ac:picMkLst>
        </pc:picChg>
        <pc:picChg chg="add mod">
          <ac:chgData name="Gusti Pangestu" userId="7768735c-5c0d-4d9b-b550-ead0b3c82a30" providerId="ADAL" clId="{00DAD827-72D6-4C3B-A6DC-E3AD60F120F1}" dt="2022-12-13T03:07:08.384" v="363" actId="14100"/>
          <ac:picMkLst>
            <pc:docMk/>
            <pc:sldMk cId="2655063399" sldId="306"/>
            <ac:picMk id="7" creationId="{F06832F6-7231-2395-D766-D9FB5FA30C2C}"/>
          </ac:picMkLst>
        </pc:picChg>
      </pc:sldChg>
    </pc:docChg>
  </pc:docChgLst>
  <pc:docChgLst>
    <pc:chgData name="Gusti Pangestu" userId="7768735c-5c0d-4d9b-b550-ead0b3c82a30" providerId="ADAL" clId="{5B41DB65-700D-47A1-82C0-71ED56D4F9A5}"/>
    <pc:docChg chg="undo custSel addSld delSld modSld sldOrd modSection">
      <pc:chgData name="Gusti Pangestu" userId="7768735c-5c0d-4d9b-b550-ead0b3c82a30" providerId="ADAL" clId="{5B41DB65-700D-47A1-82C0-71ED56D4F9A5}" dt="2022-12-28T03:37:53.043" v="802" actId="47"/>
      <pc:docMkLst>
        <pc:docMk/>
      </pc:docMkLst>
      <pc:sldChg chg="modSp mod">
        <pc:chgData name="Gusti Pangestu" userId="7768735c-5c0d-4d9b-b550-ead0b3c82a30" providerId="ADAL" clId="{5B41DB65-700D-47A1-82C0-71ED56D4F9A5}" dt="2022-12-19T07:05:58.269" v="487" actId="20577"/>
        <pc:sldMkLst>
          <pc:docMk/>
          <pc:sldMk cId="109857222" sldId="258"/>
        </pc:sldMkLst>
        <pc:spChg chg="mod">
          <ac:chgData name="Gusti Pangestu" userId="7768735c-5c0d-4d9b-b550-ead0b3c82a30" providerId="ADAL" clId="{5B41DB65-700D-47A1-82C0-71ED56D4F9A5}" dt="2022-12-19T07:05:58.269" v="487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 mod">
        <pc:chgData name="Gusti Pangestu" userId="7768735c-5c0d-4d9b-b550-ead0b3c82a30" providerId="ADAL" clId="{5B41DB65-700D-47A1-82C0-71ED56D4F9A5}" dt="2022-12-19T07:05:22.074" v="462" actId="6549"/>
        <pc:sldMkLst>
          <pc:docMk/>
          <pc:sldMk cId="1545682022" sldId="290"/>
        </pc:sldMkLst>
        <pc:spChg chg="mod">
          <ac:chgData name="Gusti Pangestu" userId="7768735c-5c0d-4d9b-b550-ead0b3c82a30" providerId="ADAL" clId="{5B41DB65-700D-47A1-82C0-71ED56D4F9A5}" dt="2022-12-19T07:05:22.074" v="462" actId="6549"/>
          <ac:spMkLst>
            <pc:docMk/>
            <pc:sldMk cId="1545682022" sldId="290"/>
            <ac:spMk id="3" creationId="{CFBE6DC7-A61F-27FA-B9A7-7018AFBF0075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1079826350" sldId="291"/>
        </pc:sldMkLst>
      </pc:sldChg>
      <pc:sldChg chg="del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3003759004" sldId="291"/>
        </pc:sldMkLst>
        <pc:spChg chg="del">
          <ac:chgData name="Gusti Pangestu" userId="7768735c-5c0d-4d9b-b550-ead0b3c82a30" providerId="ADAL" clId="{5B41DB65-700D-47A1-82C0-71ED56D4F9A5}" dt="2022-12-13T03:12:34.934" v="108" actId="478"/>
          <ac:spMkLst>
            <pc:docMk/>
            <pc:sldMk cId="3003759004" sldId="291"/>
            <ac:spMk id="2" creationId="{B5D3F67D-2933-300B-8A73-F6385281B475}"/>
          </ac:spMkLst>
        </pc:spChg>
        <pc:spChg chg="mod">
          <ac:chgData name="Gusti Pangestu" userId="7768735c-5c0d-4d9b-b550-ead0b3c82a30" providerId="ADAL" clId="{5B41DB65-700D-47A1-82C0-71ED56D4F9A5}" dt="2022-12-13T03:12:38.391" v="109" actId="14100"/>
          <ac:spMkLst>
            <pc:docMk/>
            <pc:sldMk cId="3003759004" sldId="291"/>
            <ac:spMk id="3" creationId="{41E9E560-EBBD-284A-9A61-F5ED6AB52E3B}"/>
          </ac:spMkLst>
        </pc:spChg>
      </pc:sldChg>
      <pc:sldChg chg="modSp new mod">
        <pc:chgData name="Gusti Pangestu" userId="7768735c-5c0d-4d9b-b550-ead0b3c82a30" providerId="ADAL" clId="{5B41DB65-700D-47A1-82C0-71ED56D4F9A5}" dt="2022-12-19T09:15:24.227" v="522" actId="20577"/>
        <pc:sldMkLst>
          <pc:docMk/>
          <pc:sldMk cId="3446236619" sldId="291"/>
        </pc:sldMkLst>
        <pc:spChg chg="mod">
          <ac:chgData name="Gusti Pangestu" userId="7768735c-5c0d-4d9b-b550-ead0b3c82a30" providerId="ADAL" clId="{5B41DB65-700D-47A1-82C0-71ED56D4F9A5}" dt="2022-12-19T07:10:05.893" v="508" actId="20577"/>
          <ac:spMkLst>
            <pc:docMk/>
            <pc:sldMk cId="3446236619" sldId="291"/>
            <ac:spMk id="2" creationId="{116FA1CF-45CD-DCBB-7724-CD555ED3380A}"/>
          </ac:spMkLst>
        </pc:spChg>
        <pc:spChg chg="mod">
          <ac:chgData name="Gusti Pangestu" userId="7768735c-5c0d-4d9b-b550-ead0b3c82a30" providerId="ADAL" clId="{5B41DB65-700D-47A1-82C0-71ED56D4F9A5}" dt="2022-12-19T09:15:24.227" v="522" actId="20577"/>
          <ac:spMkLst>
            <pc:docMk/>
            <pc:sldMk cId="3446236619" sldId="291"/>
            <ac:spMk id="3" creationId="{366B2439-FF35-8E18-8D3E-BEB03C0C76B0}"/>
          </ac:spMkLst>
        </pc:spChg>
      </pc:sldChg>
      <pc:sldChg chg="modSp new mod">
        <pc:chgData name="Gusti Pangestu" userId="7768735c-5c0d-4d9b-b550-ead0b3c82a30" providerId="ADAL" clId="{5B41DB65-700D-47A1-82C0-71ED56D4F9A5}" dt="2022-12-19T09:17:04.866" v="563" actId="20577"/>
        <pc:sldMkLst>
          <pc:docMk/>
          <pc:sldMk cId="992295927" sldId="292"/>
        </pc:sldMkLst>
        <pc:spChg chg="mod">
          <ac:chgData name="Gusti Pangestu" userId="7768735c-5c0d-4d9b-b550-ead0b3c82a30" providerId="ADAL" clId="{5B41DB65-700D-47A1-82C0-71ED56D4F9A5}" dt="2022-12-19T09:15:32.817" v="535" actId="20577"/>
          <ac:spMkLst>
            <pc:docMk/>
            <pc:sldMk cId="992295927" sldId="292"/>
            <ac:spMk id="2" creationId="{8A29BB77-8953-265A-84BC-4A55EA084D30}"/>
          </ac:spMkLst>
        </pc:spChg>
        <pc:spChg chg="mod">
          <ac:chgData name="Gusti Pangestu" userId="7768735c-5c0d-4d9b-b550-ead0b3c82a30" providerId="ADAL" clId="{5B41DB65-700D-47A1-82C0-71ED56D4F9A5}" dt="2022-12-19T09:17:04.866" v="563" actId="20577"/>
          <ac:spMkLst>
            <pc:docMk/>
            <pc:sldMk cId="992295927" sldId="292"/>
            <ac:spMk id="3" creationId="{BB3157A1-23F2-3A06-CB0A-2DFDCBCD79CF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1665812515" sldId="292"/>
        </pc:sldMkLst>
      </pc:sldChg>
      <pc:sldChg chg="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4001981590" sldId="292"/>
        </pc:sldMkLst>
        <pc:spChg chg="mod">
          <ac:chgData name="Gusti Pangestu" userId="7768735c-5c0d-4d9b-b550-ead0b3c82a30" providerId="ADAL" clId="{5B41DB65-700D-47A1-82C0-71ED56D4F9A5}" dt="2022-12-13T03:12:59.941" v="129" actId="20577"/>
          <ac:spMkLst>
            <pc:docMk/>
            <pc:sldMk cId="4001981590" sldId="292"/>
            <ac:spMk id="2" creationId="{13C454D8-2664-5D1A-C82D-D8D9B3A79380}"/>
          </ac:spMkLst>
        </pc:spChg>
        <pc:spChg chg="mod">
          <ac:chgData name="Gusti Pangestu" userId="7768735c-5c0d-4d9b-b550-ead0b3c82a30" providerId="ADAL" clId="{5B41DB65-700D-47A1-82C0-71ED56D4F9A5}" dt="2022-12-13T04:44:54.069" v="174" actId="20577"/>
          <ac:spMkLst>
            <pc:docMk/>
            <pc:sldMk cId="4001981590" sldId="292"/>
            <ac:spMk id="3" creationId="{99984EDA-D76B-198A-E40A-D7538139BA56}"/>
          </ac:spMkLst>
        </pc:spChg>
      </pc:sldChg>
      <pc:sldChg chg="addSp delSp modSp new del mod ord">
        <pc:chgData name="Gusti Pangestu" userId="7768735c-5c0d-4d9b-b550-ead0b3c82a30" providerId="ADAL" clId="{5B41DB65-700D-47A1-82C0-71ED56D4F9A5}" dt="2022-12-19T07:00:28.069" v="441" actId="47"/>
        <pc:sldMkLst>
          <pc:docMk/>
          <pc:sldMk cId="393974095" sldId="293"/>
        </pc:sldMkLst>
        <pc:spChg chg="mod">
          <ac:chgData name="Gusti Pangestu" userId="7768735c-5c0d-4d9b-b550-ead0b3c82a30" providerId="ADAL" clId="{5B41DB65-700D-47A1-82C0-71ED56D4F9A5}" dt="2022-12-13T05:58:02.183" v="179"/>
          <ac:spMkLst>
            <pc:docMk/>
            <pc:sldMk cId="393974095" sldId="293"/>
            <ac:spMk id="2" creationId="{08B1F3A4-4852-C196-2CFF-030A91D5330C}"/>
          </ac:spMkLst>
        </pc:spChg>
        <pc:spChg chg="del">
          <ac:chgData name="Gusti Pangestu" userId="7768735c-5c0d-4d9b-b550-ead0b3c82a30" providerId="ADAL" clId="{5B41DB65-700D-47A1-82C0-71ED56D4F9A5}" dt="2022-12-13T05:57:52.985" v="178" actId="22"/>
          <ac:spMkLst>
            <pc:docMk/>
            <pc:sldMk cId="393974095" sldId="293"/>
            <ac:spMk id="3" creationId="{FC154149-4FF0-CD9C-E7F0-C1EBBC34805D}"/>
          </ac:spMkLst>
        </pc:spChg>
        <pc:picChg chg="add mod ord">
          <ac:chgData name="Gusti Pangestu" userId="7768735c-5c0d-4d9b-b550-ead0b3c82a30" providerId="ADAL" clId="{5B41DB65-700D-47A1-82C0-71ED56D4F9A5}" dt="2022-12-13T05:57:52.985" v="178" actId="22"/>
          <ac:picMkLst>
            <pc:docMk/>
            <pc:sldMk cId="393974095" sldId="293"/>
            <ac:picMk id="5" creationId="{E6981455-A484-BDE6-B459-90D0BB5E69A8}"/>
          </ac:picMkLst>
        </pc:picChg>
      </pc:sldChg>
      <pc:sldChg chg="delSp modSp new mod">
        <pc:chgData name="Gusti Pangestu" userId="7768735c-5c0d-4d9b-b550-ead0b3c82a30" providerId="ADAL" clId="{5B41DB65-700D-47A1-82C0-71ED56D4F9A5}" dt="2022-12-20T08:07:49.453" v="585" actId="20577"/>
        <pc:sldMkLst>
          <pc:docMk/>
          <pc:sldMk cId="923174061" sldId="293"/>
        </pc:sldMkLst>
        <pc:spChg chg="del">
          <ac:chgData name="Gusti Pangestu" userId="7768735c-5c0d-4d9b-b550-ead0b3c82a30" providerId="ADAL" clId="{5B41DB65-700D-47A1-82C0-71ED56D4F9A5}" dt="2022-12-19T09:18:08.238" v="565" actId="478"/>
          <ac:spMkLst>
            <pc:docMk/>
            <pc:sldMk cId="923174061" sldId="293"/>
            <ac:spMk id="2" creationId="{E07F87D9-5F94-680C-3328-E70C2B7BDB64}"/>
          </ac:spMkLst>
        </pc:spChg>
        <pc:spChg chg="mod">
          <ac:chgData name="Gusti Pangestu" userId="7768735c-5c0d-4d9b-b550-ead0b3c82a30" providerId="ADAL" clId="{5B41DB65-700D-47A1-82C0-71ED56D4F9A5}" dt="2022-12-20T08:07:49.453" v="585" actId="20577"/>
          <ac:spMkLst>
            <pc:docMk/>
            <pc:sldMk cId="923174061" sldId="293"/>
            <ac:spMk id="3" creationId="{0B90A458-39C4-9A5E-3AB0-E4D8A78B0783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3468554058" sldId="293"/>
        </pc:sldMkLst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272733755" sldId="294"/>
        </pc:sldMkLst>
      </pc:sldChg>
      <pc:sldChg chg="del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1896048317" sldId="294"/>
        </pc:sldMkLst>
        <pc:spChg chg="del">
          <ac:chgData name="Gusti Pangestu" userId="7768735c-5c0d-4d9b-b550-ead0b3c82a30" providerId="ADAL" clId="{5B41DB65-700D-47A1-82C0-71ED56D4F9A5}" dt="2022-12-13T05:58:40.713" v="198" actId="478"/>
          <ac:spMkLst>
            <pc:docMk/>
            <pc:sldMk cId="1896048317" sldId="294"/>
            <ac:spMk id="2" creationId="{3EB44AC9-B042-B33B-4B5A-6CED26A6253A}"/>
          </ac:spMkLst>
        </pc:spChg>
        <pc:spChg chg="mod">
          <ac:chgData name="Gusti Pangestu" userId="7768735c-5c0d-4d9b-b550-ead0b3c82a30" providerId="ADAL" clId="{5B41DB65-700D-47A1-82C0-71ED56D4F9A5}" dt="2022-12-13T05:58:37.263" v="197" actId="20577"/>
          <ac:spMkLst>
            <pc:docMk/>
            <pc:sldMk cId="1896048317" sldId="294"/>
            <ac:spMk id="3" creationId="{61CEE91D-35C6-494E-025D-D66A6F634056}"/>
          </ac:spMkLst>
        </pc:spChg>
      </pc:sldChg>
      <pc:sldChg chg="addSp modSp new mod">
        <pc:chgData name="Gusti Pangestu" userId="7768735c-5c0d-4d9b-b550-ead0b3c82a30" providerId="ADAL" clId="{5B41DB65-700D-47A1-82C0-71ED56D4F9A5}" dt="2022-12-20T08:08:33.916" v="605" actId="1076"/>
        <pc:sldMkLst>
          <pc:docMk/>
          <pc:sldMk cId="3334600033" sldId="294"/>
        </pc:sldMkLst>
        <pc:spChg chg="mod">
          <ac:chgData name="Gusti Pangestu" userId="7768735c-5c0d-4d9b-b550-ead0b3c82a30" providerId="ADAL" clId="{5B41DB65-700D-47A1-82C0-71ED56D4F9A5}" dt="2022-12-20T08:07:58.767" v="598" actId="20577"/>
          <ac:spMkLst>
            <pc:docMk/>
            <pc:sldMk cId="3334600033" sldId="294"/>
            <ac:spMk id="2" creationId="{7FBEDCDE-20F1-037E-5DD9-FC34944C4E2B}"/>
          </ac:spMkLst>
        </pc:spChg>
        <pc:spChg chg="mod">
          <ac:chgData name="Gusti Pangestu" userId="7768735c-5c0d-4d9b-b550-ead0b3c82a30" providerId="ADAL" clId="{5B41DB65-700D-47A1-82C0-71ED56D4F9A5}" dt="2022-12-20T08:08:20.825" v="603" actId="20577"/>
          <ac:spMkLst>
            <pc:docMk/>
            <pc:sldMk cId="3334600033" sldId="294"/>
            <ac:spMk id="3" creationId="{B3FBC028-F340-FB98-69E3-DB224DE45E00}"/>
          </ac:spMkLst>
        </pc:spChg>
        <pc:picChg chg="add mod">
          <ac:chgData name="Gusti Pangestu" userId="7768735c-5c0d-4d9b-b550-ead0b3c82a30" providerId="ADAL" clId="{5B41DB65-700D-47A1-82C0-71ED56D4F9A5}" dt="2022-12-20T08:08:33.916" v="605" actId="1076"/>
          <ac:picMkLst>
            <pc:docMk/>
            <pc:sldMk cId="3334600033" sldId="294"/>
            <ac:picMk id="5" creationId="{00720050-4924-F848-6D88-E3B0059A7773}"/>
          </ac:picMkLst>
        </pc:picChg>
      </pc:sldChg>
      <pc:sldChg chg="addSp modSp new mod modClrScheme chgLayout">
        <pc:chgData name="Gusti Pangestu" userId="7768735c-5c0d-4d9b-b550-ead0b3c82a30" providerId="ADAL" clId="{5B41DB65-700D-47A1-82C0-71ED56D4F9A5}" dt="2022-12-20T09:10:25.409" v="637" actId="26606"/>
        <pc:sldMkLst>
          <pc:docMk/>
          <pc:sldMk cId="907030872" sldId="295"/>
        </pc:sldMkLst>
        <pc:spChg chg="mod">
          <ac:chgData name="Gusti Pangestu" userId="7768735c-5c0d-4d9b-b550-ead0b3c82a30" providerId="ADAL" clId="{5B41DB65-700D-47A1-82C0-71ED56D4F9A5}" dt="2022-12-20T09:10:25.409" v="637" actId="26606"/>
          <ac:spMkLst>
            <pc:docMk/>
            <pc:sldMk cId="907030872" sldId="295"/>
            <ac:spMk id="2" creationId="{231275FC-94E9-0718-CF61-2FE51C2798FC}"/>
          </ac:spMkLst>
        </pc:spChg>
        <pc:spChg chg="mod">
          <ac:chgData name="Gusti Pangestu" userId="7768735c-5c0d-4d9b-b550-ead0b3c82a30" providerId="ADAL" clId="{5B41DB65-700D-47A1-82C0-71ED56D4F9A5}" dt="2022-12-20T09:10:25.409" v="637" actId="26606"/>
          <ac:spMkLst>
            <pc:docMk/>
            <pc:sldMk cId="907030872" sldId="295"/>
            <ac:spMk id="3" creationId="{7E7D581E-1417-A835-277E-5E76C10BF2CF}"/>
          </ac:spMkLst>
        </pc:spChg>
        <pc:picChg chg="add mod">
          <ac:chgData name="Gusti Pangestu" userId="7768735c-5c0d-4d9b-b550-ead0b3c82a30" providerId="ADAL" clId="{5B41DB65-700D-47A1-82C0-71ED56D4F9A5}" dt="2022-12-20T09:10:25.409" v="637" actId="26606"/>
          <ac:picMkLst>
            <pc:docMk/>
            <pc:sldMk cId="907030872" sldId="295"/>
            <ac:picMk id="5" creationId="{A5391B2B-58D6-7B10-45DE-2AEE2D049CCF}"/>
          </ac:picMkLst>
        </pc:picChg>
      </pc:sldChg>
      <pc:sldChg chg="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1434194742" sldId="295"/>
        </pc:sldMkLst>
        <pc:spChg chg="mod">
          <ac:chgData name="Gusti Pangestu" userId="7768735c-5c0d-4d9b-b550-ead0b3c82a30" providerId="ADAL" clId="{5B41DB65-700D-47A1-82C0-71ED56D4F9A5}" dt="2022-12-13T06:59:24.216" v="200"/>
          <ac:spMkLst>
            <pc:docMk/>
            <pc:sldMk cId="1434194742" sldId="295"/>
            <ac:spMk id="2" creationId="{44A8B236-33B8-4FD2-B84E-BAD591B8E855}"/>
          </ac:spMkLst>
        </pc:spChg>
        <pc:spChg chg="mod">
          <ac:chgData name="Gusti Pangestu" userId="7768735c-5c0d-4d9b-b550-ead0b3c82a30" providerId="ADAL" clId="{5B41DB65-700D-47A1-82C0-71ED56D4F9A5}" dt="2022-12-13T07:00:36.166" v="236" actId="20577"/>
          <ac:spMkLst>
            <pc:docMk/>
            <pc:sldMk cId="1434194742" sldId="295"/>
            <ac:spMk id="3" creationId="{2FEE829C-13FB-8834-3465-72219453CC06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4254841868" sldId="295"/>
        </pc:sldMkLst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920674648" sldId="296"/>
        </pc:sldMkLst>
      </pc:sldChg>
      <pc:sldChg chg="addSp del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1427144636" sldId="296"/>
        </pc:sldMkLst>
        <pc:spChg chg="del">
          <ac:chgData name="Gusti Pangestu" userId="7768735c-5c0d-4d9b-b550-ead0b3c82a30" providerId="ADAL" clId="{5B41DB65-700D-47A1-82C0-71ED56D4F9A5}" dt="2022-12-13T07:00:48.395" v="239" actId="478"/>
          <ac:spMkLst>
            <pc:docMk/>
            <pc:sldMk cId="1427144636" sldId="296"/>
            <ac:spMk id="2" creationId="{BE46532C-C664-EA42-EAB7-3B6B83FA4253}"/>
          </ac:spMkLst>
        </pc:spChg>
        <pc:spChg chg="del">
          <ac:chgData name="Gusti Pangestu" userId="7768735c-5c0d-4d9b-b550-ead0b3c82a30" providerId="ADAL" clId="{5B41DB65-700D-47A1-82C0-71ED56D4F9A5}" dt="2022-12-13T07:00:46.535" v="238" actId="22"/>
          <ac:spMkLst>
            <pc:docMk/>
            <pc:sldMk cId="1427144636" sldId="296"/>
            <ac:spMk id="3" creationId="{A14F6DB3-2A29-C6E5-DD45-65367424A0BE}"/>
          </ac:spMkLst>
        </pc:spChg>
        <pc:spChg chg="add mod">
          <ac:chgData name="Gusti Pangestu" userId="7768735c-5c0d-4d9b-b550-ead0b3c82a30" providerId="ADAL" clId="{5B41DB65-700D-47A1-82C0-71ED56D4F9A5}" dt="2022-12-13T07:17:04.178" v="249" actId="20577"/>
          <ac:spMkLst>
            <pc:docMk/>
            <pc:sldMk cId="1427144636" sldId="296"/>
            <ac:spMk id="7" creationId="{48221900-651E-8E31-93B3-27B8CB393283}"/>
          </ac:spMkLst>
        </pc:spChg>
        <pc:picChg chg="add mod ord">
          <ac:chgData name="Gusti Pangestu" userId="7768735c-5c0d-4d9b-b550-ead0b3c82a30" providerId="ADAL" clId="{5B41DB65-700D-47A1-82C0-71ED56D4F9A5}" dt="2022-12-13T07:16:58.710" v="244" actId="1076"/>
          <ac:picMkLst>
            <pc:docMk/>
            <pc:sldMk cId="1427144636" sldId="296"/>
            <ac:picMk id="5" creationId="{6B588864-D85B-74F7-00F3-D1EB435A432C}"/>
          </ac:picMkLst>
        </pc:picChg>
      </pc:sldChg>
      <pc:sldChg chg="addSp delSp modSp new mod modClrScheme chgLayout">
        <pc:chgData name="Gusti Pangestu" userId="7768735c-5c0d-4d9b-b550-ead0b3c82a30" providerId="ADAL" clId="{5B41DB65-700D-47A1-82C0-71ED56D4F9A5}" dt="2022-12-20T09:11:33.990" v="670" actId="1076"/>
        <pc:sldMkLst>
          <pc:docMk/>
          <pc:sldMk cId="3694149620" sldId="296"/>
        </pc:sldMkLst>
        <pc:spChg chg="mod ord">
          <ac:chgData name="Gusti Pangestu" userId="7768735c-5c0d-4d9b-b550-ead0b3c82a30" providerId="ADAL" clId="{5B41DB65-700D-47A1-82C0-71ED56D4F9A5}" dt="2022-12-20T09:10:40.561" v="657" actId="700"/>
          <ac:spMkLst>
            <pc:docMk/>
            <pc:sldMk cId="3694149620" sldId="296"/>
            <ac:spMk id="2" creationId="{4E6B1B90-201D-29FD-A111-9226C35B531D}"/>
          </ac:spMkLst>
        </pc:spChg>
        <pc:spChg chg="del mod ord">
          <ac:chgData name="Gusti Pangestu" userId="7768735c-5c0d-4d9b-b550-ead0b3c82a30" providerId="ADAL" clId="{5B41DB65-700D-47A1-82C0-71ED56D4F9A5}" dt="2022-12-20T09:10:40.561" v="657" actId="700"/>
          <ac:spMkLst>
            <pc:docMk/>
            <pc:sldMk cId="3694149620" sldId="296"/>
            <ac:spMk id="3" creationId="{7B4ADE43-C048-7E29-61E9-18ABFC0BCC09}"/>
          </ac:spMkLst>
        </pc:spChg>
        <pc:spChg chg="del">
          <ac:chgData name="Gusti Pangestu" userId="7768735c-5c0d-4d9b-b550-ead0b3c82a30" providerId="ADAL" clId="{5B41DB65-700D-47A1-82C0-71ED56D4F9A5}" dt="2022-12-20T09:10:40.561" v="657" actId="700"/>
          <ac:spMkLst>
            <pc:docMk/>
            <pc:sldMk cId="3694149620" sldId="296"/>
            <ac:spMk id="4" creationId="{1A88B65E-A5FC-D160-F5FE-0A091B17505B}"/>
          </ac:spMkLst>
        </pc:spChg>
        <pc:spChg chg="add mod ord">
          <ac:chgData name="Gusti Pangestu" userId="7768735c-5c0d-4d9b-b550-ead0b3c82a30" providerId="ADAL" clId="{5B41DB65-700D-47A1-82C0-71ED56D4F9A5}" dt="2022-12-20T09:11:05.322" v="666" actId="20577"/>
          <ac:spMkLst>
            <pc:docMk/>
            <pc:sldMk cId="3694149620" sldId="296"/>
            <ac:spMk id="5" creationId="{73D5C01C-2BF9-807C-FD00-715C7BEC9FDD}"/>
          </ac:spMkLst>
        </pc:spChg>
        <pc:picChg chg="add mod">
          <ac:chgData name="Gusti Pangestu" userId="7768735c-5c0d-4d9b-b550-ead0b3c82a30" providerId="ADAL" clId="{5B41DB65-700D-47A1-82C0-71ED56D4F9A5}" dt="2022-12-20T09:11:24.614" v="668" actId="1076"/>
          <ac:picMkLst>
            <pc:docMk/>
            <pc:sldMk cId="3694149620" sldId="296"/>
            <ac:picMk id="7" creationId="{E69DCA4C-9356-F0F6-294C-F4BC30CC9FDB}"/>
          </ac:picMkLst>
        </pc:picChg>
        <pc:picChg chg="add mod">
          <ac:chgData name="Gusti Pangestu" userId="7768735c-5c0d-4d9b-b550-ead0b3c82a30" providerId="ADAL" clId="{5B41DB65-700D-47A1-82C0-71ED56D4F9A5}" dt="2022-12-20T09:11:33.990" v="670" actId="1076"/>
          <ac:picMkLst>
            <pc:docMk/>
            <pc:sldMk cId="3694149620" sldId="296"/>
            <ac:picMk id="9" creationId="{AD2DB4B9-DACB-63E6-98E8-479C5F2C0CF3}"/>
          </ac:picMkLst>
        </pc:picChg>
      </pc:sldChg>
      <pc:sldChg chg="addSp delSp modSp new mod">
        <pc:chgData name="Gusti Pangestu" userId="7768735c-5c0d-4d9b-b550-ead0b3c82a30" providerId="ADAL" clId="{5B41DB65-700D-47A1-82C0-71ED56D4F9A5}" dt="2022-12-20T09:12:13.602" v="683" actId="1076"/>
        <pc:sldMkLst>
          <pc:docMk/>
          <pc:sldMk cId="884566115" sldId="297"/>
        </pc:sldMkLst>
        <pc:spChg chg="del">
          <ac:chgData name="Gusti Pangestu" userId="7768735c-5c0d-4d9b-b550-ead0b3c82a30" providerId="ADAL" clId="{5B41DB65-700D-47A1-82C0-71ED56D4F9A5}" dt="2022-12-20T09:11:50.433" v="672" actId="478"/>
          <ac:spMkLst>
            <pc:docMk/>
            <pc:sldMk cId="884566115" sldId="297"/>
            <ac:spMk id="2" creationId="{2CCEE4C3-E87B-7B51-C4BE-54A41C829E28}"/>
          </ac:spMkLst>
        </pc:spChg>
        <pc:spChg chg="mod">
          <ac:chgData name="Gusti Pangestu" userId="7768735c-5c0d-4d9b-b550-ead0b3c82a30" providerId="ADAL" clId="{5B41DB65-700D-47A1-82C0-71ED56D4F9A5}" dt="2022-12-20T09:12:03.882" v="681" actId="20577"/>
          <ac:spMkLst>
            <pc:docMk/>
            <pc:sldMk cId="884566115" sldId="297"/>
            <ac:spMk id="3" creationId="{FB50A50E-B71B-884B-883B-5611D9E9C5EA}"/>
          </ac:spMkLst>
        </pc:spChg>
        <pc:picChg chg="add mod">
          <ac:chgData name="Gusti Pangestu" userId="7768735c-5c0d-4d9b-b550-ead0b3c82a30" providerId="ADAL" clId="{5B41DB65-700D-47A1-82C0-71ED56D4F9A5}" dt="2022-12-20T09:12:13.602" v="683" actId="1076"/>
          <ac:picMkLst>
            <pc:docMk/>
            <pc:sldMk cId="884566115" sldId="297"/>
            <ac:picMk id="5" creationId="{EE8B61DF-15FA-1A2A-25EB-7341CB919876}"/>
          </ac:picMkLst>
        </pc:pic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1886084347" sldId="297"/>
        </pc:sldMkLst>
      </pc:sldChg>
      <pc:sldChg chg="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3199163690" sldId="297"/>
        </pc:sldMkLst>
        <pc:spChg chg="mod">
          <ac:chgData name="Gusti Pangestu" userId="7768735c-5c0d-4d9b-b550-ead0b3c82a30" providerId="ADAL" clId="{5B41DB65-700D-47A1-82C0-71ED56D4F9A5}" dt="2022-12-13T07:17:38.343" v="274" actId="20577"/>
          <ac:spMkLst>
            <pc:docMk/>
            <pc:sldMk cId="3199163690" sldId="297"/>
            <ac:spMk id="2" creationId="{AEAF68ED-16B2-A332-F7F8-1B876FA8B3ED}"/>
          </ac:spMkLst>
        </pc:spChg>
        <pc:spChg chg="mod">
          <ac:chgData name="Gusti Pangestu" userId="7768735c-5c0d-4d9b-b550-ead0b3c82a30" providerId="ADAL" clId="{5B41DB65-700D-47A1-82C0-71ED56D4F9A5}" dt="2022-12-15T02:39:07.381" v="316" actId="20577"/>
          <ac:spMkLst>
            <pc:docMk/>
            <pc:sldMk cId="3199163690" sldId="297"/>
            <ac:spMk id="3" creationId="{7039254E-4D37-9EB1-357D-8B4FB4DE5AC8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619452299" sldId="298"/>
        </pc:sldMkLst>
      </pc:sldChg>
      <pc:sldChg chg="del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825831769" sldId="298"/>
        </pc:sldMkLst>
        <pc:spChg chg="del">
          <ac:chgData name="Gusti Pangestu" userId="7768735c-5c0d-4d9b-b550-ead0b3c82a30" providerId="ADAL" clId="{5B41DB65-700D-47A1-82C0-71ED56D4F9A5}" dt="2022-12-15T02:36:32.797" v="292" actId="478"/>
          <ac:spMkLst>
            <pc:docMk/>
            <pc:sldMk cId="825831769" sldId="298"/>
            <ac:spMk id="2" creationId="{B460669F-09D7-05FF-4571-D81218E7669B}"/>
          </ac:spMkLst>
        </pc:spChg>
        <pc:spChg chg="mod">
          <ac:chgData name="Gusti Pangestu" userId="7768735c-5c0d-4d9b-b550-ead0b3c82a30" providerId="ADAL" clId="{5B41DB65-700D-47A1-82C0-71ED56D4F9A5}" dt="2022-12-15T02:38:21.330" v="304" actId="20577"/>
          <ac:spMkLst>
            <pc:docMk/>
            <pc:sldMk cId="825831769" sldId="298"/>
            <ac:spMk id="3" creationId="{66688416-D27F-B253-83E1-78C5DE252216}"/>
          </ac:spMkLst>
        </pc:spChg>
      </pc:sldChg>
      <pc:sldChg chg="modSp new mod">
        <pc:chgData name="Gusti Pangestu" userId="7768735c-5c0d-4d9b-b550-ead0b3c82a30" providerId="ADAL" clId="{5B41DB65-700D-47A1-82C0-71ED56D4F9A5}" dt="2022-12-20T09:18:10.400" v="708" actId="20577"/>
        <pc:sldMkLst>
          <pc:docMk/>
          <pc:sldMk cId="2522492386" sldId="298"/>
        </pc:sldMkLst>
        <pc:spChg chg="mod">
          <ac:chgData name="Gusti Pangestu" userId="7768735c-5c0d-4d9b-b550-ead0b3c82a30" providerId="ADAL" clId="{5B41DB65-700D-47A1-82C0-71ED56D4F9A5}" dt="2022-12-20T09:12:29.499" v="698" actId="20577"/>
          <ac:spMkLst>
            <pc:docMk/>
            <pc:sldMk cId="2522492386" sldId="298"/>
            <ac:spMk id="2" creationId="{78B78D31-C5D2-F636-A53A-4F7940FB10B2}"/>
          </ac:spMkLst>
        </pc:spChg>
        <pc:spChg chg="mod">
          <ac:chgData name="Gusti Pangestu" userId="7768735c-5c0d-4d9b-b550-ead0b3c82a30" providerId="ADAL" clId="{5B41DB65-700D-47A1-82C0-71ED56D4F9A5}" dt="2022-12-20T09:18:10.400" v="708" actId="20577"/>
          <ac:spMkLst>
            <pc:docMk/>
            <pc:sldMk cId="2522492386" sldId="298"/>
            <ac:spMk id="3" creationId="{1FB20163-7272-EBC8-8D63-03759948E208}"/>
          </ac:spMkLst>
        </pc:spChg>
      </pc:sldChg>
      <pc:sldChg chg="addSp del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1795252935" sldId="299"/>
        </pc:sldMkLst>
        <pc:spChg chg="del">
          <ac:chgData name="Gusti Pangestu" userId="7768735c-5c0d-4d9b-b550-ead0b3c82a30" providerId="ADAL" clId="{5B41DB65-700D-47A1-82C0-71ED56D4F9A5}" dt="2022-12-15T03:37:32" v="319" actId="478"/>
          <ac:spMkLst>
            <pc:docMk/>
            <pc:sldMk cId="1795252935" sldId="299"/>
            <ac:spMk id="2" creationId="{115E7836-13A0-8962-EA79-07F6224D5EFB}"/>
          </ac:spMkLst>
        </pc:spChg>
        <pc:spChg chg="del">
          <ac:chgData name="Gusti Pangestu" userId="7768735c-5c0d-4d9b-b550-ead0b3c82a30" providerId="ADAL" clId="{5B41DB65-700D-47A1-82C0-71ED56D4F9A5}" dt="2022-12-15T03:37:29.380" v="318" actId="22"/>
          <ac:spMkLst>
            <pc:docMk/>
            <pc:sldMk cId="1795252935" sldId="299"/>
            <ac:spMk id="3" creationId="{EB915AE6-E484-DBA8-58D0-27D8710A325D}"/>
          </ac:spMkLst>
        </pc:spChg>
        <pc:picChg chg="add mod ord">
          <ac:chgData name="Gusti Pangestu" userId="7768735c-5c0d-4d9b-b550-ead0b3c82a30" providerId="ADAL" clId="{5B41DB65-700D-47A1-82C0-71ED56D4F9A5}" dt="2022-12-15T03:37:42.605" v="322" actId="1076"/>
          <ac:picMkLst>
            <pc:docMk/>
            <pc:sldMk cId="1795252935" sldId="299"/>
            <ac:picMk id="5" creationId="{23653281-DD6A-EF61-4D8A-B7FF4EBA1154}"/>
          </ac:picMkLst>
        </pc:pic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2453569440" sldId="299"/>
        </pc:sldMkLst>
      </pc:sldChg>
      <pc:sldChg chg="modSp new mod">
        <pc:chgData name="Gusti Pangestu" userId="7768735c-5c0d-4d9b-b550-ead0b3c82a30" providerId="ADAL" clId="{5B41DB65-700D-47A1-82C0-71ED56D4F9A5}" dt="2022-12-28T03:09:48.531" v="726" actId="20577"/>
        <pc:sldMkLst>
          <pc:docMk/>
          <pc:sldMk cId="3274783935" sldId="299"/>
        </pc:sldMkLst>
        <pc:spChg chg="mod">
          <ac:chgData name="Gusti Pangestu" userId="7768735c-5c0d-4d9b-b550-ead0b3c82a30" providerId="ADAL" clId="{5B41DB65-700D-47A1-82C0-71ED56D4F9A5}" dt="2022-12-28T03:07:06.102" v="710"/>
          <ac:spMkLst>
            <pc:docMk/>
            <pc:sldMk cId="3274783935" sldId="299"/>
            <ac:spMk id="2" creationId="{D1405FAD-8CBE-0B67-137C-C8E2089F506B}"/>
          </ac:spMkLst>
        </pc:spChg>
        <pc:spChg chg="mod">
          <ac:chgData name="Gusti Pangestu" userId="7768735c-5c0d-4d9b-b550-ead0b3c82a30" providerId="ADAL" clId="{5B41DB65-700D-47A1-82C0-71ED56D4F9A5}" dt="2022-12-28T03:09:48.531" v="726" actId="20577"/>
          <ac:spMkLst>
            <pc:docMk/>
            <pc:sldMk cId="3274783935" sldId="299"/>
            <ac:spMk id="3" creationId="{ED7B41BC-7876-604B-6A32-CE33C7831350}"/>
          </ac:spMkLst>
        </pc:spChg>
      </pc:sldChg>
      <pc:sldChg chg="addSp modSp new mod modClrScheme chgLayout">
        <pc:chgData name="Gusti Pangestu" userId="7768735c-5c0d-4d9b-b550-ead0b3c82a30" providerId="ADAL" clId="{5B41DB65-700D-47A1-82C0-71ED56D4F9A5}" dt="2022-12-28T03:12:41.464" v="736" actId="26606"/>
        <pc:sldMkLst>
          <pc:docMk/>
          <pc:sldMk cId="239751891" sldId="300"/>
        </pc:sldMkLst>
        <pc:spChg chg="mod">
          <ac:chgData name="Gusti Pangestu" userId="7768735c-5c0d-4d9b-b550-ead0b3c82a30" providerId="ADAL" clId="{5B41DB65-700D-47A1-82C0-71ED56D4F9A5}" dt="2022-12-28T03:12:41.464" v="736" actId="26606"/>
          <ac:spMkLst>
            <pc:docMk/>
            <pc:sldMk cId="239751891" sldId="300"/>
            <ac:spMk id="2" creationId="{DF9416E5-5A4E-97EC-6C47-D1620F9355CA}"/>
          </ac:spMkLst>
        </pc:spChg>
        <pc:spChg chg="mod ord">
          <ac:chgData name="Gusti Pangestu" userId="7768735c-5c0d-4d9b-b550-ead0b3c82a30" providerId="ADAL" clId="{5B41DB65-700D-47A1-82C0-71ED56D4F9A5}" dt="2022-12-28T03:12:41.464" v="736" actId="26606"/>
          <ac:spMkLst>
            <pc:docMk/>
            <pc:sldMk cId="239751891" sldId="300"/>
            <ac:spMk id="3" creationId="{4326DC67-624D-5B8B-9E6C-C6F9689C3E5A}"/>
          </ac:spMkLst>
        </pc:spChg>
        <pc:picChg chg="add mod">
          <ac:chgData name="Gusti Pangestu" userId="7768735c-5c0d-4d9b-b550-ead0b3c82a30" providerId="ADAL" clId="{5B41DB65-700D-47A1-82C0-71ED56D4F9A5}" dt="2022-12-28T03:12:41.464" v="736" actId="26606"/>
          <ac:picMkLst>
            <pc:docMk/>
            <pc:sldMk cId="239751891" sldId="300"/>
            <ac:picMk id="5" creationId="{FC60B105-F182-1C1C-1F62-750DE43AD704}"/>
          </ac:picMkLst>
        </pc:pic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1455660998" sldId="300"/>
        </pc:sldMkLst>
      </pc:sldChg>
      <pc:sldChg chg="add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3208523139" sldId="300"/>
        </pc:sldMkLst>
        <pc:spChg chg="mod">
          <ac:chgData name="Gusti Pangestu" userId="7768735c-5c0d-4d9b-b550-ead0b3c82a30" providerId="ADAL" clId="{5B41DB65-700D-47A1-82C0-71ED56D4F9A5}" dt="2022-12-15T03:39:17.021" v="324"/>
          <ac:spMkLst>
            <pc:docMk/>
            <pc:sldMk cId="3208523139" sldId="300"/>
            <ac:spMk id="2" creationId="{6D5707AB-C364-65A9-C04C-48450FA0520A}"/>
          </ac:spMkLst>
        </pc:spChg>
        <pc:spChg chg="mod">
          <ac:chgData name="Gusti Pangestu" userId="7768735c-5c0d-4d9b-b550-ead0b3c82a30" providerId="ADAL" clId="{5B41DB65-700D-47A1-82C0-71ED56D4F9A5}" dt="2022-12-15T03:39:45.791" v="331" actId="20577"/>
          <ac:spMkLst>
            <pc:docMk/>
            <pc:sldMk cId="3208523139" sldId="300"/>
            <ac:spMk id="3" creationId="{40A9EE2F-1174-502C-FB58-E668F805078F}"/>
          </ac:spMkLst>
        </pc:spChg>
        <pc:picChg chg="add mod">
          <ac:chgData name="Gusti Pangestu" userId="7768735c-5c0d-4d9b-b550-ead0b3c82a30" providerId="ADAL" clId="{5B41DB65-700D-47A1-82C0-71ED56D4F9A5}" dt="2022-12-15T03:40:03.482" v="333" actId="1076"/>
          <ac:picMkLst>
            <pc:docMk/>
            <pc:sldMk cId="3208523139" sldId="300"/>
            <ac:picMk id="5" creationId="{2EC95407-B3B4-BA82-8DC4-19549DCBE6CF}"/>
          </ac:picMkLst>
        </pc:picChg>
      </pc:sldChg>
      <pc:sldChg chg="addSp delSp modSp new mod modClrScheme chgLayout">
        <pc:chgData name="Gusti Pangestu" userId="7768735c-5c0d-4d9b-b550-ead0b3c82a30" providerId="ADAL" clId="{5B41DB65-700D-47A1-82C0-71ED56D4F9A5}" dt="2022-12-28T03:14:31.630" v="750" actId="15"/>
        <pc:sldMkLst>
          <pc:docMk/>
          <pc:sldMk cId="479331611" sldId="301"/>
        </pc:sldMkLst>
        <pc:spChg chg="del mod ord">
          <ac:chgData name="Gusti Pangestu" userId="7768735c-5c0d-4d9b-b550-ead0b3c82a30" providerId="ADAL" clId="{5B41DB65-700D-47A1-82C0-71ED56D4F9A5}" dt="2022-12-28T03:12:50.495" v="738" actId="700"/>
          <ac:spMkLst>
            <pc:docMk/>
            <pc:sldMk cId="479331611" sldId="301"/>
            <ac:spMk id="2" creationId="{F8CBACAA-44F4-8559-D7F6-6E8053FBC36A}"/>
          </ac:spMkLst>
        </pc:spChg>
        <pc:spChg chg="del mod ord">
          <ac:chgData name="Gusti Pangestu" userId="7768735c-5c0d-4d9b-b550-ead0b3c82a30" providerId="ADAL" clId="{5B41DB65-700D-47A1-82C0-71ED56D4F9A5}" dt="2022-12-28T03:12:50.495" v="738" actId="700"/>
          <ac:spMkLst>
            <pc:docMk/>
            <pc:sldMk cId="479331611" sldId="301"/>
            <ac:spMk id="3" creationId="{DD7A4C9B-D92A-E9E5-8C2C-38EA5636600A}"/>
          </ac:spMkLst>
        </pc:spChg>
        <pc:spChg chg="del">
          <ac:chgData name="Gusti Pangestu" userId="7768735c-5c0d-4d9b-b550-ead0b3c82a30" providerId="ADAL" clId="{5B41DB65-700D-47A1-82C0-71ED56D4F9A5}" dt="2022-12-28T03:12:50.495" v="738" actId="700"/>
          <ac:spMkLst>
            <pc:docMk/>
            <pc:sldMk cId="479331611" sldId="301"/>
            <ac:spMk id="4" creationId="{822968E0-6C4C-2239-DF34-014FFADCCC9C}"/>
          </ac:spMkLst>
        </pc:spChg>
        <pc:spChg chg="add mod ord">
          <ac:chgData name="Gusti Pangestu" userId="7768735c-5c0d-4d9b-b550-ead0b3c82a30" providerId="ADAL" clId="{5B41DB65-700D-47A1-82C0-71ED56D4F9A5}" dt="2022-12-28T03:12:57.232" v="739"/>
          <ac:spMkLst>
            <pc:docMk/>
            <pc:sldMk cId="479331611" sldId="301"/>
            <ac:spMk id="5" creationId="{78387E1E-79EB-7252-5842-7E940CAEBE3E}"/>
          </ac:spMkLst>
        </pc:spChg>
        <pc:spChg chg="add mod ord">
          <ac:chgData name="Gusti Pangestu" userId="7768735c-5c0d-4d9b-b550-ead0b3c82a30" providerId="ADAL" clId="{5B41DB65-700D-47A1-82C0-71ED56D4F9A5}" dt="2022-12-28T03:14:31.630" v="750" actId="15"/>
          <ac:spMkLst>
            <pc:docMk/>
            <pc:sldMk cId="479331611" sldId="301"/>
            <ac:spMk id="6" creationId="{F61728B4-6C33-7D9F-2D5E-A04D5839526E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1748253104" sldId="301"/>
        </pc:sldMkLst>
      </pc:sldChg>
      <pc:sldChg chg="addSp del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2650399632" sldId="301"/>
        </pc:sldMkLst>
        <pc:spChg chg="del">
          <ac:chgData name="Gusti Pangestu" userId="7768735c-5c0d-4d9b-b550-ead0b3c82a30" providerId="ADAL" clId="{5B41DB65-700D-47A1-82C0-71ED56D4F9A5}" dt="2022-12-15T03:40:15.866" v="335" actId="478"/>
          <ac:spMkLst>
            <pc:docMk/>
            <pc:sldMk cId="2650399632" sldId="301"/>
            <ac:spMk id="2" creationId="{7631DA81-7329-7CFF-1151-22A8406D57F5}"/>
          </ac:spMkLst>
        </pc:spChg>
        <pc:spChg chg="del mod">
          <ac:chgData name="Gusti Pangestu" userId="7768735c-5c0d-4d9b-b550-ead0b3c82a30" providerId="ADAL" clId="{5B41DB65-700D-47A1-82C0-71ED56D4F9A5}" dt="2022-12-15T03:40:19.907" v="337" actId="22"/>
          <ac:spMkLst>
            <pc:docMk/>
            <pc:sldMk cId="2650399632" sldId="301"/>
            <ac:spMk id="3" creationId="{984E4F3A-4C96-86B7-B262-08A065C4E657}"/>
          </ac:spMkLst>
        </pc:spChg>
        <pc:spChg chg="add mod">
          <ac:chgData name="Gusti Pangestu" userId="7768735c-5c0d-4d9b-b550-ead0b3c82a30" providerId="ADAL" clId="{5B41DB65-700D-47A1-82C0-71ED56D4F9A5}" dt="2022-12-15T03:55:42.197" v="369" actId="20577"/>
          <ac:spMkLst>
            <pc:docMk/>
            <pc:sldMk cId="2650399632" sldId="301"/>
            <ac:spMk id="7" creationId="{4130DD9F-AFAA-6BC2-D650-4746593B5895}"/>
          </ac:spMkLst>
        </pc:spChg>
        <pc:picChg chg="add mod ord">
          <ac:chgData name="Gusti Pangestu" userId="7768735c-5c0d-4d9b-b550-ead0b3c82a30" providerId="ADAL" clId="{5B41DB65-700D-47A1-82C0-71ED56D4F9A5}" dt="2022-12-15T03:55:38.597" v="367" actId="1076"/>
          <ac:picMkLst>
            <pc:docMk/>
            <pc:sldMk cId="2650399632" sldId="301"/>
            <ac:picMk id="5" creationId="{AD254505-7A6E-9D54-CD1C-C902CE19CB47}"/>
          </ac:picMkLst>
        </pc:picChg>
      </pc:sldChg>
      <pc:sldChg chg="addSp delSp modSp new mod modClrScheme chgLayout">
        <pc:chgData name="Gusti Pangestu" userId="7768735c-5c0d-4d9b-b550-ead0b3c82a30" providerId="ADAL" clId="{5B41DB65-700D-47A1-82C0-71ED56D4F9A5}" dt="2022-12-28T03:19:56.780" v="787" actId="20577"/>
        <pc:sldMkLst>
          <pc:docMk/>
          <pc:sldMk cId="1009324440" sldId="302"/>
        </pc:sldMkLst>
        <pc:spChg chg="del">
          <ac:chgData name="Gusti Pangestu" userId="7768735c-5c0d-4d9b-b550-ead0b3c82a30" providerId="ADAL" clId="{5B41DB65-700D-47A1-82C0-71ED56D4F9A5}" dt="2022-12-28T03:19:21.932" v="753" actId="478"/>
          <ac:spMkLst>
            <pc:docMk/>
            <pc:sldMk cId="1009324440" sldId="302"/>
            <ac:spMk id="2" creationId="{0C7C9D34-1A0D-FDAD-7B05-20399A108AC8}"/>
          </ac:spMkLst>
        </pc:spChg>
        <pc:spChg chg="del">
          <ac:chgData name="Gusti Pangestu" userId="7768735c-5c0d-4d9b-b550-ead0b3c82a30" providerId="ADAL" clId="{5B41DB65-700D-47A1-82C0-71ED56D4F9A5}" dt="2022-12-28T03:19:20.396" v="752" actId="22"/>
          <ac:spMkLst>
            <pc:docMk/>
            <pc:sldMk cId="1009324440" sldId="302"/>
            <ac:spMk id="3" creationId="{45E55800-7CB7-7092-0A29-7E408C23EE4F}"/>
          </ac:spMkLst>
        </pc:spChg>
        <pc:spChg chg="add mod">
          <ac:chgData name="Gusti Pangestu" userId="7768735c-5c0d-4d9b-b550-ead0b3c82a30" providerId="ADAL" clId="{5B41DB65-700D-47A1-82C0-71ED56D4F9A5}" dt="2022-12-28T03:19:38.036" v="755" actId="26606"/>
          <ac:spMkLst>
            <pc:docMk/>
            <pc:sldMk cId="1009324440" sldId="302"/>
            <ac:spMk id="7" creationId="{A9A79775-DB2F-2355-2BE3-EA3BFCFE0C09}"/>
          </ac:spMkLst>
        </pc:spChg>
        <pc:spChg chg="add mod">
          <ac:chgData name="Gusti Pangestu" userId="7768735c-5c0d-4d9b-b550-ead0b3c82a30" providerId="ADAL" clId="{5B41DB65-700D-47A1-82C0-71ED56D4F9A5}" dt="2022-12-28T03:19:56.780" v="787" actId="20577"/>
          <ac:spMkLst>
            <pc:docMk/>
            <pc:sldMk cId="1009324440" sldId="302"/>
            <ac:spMk id="12" creationId="{A6D2EB6D-325F-C7AB-A9C8-0F7E6256E4C6}"/>
          </ac:spMkLst>
        </pc:spChg>
        <pc:picChg chg="add mod ord">
          <ac:chgData name="Gusti Pangestu" userId="7768735c-5c0d-4d9b-b550-ead0b3c82a30" providerId="ADAL" clId="{5B41DB65-700D-47A1-82C0-71ED56D4F9A5}" dt="2022-12-28T03:19:38.036" v="755" actId="26606"/>
          <ac:picMkLst>
            <pc:docMk/>
            <pc:sldMk cId="1009324440" sldId="302"/>
            <ac:picMk id="5" creationId="{463BA27A-FEFE-E42C-57B4-A44AD37B4AD7}"/>
          </ac:picMkLst>
        </pc:picChg>
      </pc:sldChg>
      <pc:sldChg chg="addSp delSp 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2512477534" sldId="302"/>
        </pc:sldMkLst>
        <pc:spChg chg="del">
          <ac:chgData name="Gusti Pangestu" userId="7768735c-5c0d-4d9b-b550-ead0b3c82a30" providerId="ADAL" clId="{5B41DB65-700D-47A1-82C0-71ED56D4F9A5}" dt="2022-12-15T03:55:33.810" v="366" actId="22"/>
          <ac:spMkLst>
            <pc:docMk/>
            <pc:sldMk cId="2512477534" sldId="302"/>
            <ac:spMk id="3" creationId="{048A7B65-A216-80DB-E505-C2097A1858AC}"/>
          </ac:spMkLst>
        </pc:spChg>
        <pc:spChg chg="add mod">
          <ac:chgData name="Gusti Pangestu" userId="7768735c-5c0d-4d9b-b550-ead0b3c82a30" providerId="ADAL" clId="{5B41DB65-700D-47A1-82C0-71ED56D4F9A5}" dt="2022-12-15T04:14:41.515" v="372" actId="20577"/>
          <ac:spMkLst>
            <pc:docMk/>
            <pc:sldMk cId="2512477534" sldId="302"/>
            <ac:spMk id="7" creationId="{4EDBBF1E-C82E-FC2D-12F4-925190F8277F}"/>
          </ac:spMkLst>
        </pc:spChg>
        <pc:picChg chg="add mod ord">
          <ac:chgData name="Gusti Pangestu" userId="7768735c-5c0d-4d9b-b550-ead0b3c82a30" providerId="ADAL" clId="{5B41DB65-700D-47A1-82C0-71ED56D4F9A5}" dt="2022-12-15T03:55:33.810" v="366" actId="22"/>
          <ac:picMkLst>
            <pc:docMk/>
            <pc:sldMk cId="2512477534" sldId="302"/>
            <ac:picMk id="5" creationId="{5CED19DA-D9F4-B43F-08E8-ED00934DA984}"/>
          </ac:picMkLst>
        </pc:pic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3386953599" sldId="302"/>
        </pc:sldMkLst>
      </pc:sldChg>
      <pc:sldChg chg="addSp delSp modSp new mod">
        <pc:chgData name="Gusti Pangestu" userId="7768735c-5c0d-4d9b-b550-ead0b3c82a30" providerId="ADAL" clId="{5B41DB65-700D-47A1-82C0-71ED56D4F9A5}" dt="2022-12-28T03:27:19.580" v="800" actId="22"/>
        <pc:sldMkLst>
          <pc:docMk/>
          <pc:sldMk cId="246410506" sldId="303"/>
        </pc:sldMkLst>
        <pc:spChg chg="mod">
          <ac:chgData name="Gusti Pangestu" userId="7768735c-5c0d-4d9b-b550-ead0b3c82a30" providerId="ADAL" clId="{5B41DB65-700D-47A1-82C0-71ED56D4F9A5}" dt="2022-12-28T03:26:35.849" v="789"/>
          <ac:spMkLst>
            <pc:docMk/>
            <pc:sldMk cId="246410506" sldId="303"/>
            <ac:spMk id="2" creationId="{A380A023-DFC3-D245-37CD-917279B3CBC2}"/>
          </ac:spMkLst>
        </pc:spChg>
        <pc:spChg chg="mod">
          <ac:chgData name="Gusti Pangestu" userId="7768735c-5c0d-4d9b-b550-ead0b3c82a30" providerId="ADAL" clId="{5B41DB65-700D-47A1-82C0-71ED56D4F9A5}" dt="2022-12-28T03:27:09.046" v="799" actId="20577"/>
          <ac:spMkLst>
            <pc:docMk/>
            <pc:sldMk cId="246410506" sldId="303"/>
            <ac:spMk id="3" creationId="{9B3D7D42-7672-DA57-62A6-850120BF9B4B}"/>
          </ac:spMkLst>
        </pc:spChg>
        <pc:spChg chg="del mod">
          <ac:chgData name="Gusti Pangestu" userId="7768735c-5c0d-4d9b-b550-ead0b3c82a30" providerId="ADAL" clId="{5B41DB65-700D-47A1-82C0-71ED56D4F9A5}" dt="2022-12-28T03:27:19.580" v="800" actId="22"/>
          <ac:spMkLst>
            <pc:docMk/>
            <pc:sldMk cId="246410506" sldId="303"/>
            <ac:spMk id="4" creationId="{46D1B4A2-A251-4312-603A-497D5477ADAB}"/>
          </ac:spMkLst>
        </pc:spChg>
        <pc:picChg chg="add mod ord">
          <ac:chgData name="Gusti Pangestu" userId="7768735c-5c0d-4d9b-b550-ead0b3c82a30" providerId="ADAL" clId="{5B41DB65-700D-47A1-82C0-71ED56D4F9A5}" dt="2022-12-28T03:27:19.580" v="800" actId="22"/>
          <ac:picMkLst>
            <pc:docMk/>
            <pc:sldMk cId="246410506" sldId="303"/>
            <ac:picMk id="6" creationId="{79AB3B32-EB61-E49C-F0FA-66719A48C87E}"/>
          </ac:picMkLst>
        </pc:picChg>
      </pc:sldChg>
      <pc:sldChg chg="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3773666171" sldId="303"/>
        </pc:sldMkLst>
        <pc:spChg chg="mod">
          <ac:chgData name="Gusti Pangestu" userId="7768735c-5c0d-4d9b-b550-ead0b3c82a30" providerId="ADAL" clId="{5B41DB65-700D-47A1-82C0-71ED56D4F9A5}" dt="2022-12-15T04:14:59.497" v="385" actId="20577"/>
          <ac:spMkLst>
            <pc:docMk/>
            <pc:sldMk cId="3773666171" sldId="303"/>
            <ac:spMk id="2" creationId="{3E5231D2-5EA0-5051-4895-8F9F5904DF66}"/>
          </ac:spMkLst>
        </pc:spChg>
        <pc:spChg chg="mod">
          <ac:chgData name="Gusti Pangestu" userId="7768735c-5c0d-4d9b-b550-ead0b3c82a30" providerId="ADAL" clId="{5B41DB65-700D-47A1-82C0-71ED56D4F9A5}" dt="2022-12-15T04:15:18.889" v="390" actId="12"/>
          <ac:spMkLst>
            <pc:docMk/>
            <pc:sldMk cId="3773666171" sldId="303"/>
            <ac:spMk id="3" creationId="{FCA768B8-2AAB-6453-544F-D245B9031A5E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4022305954" sldId="303"/>
        </pc:sldMkLst>
      </pc:sldChg>
      <pc:sldChg chg="new del">
        <pc:chgData name="Gusti Pangestu" userId="7768735c-5c0d-4d9b-b550-ead0b3c82a30" providerId="ADAL" clId="{5B41DB65-700D-47A1-82C0-71ED56D4F9A5}" dt="2022-12-28T03:37:53.043" v="802" actId="47"/>
        <pc:sldMkLst>
          <pc:docMk/>
          <pc:sldMk cId="516484586" sldId="304"/>
        </pc:sldMkLst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2997571261" sldId="304"/>
        </pc:sldMkLst>
      </pc:sldChg>
      <pc:sldChg chg="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3509675218" sldId="304"/>
        </pc:sldMkLst>
        <pc:spChg chg="mod">
          <ac:chgData name="Gusti Pangestu" userId="7768735c-5c0d-4d9b-b550-ead0b3c82a30" providerId="ADAL" clId="{5B41DB65-700D-47A1-82C0-71ED56D4F9A5}" dt="2022-12-15T04:15:48.919" v="392"/>
          <ac:spMkLst>
            <pc:docMk/>
            <pc:sldMk cId="3509675218" sldId="304"/>
            <ac:spMk id="2" creationId="{1506FFC5-F7A5-6A61-4CD5-9039BC53F80C}"/>
          </ac:spMkLst>
        </pc:spChg>
        <pc:spChg chg="mod">
          <ac:chgData name="Gusti Pangestu" userId="7768735c-5c0d-4d9b-b550-ead0b3c82a30" providerId="ADAL" clId="{5B41DB65-700D-47A1-82C0-71ED56D4F9A5}" dt="2022-12-15T04:23:43.390" v="403" actId="20577"/>
          <ac:spMkLst>
            <pc:docMk/>
            <pc:sldMk cId="3509675218" sldId="304"/>
            <ac:spMk id="3" creationId="{610995E0-0B9E-F4CC-89F7-08D087C4A4AB}"/>
          </ac:spMkLst>
        </pc:spChg>
      </pc:sldChg>
      <pc:sldChg chg="modSp new del mod">
        <pc:chgData name="Gusti Pangestu" userId="7768735c-5c0d-4d9b-b550-ead0b3c82a30" providerId="ADAL" clId="{5B41DB65-700D-47A1-82C0-71ED56D4F9A5}" dt="2022-12-19T07:00:28.069" v="441" actId="47"/>
        <pc:sldMkLst>
          <pc:docMk/>
          <pc:sldMk cId="2106256166" sldId="305"/>
        </pc:sldMkLst>
        <pc:spChg chg="mod">
          <ac:chgData name="Gusti Pangestu" userId="7768735c-5c0d-4d9b-b550-ead0b3c82a30" providerId="ADAL" clId="{5B41DB65-700D-47A1-82C0-71ED56D4F9A5}" dt="2022-12-15T07:41:24.739" v="421" actId="20577"/>
          <ac:spMkLst>
            <pc:docMk/>
            <pc:sldMk cId="2106256166" sldId="305"/>
            <ac:spMk id="2" creationId="{A49D1033-266E-2A2F-CA2D-D97B7C990F71}"/>
          </ac:spMkLst>
        </pc:spChg>
        <pc:spChg chg="mod">
          <ac:chgData name="Gusti Pangestu" userId="7768735c-5c0d-4d9b-b550-ead0b3c82a30" providerId="ADAL" clId="{5B41DB65-700D-47A1-82C0-71ED56D4F9A5}" dt="2022-12-15T08:56:41.723" v="438" actId="20577"/>
          <ac:spMkLst>
            <pc:docMk/>
            <pc:sldMk cId="2106256166" sldId="305"/>
            <ac:spMk id="3" creationId="{BF8ADD34-F820-81CF-BBE8-F5D17A29953E}"/>
          </ac:spMkLst>
        </pc:spChg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2557531081" sldId="305"/>
        </pc:sldMkLst>
      </pc:sldChg>
      <pc:sldChg chg="del">
        <pc:chgData name="Gusti Pangestu" userId="7768735c-5c0d-4d9b-b550-ead0b3c82a30" providerId="ADAL" clId="{5B41DB65-700D-47A1-82C0-71ED56D4F9A5}" dt="2022-12-13T03:11:31.680" v="82" actId="47"/>
        <pc:sldMkLst>
          <pc:docMk/>
          <pc:sldMk cId="2655063399" sldId="306"/>
        </pc:sldMkLst>
      </pc:sldChg>
      <pc:sldChg chg="new del">
        <pc:chgData name="Gusti Pangestu" userId="7768735c-5c0d-4d9b-b550-ead0b3c82a30" providerId="ADAL" clId="{5B41DB65-700D-47A1-82C0-71ED56D4F9A5}" dt="2022-12-19T06:50:21.383" v="440" actId="47"/>
        <pc:sldMkLst>
          <pc:docMk/>
          <pc:sldMk cId="3322359110" sldId="306"/>
        </pc:sldMkLst>
      </pc:sldChg>
    </pc:docChg>
  </pc:docChgLst>
  <pc:docChgLst>
    <pc:chgData name="Gusti Pangestu" userId="S::gusti.pangestu@binus.ac.id::7768735c-5c0d-4d9b-b550-ead0b3c82a30" providerId="AD" clId="Web-{720B1208-9882-69E9-F657-19234A5FB7AD}"/>
    <pc:docChg chg="addSld modSld modSection">
      <pc:chgData name="Gusti Pangestu" userId="S::gusti.pangestu@binus.ac.id::7768735c-5c0d-4d9b-b550-ead0b3c82a30" providerId="AD" clId="Web-{720B1208-9882-69E9-F657-19234A5FB7AD}" dt="2022-11-07T04:15:16.453" v="212" actId="1076"/>
      <pc:docMkLst>
        <pc:docMk/>
      </pc:docMkLst>
      <pc:sldChg chg="addSp modSp new">
        <pc:chgData name="Gusti Pangestu" userId="S::gusti.pangestu@binus.ac.id::7768735c-5c0d-4d9b-b550-ead0b3c82a30" providerId="AD" clId="Web-{720B1208-9882-69E9-F657-19234A5FB7AD}" dt="2022-11-07T02:51:41.133" v="46" actId="20577"/>
        <pc:sldMkLst>
          <pc:docMk/>
          <pc:sldMk cId="376018570" sldId="297"/>
        </pc:sldMkLst>
        <pc:spChg chg="mod">
          <ac:chgData name="Gusti Pangestu" userId="S::gusti.pangestu@binus.ac.id::7768735c-5c0d-4d9b-b550-ead0b3c82a30" providerId="AD" clId="Web-{720B1208-9882-69E9-F657-19234A5FB7AD}" dt="2022-11-07T02:36:32.044" v="7" actId="20577"/>
          <ac:spMkLst>
            <pc:docMk/>
            <pc:sldMk cId="376018570" sldId="297"/>
            <ac:spMk id="2" creationId="{3FB8F51D-0AF1-4954-6E17-C858D190F1F5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2:51:41.133" v="46" actId="20577"/>
          <ac:spMkLst>
            <pc:docMk/>
            <pc:sldMk cId="376018570" sldId="297"/>
            <ac:spMk id="3" creationId="{DF3EF508-2D34-EC90-3ED2-7723798A827E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2:43:24.541" v="44" actId="1076"/>
          <ac:picMkLst>
            <pc:docMk/>
            <pc:sldMk cId="376018570" sldId="297"/>
            <ac:picMk id="4" creationId="{4AC7B8D5-2CD9-6A18-69FD-3C24769F69B9}"/>
          </ac:picMkLst>
        </pc:picChg>
      </pc:sldChg>
      <pc:sldChg chg="addSp modSp new">
        <pc:chgData name="Gusti Pangestu" userId="S::gusti.pangestu@binus.ac.id::7768735c-5c0d-4d9b-b550-ead0b3c82a30" providerId="AD" clId="Web-{720B1208-9882-69E9-F657-19234A5FB7AD}" dt="2022-11-07T03:18:34.417" v="69" actId="1076"/>
        <pc:sldMkLst>
          <pc:docMk/>
          <pc:sldMk cId="3645830168" sldId="298"/>
        </pc:sldMkLst>
        <pc:spChg chg="mod">
          <ac:chgData name="Gusti Pangestu" userId="S::gusti.pangestu@binus.ac.id::7768735c-5c0d-4d9b-b550-ead0b3c82a30" providerId="AD" clId="Web-{720B1208-9882-69E9-F657-19234A5FB7AD}" dt="2022-11-07T02:51:52.274" v="57" actId="20577"/>
          <ac:spMkLst>
            <pc:docMk/>
            <pc:sldMk cId="3645830168" sldId="298"/>
            <ac:spMk id="2" creationId="{F27A6D18-1819-B75D-CC84-BADB51EFAB51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2:54:01.059" v="61" actId="20577"/>
          <ac:spMkLst>
            <pc:docMk/>
            <pc:sldMk cId="3645830168" sldId="298"/>
            <ac:spMk id="3" creationId="{B290B12B-36E5-5346-5482-B0C0014CEF1D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18:34.417" v="69" actId="1076"/>
          <ac:picMkLst>
            <pc:docMk/>
            <pc:sldMk cId="3645830168" sldId="298"/>
            <ac:picMk id="4" creationId="{CCBE6061-24B1-2596-577F-1BA17ED9EC7A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3:18:28.823" v="68" actId="1076"/>
          <ac:picMkLst>
            <pc:docMk/>
            <pc:sldMk cId="3645830168" sldId="298"/>
            <ac:picMk id="5" creationId="{F76CAC52-4AD4-2E03-2C20-F3867EC9F9BA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720B1208-9882-69E9-F657-19234A5FB7AD}" dt="2022-11-07T03:24:18.756" v="93" actId="20577"/>
        <pc:sldMkLst>
          <pc:docMk/>
          <pc:sldMk cId="3162136664" sldId="299"/>
        </pc:sldMkLst>
        <pc:spChg chg="mod">
          <ac:chgData name="Gusti Pangestu" userId="S::gusti.pangestu@binus.ac.id::7768735c-5c0d-4d9b-b550-ead0b3c82a30" providerId="AD" clId="Web-{720B1208-9882-69E9-F657-19234A5FB7AD}" dt="2022-11-07T03:24:14.084" v="91"/>
          <ac:spMkLst>
            <pc:docMk/>
            <pc:sldMk cId="3162136664" sldId="299"/>
            <ac:spMk id="2" creationId="{60358CC2-0C23-5B54-284A-E599829AE9E3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3:24:18.756" v="93" actId="20577"/>
          <ac:spMkLst>
            <pc:docMk/>
            <pc:sldMk cId="3162136664" sldId="299"/>
            <ac:spMk id="3" creationId="{348C4AD4-243B-5569-386D-DD1B60BAF281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24:14.084" v="91"/>
          <ac:picMkLst>
            <pc:docMk/>
            <pc:sldMk cId="3162136664" sldId="299"/>
            <ac:picMk id="4" creationId="{04B45CD0-8535-F48F-D421-937FB605DEE8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720B1208-9882-69E9-F657-19234A5FB7AD}" dt="2022-11-07T03:43:28.846" v="104" actId="14100"/>
        <pc:sldMkLst>
          <pc:docMk/>
          <pc:sldMk cId="2160808367" sldId="300"/>
        </pc:sldMkLst>
        <pc:spChg chg="del mod ord">
          <ac:chgData name="Gusti Pangestu" userId="S::gusti.pangestu@binus.ac.id::7768735c-5c0d-4d9b-b550-ead0b3c82a30" providerId="AD" clId="Web-{720B1208-9882-69E9-F657-19234A5FB7AD}" dt="2022-11-07T03:42:57.892" v="96"/>
          <ac:spMkLst>
            <pc:docMk/>
            <pc:sldMk cId="2160808367" sldId="300"/>
            <ac:spMk id="2" creationId="{485665A6-D376-0BBD-1379-41EA8A60FC49}"/>
          </ac:spMkLst>
        </pc:spChg>
        <pc:spChg chg="del mod ord">
          <ac:chgData name="Gusti Pangestu" userId="S::gusti.pangestu@binus.ac.id::7768735c-5c0d-4d9b-b550-ead0b3c82a30" providerId="AD" clId="Web-{720B1208-9882-69E9-F657-19234A5FB7AD}" dt="2022-11-07T03:43:02.377" v="98"/>
          <ac:spMkLst>
            <pc:docMk/>
            <pc:sldMk cId="2160808367" sldId="300"/>
            <ac:spMk id="3" creationId="{E604064E-C374-99CE-8018-B54ED49D7AFE}"/>
          </ac:spMkLst>
        </pc:spChg>
        <pc:spChg chg="del mod ord">
          <ac:chgData name="Gusti Pangestu" userId="S::gusti.pangestu@binus.ac.id::7768735c-5c0d-4d9b-b550-ead0b3c82a30" providerId="AD" clId="Web-{720B1208-9882-69E9-F657-19234A5FB7AD}" dt="2022-11-07T03:43:00.095" v="97"/>
          <ac:spMkLst>
            <pc:docMk/>
            <pc:sldMk cId="2160808367" sldId="300"/>
            <ac:spMk id="4" creationId="{431C6A07-88AC-6F08-9B1A-E7F5A578C17F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43:09.627" v="101" actId="14100"/>
          <ac:picMkLst>
            <pc:docMk/>
            <pc:sldMk cId="2160808367" sldId="300"/>
            <ac:picMk id="5" creationId="{8BEBC59A-2CEE-8AD6-9EAB-767B0B786D53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3:43:28.846" v="104" actId="14100"/>
          <ac:picMkLst>
            <pc:docMk/>
            <pc:sldMk cId="2160808367" sldId="300"/>
            <ac:picMk id="6" creationId="{D07FC423-437B-56A9-1A92-B80B987AB6F1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720B1208-9882-69E9-F657-19234A5FB7AD}" dt="2022-11-07T03:45:44.380" v="123" actId="1076"/>
        <pc:sldMkLst>
          <pc:docMk/>
          <pc:sldMk cId="2329439584" sldId="301"/>
        </pc:sldMkLst>
        <pc:spChg chg="mod ord">
          <ac:chgData name="Gusti Pangestu" userId="S::gusti.pangestu@binus.ac.id::7768735c-5c0d-4d9b-b550-ead0b3c82a30" providerId="AD" clId="Web-{720B1208-9882-69E9-F657-19234A5FB7AD}" dt="2022-11-07T03:45:30.067" v="121"/>
          <ac:spMkLst>
            <pc:docMk/>
            <pc:sldMk cId="2329439584" sldId="301"/>
            <ac:spMk id="2" creationId="{1184D16E-E8B0-316B-4806-0E51BE1D90AA}"/>
          </ac:spMkLst>
        </pc:spChg>
        <pc:spChg chg="mod ord">
          <ac:chgData name="Gusti Pangestu" userId="S::gusti.pangestu@binus.ac.id::7768735c-5c0d-4d9b-b550-ead0b3c82a30" providerId="AD" clId="Web-{720B1208-9882-69E9-F657-19234A5FB7AD}" dt="2022-11-07T03:45:30.067" v="121"/>
          <ac:spMkLst>
            <pc:docMk/>
            <pc:sldMk cId="2329439584" sldId="301"/>
            <ac:spMk id="3" creationId="{E9F14B17-9D15-E8C7-2578-5D3D47B36C23}"/>
          </ac:spMkLst>
        </pc:spChg>
        <pc:spChg chg="del">
          <ac:chgData name="Gusti Pangestu" userId="S::gusti.pangestu@binus.ac.id::7768735c-5c0d-4d9b-b550-ead0b3c82a30" providerId="AD" clId="Web-{720B1208-9882-69E9-F657-19234A5FB7AD}" dt="2022-11-07T03:43:38.846" v="106"/>
          <ac:spMkLst>
            <pc:docMk/>
            <pc:sldMk cId="2329439584" sldId="301"/>
            <ac:spMk id="4" creationId="{4309DA00-CCF1-E31C-85D6-71197B1EA479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45:44.380" v="123" actId="1076"/>
          <ac:picMkLst>
            <pc:docMk/>
            <pc:sldMk cId="2329439584" sldId="301"/>
            <ac:picMk id="5" creationId="{88F2C4A4-D825-F29C-29BE-69B3A02A8E0A}"/>
          </ac:picMkLst>
        </pc:picChg>
      </pc:sldChg>
      <pc:sldChg chg="addSp delSp modSp new">
        <pc:chgData name="Gusti Pangestu" userId="S::gusti.pangestu@binus.ac.id::7768735c-5c0d-4d9b-b550-ead0b3c82a30" providerId="AD" clId="Web-{720B1208-9882-69E9-F657-19234A5FB7AD}" dt="2022-11-07T04:02:44.232" v="142" actId="14100"/>
        <pc:sldMkLst>
          <pc:docMk/>
          <pc:sldMk cId="4132436519" sldId="302"/>
        </pc:sldMkLst>
        <pc:spChg chg="mod">
          <ac:chgData name="Gusti Pangestu" userId="S::gusti.pangestu@binus.ac.id::7768735c-5c0d-4d9b-b550-ead0b3c82a30" providerId="AD" clId="Web-{720B1208-9882-69E9-F657-19234A5FB7AD}" dt="2022-11-07T04:02:17.091" v="138" actId="1076"/>
          <ac:spMkLst>
            <pc:docMk/>
            <pc:sldMk cId="4132436519" sldId="302"/>
            <ac:spMk id="2" creationId="{E4223A33-B402-D4B3-7F0B-4D83B155F8FB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01:54.668" v="136" actId="20577"/>
          <ac:spMkLst>
            <pc:docMk/>
            <pc:sldMk cId="4132436519" sldId="302"/>
            <ac:spMk id="3" creationId="{B3F8583D-BD57-8AAE-90C6-2141751B5207}"/>
          </ac:spMkLst>
        </pc:spChg>
        <pc:spChg chg="del mod">
          <ac:chgData name="Gusti Pangestu" userId="S::gusti.pangestu@binus.ac.id::7768735c-5c0d-4d9b-b550-ead0b3c82a30" providerId="AD" clId="Web-{720B1208-9882-69E9-F657-19234A5FB7AD}" dt="2022-11-07T04:02:12.278" v="137"/>
          <ac:spMkLst>
            <pc:docMk/>
            <pc:sldMk cId="4132436519" sldId="302"/>
            <ac:spMk id="4" creationId="{001CCB93-0BEC-A072-124D-9CB1E8E8BAB4}"/>
          </ac:spMkLst>
        </pc:spChg>
        <pc:picChg chg="add mod ord">
          <ac:chgData name="Gusti Pangestu" userId="S::gusti.pangestu@binus.ac.id::7768735c-5c0d-4d9b-b550-ead0b3c82a30" providerId="AD" clId="Web-{720B1208-9882-69E9-F657-19234A5FB7AD}" dt="2022-11-07T04:02:21.341" v="139" actId="1076"/>
          <ac:picMkLst>
            <pc:docMk/>
            <pc:sldMk cId="4132436519" sldId="302"/>
            <ac:picMk id="5" creationId="{6803A791-4174-5AF6-16A0-4FA8CF482533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4:02:44.232" v="142" actId="14100"/>
          <ac:picMkLst>
            <pc:docMk/>
            <pc:sldMk cId="4132436519" sldId="302"/>
            <ac:picMk id="6" creationId="{754B0C7E-2993-1CB6-01F6-46BE489DC6AA}"/>
          </ac:picMkLst>
        </pc:picChg>
      </pc:sldChg>
      <pc:sldChg chg="delSp modSp new mod modClrScheme chgLayout">
        <pc:chgData name="Gusti Pangestu" userId="S::gusti.pangestu@binus.ac.id::7768735c-5c0d-4d9b-b550-ead0b3c82a30" providerId="AD" clId="Web-{720B1208-9882-69E9-F657-19234A5FB7AD}" dt="2022-11-07T04:05:46.096" v="163" actId="20577"/>
        <pc:sldMkLst>
          <pc:docMk/>
          <pc:sldMk cId="4173901416" sldId="303"/>
        </pc:sldMkLst>
        <pc:spChg chg="mod ord">
          <ac:chgData name="Gusti Pangestu" userId="S::gusti.pangestu@binus.ac.id::7768735c-5c0d-4d9b-b550-ead0b3c82a30" providerId="AD" clId="Web-{720B1208-9882-69E9-F657-19234A5FB7AD}" dt="2022-11-07T04:03:05.107" v="151"/>
          <ac:spMkLst>
            <pc:docMk/>
            <pc:sldMk cId="4173901416" sldId="303"/>
            <ac:spMk id="2" creationId="{7FB49A5B-ECAF-EBBC-3873-FB348245361C}"/>
          </ac:spMkLst>
        </pc:spChg>
        <pc:spChg chg="mod ord">
          <ac:chgData name="Gusti Pangestu" userId="S::gusti.pangestu@binus.ac.id::7768735c-5c0d-4d9b-b550-ead0b3c82a30" providerId="AD" clId="Web-{720B1208-9882-69E9-F657-19234A5FB7AD}" dt="2022-11-07T04:05:46.096" v="163" actId="20577"/>
          <ac:spMkLst>
            <pc:docMk/>
            <pc:sldMk cId="4173901416" sldId="303"/>
            <ac:spMk id="3" creationId="{2A63F7BD-5F34-FF40-B3E7-06BA317A5E89}"/>
          </ac:spMkLst>
        </pc:spChg>
        <pc:spChg chg="del">
          <ac:chgData name="Gusti Pangestu" userId="S::gusti.pangestu@binus.ac.id::7768735c-5c0d-4d9b-b550-ead0b3c82a30" providerId="AD" clId="Web-{720B1208-9882-69E9-F657-19234A5FB7AD}" dt="2022-11-07T04:03:05.107" v="151"/>
          <ac:spMkLst>
            <pc:docMk/>
            <pc:sldMk cId="4173901416" sldId="303"/>
            <ac:spMk id="4" creationId="{4AE121A9-4D45-4B4A-803F-484E11F8DE77}"/>
          </ac:spMkLst>
        </pc:spChg>
      </pc:sldChg>
      <pc:sldChg chg="addSp delSp modSp new mod modClrScheme chgLayout">
        <pc:chgData name="Gusti Pangestu" userId="S::gusti.pangestu@binus.ac.id::7768735c-5c0d-4d9b-b550-ead0b3c82a30" providerId="AD" clId="Web-{720B1208-9882-69E9-F657-19234A5FB7AD}" dt="2022-11-07T04:13:23.512" v="188"/>
        <pc:sldMkLst>
          <pc:docMk/>
          <pc:sldMk cId="2940983348" sldId="304"/>
        </pc:sldMkLst>
        <pc:spChg chg="mod">
          <ac:chgData name="Gusti Pangestu" userId="S::gusti.pangestu@binus.ac.id::7768735c-5c0d-4d9b-b550-ead0b3c82a30" providerId="AD" clId="Web-{720B1208-9882-69E9-F657-19234A5FB7AD}" dt="2022-11-07T04:10:41.556" v="183"/>
          <ac:spMkLst>
            <pc:docMk/>
            <pc:sldMk cId="2940983348" sldId="304"/>
            <ac:spMk id="2" creationId="{C4788C68-CDFF-DA28-8C83-678B0CE52CE8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10:41.556" v="183"/>
          <ac:spMkLst>
            <pc:docMk/>
            <pc:sldMk cId="2940983348" sldId="304"/>
            <ac:spMk id="3" creationId="{C903FC3C-F322-D478-CB29-DB8CC921E64B}"/>
          </ac:spMkLst>
        </pc:spChg>
        <pc:spChg chg="add del mod">
          <ac:chgData name="Gusti Pangestu" userId="S::gusti.pangestu@binus.ac.id::7768735c-5c0d-4d9b-b550-ead0b3c82a30" providerId="AD" clId="Web-{720B1208-9882-69E9-F657-19234A5FB7AD}" dt="2022-11-07T04:13:23.512" v="188"/>
          <ac:spMkLst>
            <pc:docMk/>
            <pc:sldMk cId="2940983348" sldId="304"/>
            <ac:spMk id="5" creationId="{18185BE2-DC0A-FFB7-C401-9168162AC7BF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4:10:41.556" v="183"/>
          <ac:picMkLst>
            <pc:docMk/>
            <pc:sldMk cId="2940983348" sldId="304"/>
            <ac:picMk id="4" creationId="{567927FE-17B5-C96D-0D82-DB6D5753586F}"/>
          </ac:picMkLst>
        </pc:picChg>
      </pc:sldChg>
      <pc:sldChg chg="new">
        <pc:chgData name="Gusti Pangestu" userId="S::gusti.pangestu@binus.ac.id::7768735c-5c0d-4d9b-b550-ead0b3c82a30" providerId="AD" clId="Web-{720B1208-9882-69E9-F657-19234A5FB7AD}" dt="2022-11-07T04:10:44.821" v="184"/>
        <pc:sldMkLst>
          <pc:docMk/>
          <pc:sldMk cId="654897096" sldId="305"/>
        </pc:sldMkLst>
      </pc:sldChg>
      <pc:sldChg chg="addSp delSp modSp new">
        <pc:chgData name="Gusti Pangestu" userId="S::gusti.pangestu@binus.ac.id::7768735c-5c0d-4d9b-b550-ead0b3c82a30" providerId="AD" clId="Web-{720B1208-9882-69E9-F657-19234A5FB7AD}" dt="2022-11-07T04:14:14.951" v="199"/>
        <pc:sldMkLst>
          <pc:docMk/>
          <pc:sldMk cId="4236229230" sldId="306"/>
        </pc:sldMkLst>
        <pc:spChg chg="mod">
          <ac:chgData name="Gusti Pangestu" userId="S::gusti.pangestu@binus.ac.id::7768735c-5c0d-4d9b-b550-ead0b3c82a30" providerId="AD" clId="Web-{720B1208-9882-69E9-F657-19234A5FB7AD}" dt="2022-11-07T04:13:41.919" v="190" actId="20577"/>
          <ac:spMkLst>
            <pc:docMk/>
            <pc:sldMk cId="4236229230" sldId="306"/>
            <ac:spMk id="2" creationId="{7A3642D9-5425-D77F-4AA1-75B9612D826D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14:14.654" v="198" actId="20577"/>
          <ac:spMkLst>
            <pc:docMk/>
            <pc:sldMk cId="4236229230" sldId="306"/>
            <ac:spMk id="3" creationId="{7B356FCF-8845-F360-87D4-0F71479CE54C}"/>
          </ac:spMkLst>
        </pc:spChg>
        <pc:spChg chg="del mod">
          <ac:chgData name="Gusti Pangestu" userId="S::gusti.pangestu@binus.ac.id::7768735c-5c0d-4d9b-b550-ead0b3c82a30" providerId="AD" clId="Web-{720B1208-9882-69E9-F657-19234A5FB7AD}" dt="2022-11-07T04:14:14.951" v="199"/>
          <ac:spMkLst>
            <pc:docMk/>
            <pc:sldMk cId="4236229230" sldId="306"/>
            <ac:spMk id="4" creationId="{55E8D57B-6EE5-3B5B-F87A-C42C13E9B08D}"/>
          </ac:spMkLst>
        </pc:spChg>
        <pc:picChg chg="add mod ord">
          <ac:chgData name="Gusti Pangestu" userId="S::gusti.pangestu@binus.ac.id::7768735c-5c0d-4d9b-b550-ead0b3c82a30" providerId="AD" clId="Web-{720B1208-9882-69E9-F657-19234A5FB7AD}" dt="2022-11-07T04:14:14.951" v="199"/>
          <ac:picMkLst>
            <pc:docMk/>
            <pc:sldMk cId="4236229230" sldId="306"/>
            <ac:picMk id="5" creationId="{4829A912-79FA-DC2E-C81E-AC753C602E4E}"/>
          </ac:picMkLst>
        </pc:picChg>
      </pc:sldChg>
      <pc:sldChg chg="addSp delSp modSp new">
        <pc:chgData name="Gusti Pangestu" userId="S::gusti.pangestu@binus.ac.id::7768735c-5c0d-4d9b-b550-ead0b3c82a30" providerId="AD" clId="Web-{720B1208-9882-69E9-F657-19234A5FB7AD}" dt="2022-11-07T04:15:16.453" v="212" actId="1076"/>
        <pc:sldMkLst>
          <pc:docMk/>
          <pc:sldMk cId="868108864" sldId="307"/>
        </pc:sldMkLst>
        <pc:spChg chg="mod">
          <ac:chgData name="Gusti Pangestu" userId="S::gusti.pangestu@binus.ac.id::7768735c-5c0d-4d9b-b550-ead0b3c82a30" providerId="AD" clId="Web-{720B1208-9882-69E9-F657-19234A5FB7AD}" dt="2022-11-07T04:14:22.404" v="203" actId="20577"/>
          <ac:spMkLst>
            <pc:docMk/>
            <pc:sldMk cId="868108864" sldId="307"/>
            <ac:spMk id="2" creationId="{0E38D3F5-BD2C-FC62-AF24-18FFE2D734FF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14:51.046" v="206" actId="20577"/>
          <ac:spMkLst>
            <pc:docMk/>
            <pc:sldMk cId="868108864" sldId="307"/>
            <ac:spMk id="3" creationId="{557FB63A-8217-6916-BC46-32DB265A2C53}"/>
          </ac:spMkLst>
        </pc:spChg>
        <pc:spChg chg="del">
          <ac:chgData name="Gusti Pangestu" userId="S::gusti.pangestu@binus.ac.id::7768735c-5c0d-4d9b-b550-ead0b3c82a30" providerId="AD" clId="Web-{720B1208-9882-69E9-F657-19234A5FB7AD}" dt="2022-11-07T04:14:51.327" v="207"/>
          <ac:spMkLst>
            <pc:docMk/>
            <pc:sldMk cId="868108864" sldId="307"/>
            <ac:spMk id="4" creationId="{BC04992C-BAA4-B274-C21C-1D0323B8983A}"/>
          </ac:spMkLst>
        </pc:spChg>
        <pc:picChg chg="add mod ord">
          <ac:chgData name="Gusti Pangestu" userId="S::gusti.pangestu@binus.ac.id::7768735c-5c0d-4d9b-b550-ead0b3c82a30" providerId="AD" clId="Web-{720B1208-9882-69E9-F657-19234A5FB7AD}" dt="2022-11-07T04:14:55.655" v="208" actId="1076"/>
          <ac:picMkLst>
            <pc:docMk/>
            <pc:sldMk cId="868108864" sldId="307"/>
            <ac:picMk id="5" creationId="{F34513C8-457D-4A23-81AC-B500639EF016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4:15:16.453" v="212" actId="1076"/>
          <ac:picMkLst>
            <pc:docMk/>
            <pc:sldMk cId="868108864" sldId="307"/>
            <ac:picMk id="6" creationId="{C5EB86F0-47F2-AD2B-D956-D419E5AD164E}"/>
          </ac:picMkLst>
        </pc:picChg>
      </pc:sldChg>
    </pc:docChg>
  </pc:docChgLst>
  <pc:docChgLst>
    <pc:chgData name="Gusti Pangestu" userId="S::gusti.pangestu@binus.ac.id::7768735c-5c0d-4d9b-b550-ead0b3c82a30" providerId="AD" clId="Web-{731F4634-1767-D2F4-7CC6-A07A3265D8B4}"/>
    <pc:docChg chg="addSld delSld modSld modSection">
      <pc:chgData name="Gusti Pangestu" userId="S::gusti.pangestu@binus.ac.id::7768735c-5c0d-4d9b-b550-ead0b3c82a30" providerId="AD" clId="Web-{731F4634-1767-D2F4-7CC6-A07A3265D8B4}" dt="2022-11-16T09:04:49.353" v="338"/>
      <pc:docMkLst>
        <pc:docMk/>
      </pc:docMkLst>
      <pc:sldChg chg="modSp">
        <pc:chgData name="Gusti Pangestu" userId="S::gusti.pangestu@binus.ac.id::7768735c-5c0d-4d9b-b550-ead0b3c82a30" providerId="AD" clId="Web-{731F4634-1767-D2F4-7CC6-A07A3265D8B4}" dt="2022-11-16T06:52:16.105" v="163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731F4634-1767-D2F4-7CC6-A07A3265D8B4}" dt="2022-11-16T06:52:16.105" v="163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">
        <pc:chgData name="Gusti Pangestu" userId="S::gusti.pangestu@binus.ac.id::7768735c-5c0d-4d9b-b550-ead0b3c82a30" providerId="AD" clId="Web-{731F4634-1767-D2F4-7CC6-A07A3265D8B4}" dt="2022-11-16T03:44:46.518" v="2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731F4634-1767-D2F4-7CC6-A07A3265D8B4}" dt="2022-11-16T03:44:46.518" v="2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">
        <pc:chgData name="Gusti Pangestu" userId="S::gusti.pangestu@binus.ac.id::7768735c-5c0d-4d9b-b550-ead0b3c82a30" providerId="AD" clId="Web-{731F4634-1767-D2F4-7CC6-A07A3265D8B4}" dt="2022-11-16T03:46:24.802" v="43" actId="20577"/>
        <pc:sldMkLst>
          <pc:docMk/>
          <pc:sldMk cId="1765197454" sldId="291"/>
        </pc:sldMkLst>
        <pc:spChg chg="mod">
          <ac:chgData name="Gusti Pangestu" userId="S::gusti.pangestu@binus.ac.id::7768735c-5c0d-4d9b-b550-ead0b3c82a30" providerId="AD" clId="Web-{731F4634-1767-D2F4-7CC6-A07A3265D8B4}" dt="2022-11-16T03:45:30.051" v="31" actId="20577"/>
          <ac:spMkLst>
            <pc:docMk/>
            <pc:sldMk cId="1765197454" sldId="291"/>
            <ac:spMk id="2" creationId="{C6AEFE48-B198-A7D0-6348-3645566C3D8F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3:46:24.802" v="43" actId="20577"/>
          <ac:spMkLst>
            <pc:docMk/>
            <pc:sldMk cId="1765197454" sldId="291"/>
            <ac:spMk id="3" creationId="{F33AE568-5F8F-2D9A-B17F-CCA4C6721E18}"/>
          </ac:spMkLst>
        </pc:spChg>
      </pc:sldChg>
      <pc:sldChg chg="del">
        <pc:chgData name="Gusti Pangestu" userId="S::gusti.pangestu@binus.ac.id::7768735c-5c0d-4d9b-b550-ead0b3c82a30" providerId="AD" clId="Web-{731F4634-1767-D2F4-7CC6-A07A3265D8B4}" dt="2022-11-16T03:44:51.018" v="24"/>
        <pc:sldMkLst>
          <pc:docMk/>
          <pc:sldMk cId="2068043843" sldId="291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18" v="23"/>
        <pc:sldMkLst>
          <pc:docMk/>
          <pc:sldMk cId="181067477" sldId="292"/>
        </pc:sldMkLst>
      </pc:sldChg>
      <pc:sldChg chg="addSp delSp modSp new mod modClrScheme chgLayout">
        <pc:chgData name="Gusti Pangestu" userId="S::gusti.pangestu@binus.ac.id::7768735c-5c0d-4d9b-b550-ead0b3c82a30" providerId="AD" clId="Web-{731F4634-1767-D2F4-7CC6-A07A3265D8B4}" dt="2022-11-16T03:55:26.646" v="79" actId="14100"/>
        <pc:sldMkLst>
          <pc:docMk/>
          <pc:sldMk cId="3506783845" sldId="292"/>
        </pc:sldMkLst>
        <pc:spChg chg="del">
          <ac:chgData name="Gusti Pangestu" userId="S::gusti.pangestu@binus.ac.id::7768735c-5c0d-4d9b-b550-ead0b3c82a30" providerId="AD" clId="Web-{731F4634-1767-D2F4-7CC6-A07A3265D8B4}" dt="2022-11-16T03:47:31.789" v="45"/>
          <ac:spMkLst>
            <pc:docMk/>
            <pc:sldMk cId="3506783845" sldId="292"/>
            <ac:spMk id="2" creationId="{36CFE4A1-9406-F805-6272-1FD0F83B902A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3:55:06.989" v="74" actId="20577"/>
          <ac:spMkLst>
            <pc:docMk/>
            <pc:sldMk cId="3506783845" sldId="292"/>
            <ac:spMk id="3" creationId="{1A39E79B-87E1-4B48-741F-1094046F0F15}"/>
          </ac:spMkLst>
        </pc:spChg>
        <pc:spChg chg="add mod">
          <ac:chgData name="Gusti Pangestu" userId="S::gusti.pangestu@binus.ac.id::7768735c-5c0d-4d9b-b550-ead0b3c82a30" providerId="AD" clId="Web-{731F4634-1767-D2F4-7CC6-A07A3265D8B4}" dt="2022-11-16T03:48:06.415" v="65" actId="20577"/>
          <ac:spMkLst>
            <pc:docMk/>
            <pc:sldMk cId="3506783845" sldId="292"/>
            <ac:spMk id="9" creationId="{42BD2175-415E-7C5B-2CE2-49BCCF2158B2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3:54:56.645" v="67" actId="1076"/>
          <ac:picMkLst>
            <pc:docMk/>
            <pc:sldMk cId="3506783845" sldId="292"/>
            <ac:picMk id="4" creationId="{8FA40C1F-FC6B-210D-37FC-35A8B3231006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3:55:26.646" v="79" actId="14100"/>
          <ac:picMkLst>
            <pc:docMk/>
            <pc:sldMk cId="3506783845" sldId="292"/>
            <ac:picMk id="5" creationId="{D9078361-D59F-44AF-1B68-A4559F312AFD}"/>
          </ac:picMkLst>
        </pc:picChg>
      </pc:sldChg>
      <pc:sldChg chg="addSp delSp modSp new">
        <pc:chgData name="Gusti Pangestu" userId="S::gusti.pangestu@binus.ac.id::7768735c-5c0d-4d9b-b550-ead0b3c82a30" providerId="AD" clId="Web-{731F4634-1767-D2F4-7CC6-A07A3265D8B4}" dt="2022-11-16T04:12:46.692" v="116"/>
        <pc:sldMkLst>
          <pc:docMk/>
          <pc:sldMk cId="1023137893" sldId="293"/>
        </pc:sldMkLst>
        <pc:spChg chg="del">
          <ac:chgData name="Gusti Pangestu" userId="S::gusti.pangestu@binus.ac.id::7768735c-5c0d-4d9b-b550-ead0b3c82a30" providerId="AD" clId="Web-{731F4634-1767-D2F4-7CC6-A07A3265D8B4}" dt="2022-11-16T04:12:46.692" v="116"/>
          <ac:spMkLst>
            <pc:docMk/>
            <pc:sldMk cId="1023137893" sldId="293"/>
            <ac:spMk id="2" creationId="{5C5CAB32-3A7D-7E93-7521-4EEA73D57908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4:12:46.692" v="116"/>
          <ac:spMkLst>
            <pc:docMk/>
            <pc:sldMk cId="1023137893" sldId="293"/>
            <ac:spMk id="3" creationId="{520EB2C5-E55F-CF84-322E-5B3F67A92ED2}"/>
          </ac:spMkLst>
        </pc:spChg>
        <pc:spChg chg="del mod">
          <ac:chgData name="Gusti Pangestu" userId="S::gusti.pangestu@binus.ac.id::7768735c-5c0d-4d9b-b550-ead0b3c82a30" providerId="AD" clId="Web-{731F4634-1767-D2F4-7CC6-A07A3265D8B4}" dt="2022-11-16T04:12:43.864" v="115"/>
          <ac:spMkLst>
            <pc:docMk/>
            <pc:sldMk cId="1023137893" sldId="293"/>
            <ac:spMk id="4" creationId="{DB2E4289-FF07-CF4A-3B85-D33B1FDB1499}"/>
          </ac:spMkLst>
        </pc:spChg>
        <pc:spChg chg="add">
          <ac:chgData name="Gusti Pangestu" userId="S::gusti.pangestu@binus.ac.id::7768735c-5c0d-4d9b-b550-ead0b3c82a30" providerId="AD" clId="Web-{731F4634-1767-D2F4-7CC6-A07A3265D8B4}" dt="2022-11-16T04:12:46.692" v="116"/>
          <ac:spMkLst>
            <pc:docMk/>
            <pc:sldMk cId="1023137893" sldId="293"/>
            <ac:spMk id="10" creationId="{38C9C34E-D236-F09C-4A57-2242D77E2EAB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4:12:46.692" v="116"/>
          <ac:picMkLst>
            <pc:docMk/>
            <pc:sldMk cId="1023137893" sldId="293"/>
            <ac:picMk id="5" creationId="{48CF6B61-EBC5-CC21-A68A-E267F9CCDA10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22"/>
        <pc:sldMkLst>
          <pc:docMk/>
          <pc:sldMk cId="2629645314" sldId="293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4:10:31.329" v="101" actId="20577"/>
        <pc:sldMkLst>
          <pc:docMk/>
          <pc:sldMk cId="641680110" sldId="294"/>
        </pc:sldMkLst>
        <pc:spChg chg="mod">
          <ac:chgData name="Gusti Pangestu" userId="S::gusti.pangestu@binus.ac.id::7768735c-5c0d-4d9b-b550-ead0b3c82a30" providerId="AD" clId="Web-{731F4634-1767-D2F4-7CC6-A07A3265D8B4}" dt="2022-11-16T04:10:31.329" v="101" actId="20577"/>
          <ac:spMkLst>
            <pc:docMk/>
            <pc:sldMk cId="641680110" sldId="294"/>
            <ac:spMk id="2" creationId="{0FC8C279-7F77-79FE-FE69-7105421936B2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4:09:11.483" v="81"/>
          <ac:spMkLst>
            <pc:docMk/>
            <pc:sldMk cId="641680110" sldId="294"/>
            <ac:spMk id="3" creationId="{9CB0ABD9-9ED8-A2A9-65C4-A04978B57500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4:09:26.405" v="82"/>
          <ac:spMkLst>
            <pc:docMk/>
            <pc:sldMk cId="641680110" sldId="294"/>
            <ac:spMk id="4" creationId="{6E0ACB3A-68B2-0EB5-1FB8-1A990EBC903C}"/>
          </ac:spMkLst>
        </pc:spChg>
        <pc:spChg chg="add mod">
          <ac:chgData name="Gusti Pangestu" userId="S::gusti.pangestu@binus.ac.id::7768735c-5c0d-4d9b-b550-ead0b3c82a30" providerId="AD" clId="Web-{731F4634-1767-D2F4-7CC6-A07A3265D8B4}" dt="2022-11-16T04:10:20.297" v="94" actId="20577"/>
          <ac:spMkLst>
            <pc:docMk/>
            <pc:sldMk cId="641680110" sldId="294"/>
            <ac:spMk id="7" creationId="{A0DD2842-8BB9-0722-16A2-F59AA8BB06E0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4:09:30.452" v="83" actId="1076"/>
          <ac:picMkLst>
            <pc:docMk/>
            <pc:sldMk cId="641680110" sldId="294"/>
            <ac:picMk id="5" creationId="{FC05BE57-EF52-A221-6B6E-3DEFB1D18F84}"/>
          </ac:picMkLst>
        </pc:picChg>
        <pc:picChg chg="add mod ord">
          <ac:chgData name="Gusti Pangestu" userId="S::gusti.pangestu@binus.ac.id::7768735c-5c0d-4d9b-b550-ead0b3c82a30" providerId="AD" clId="Web-{731F4634-1767-D2F4-7CC6-A07A3265D8B4}" dt="2022-11-16T04:09:39.624" v="85" actId="14100"/>
          <ac:picMkLst>
            <pc:docMk/>
            <pc:sldMk cId="641680110" sldId="294"/>
            <ac:picMk id="6" creationId="{426166E8-DABA-3232-2936-3873B1C7C2F6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21"/>
        <pc:sldMkLst>
          <pc:docMk/>
          <pc:sldMk cId="3671522191" sldId="294"/>
        </pc:sldMkLst>
      </pc:sldChg>
      <pc:sldChg chg="delSp modSp new mod modClrScheme chgLayout">
        <pc:chgData name="Gusti Pangestu" userId="S::gusti.pangestu@binus.ac.id::7768735c-5c0d-4d9b-b550-ead0b3c82a30" providerId="AD" clId="Web-{731F4634-1767-D2F4-7CC6-A07A3265D8B4}" dt="2022-11-16T06:21:33.476" v="144" actId="20577"/>
        <pc:sldMkLst>
          <pc:docMk/>
          <pc:sldMk cId="1095013890" sldId="295"/>
        </pc:sldMkLst>
        <pc:spChg chg="mod ord">
          <ac:chgData name="Gusti Pangestu" userId="S::gusti.pangestu@binus.ac.id::7768735c-5c0d-4d9b-b550-ead0b3c82a30" providerId="AD" clId="Web-{731F4634-1767-D2F4-7CC6-A07A3265D8B4}" dt="2022-11-16T06:18:00.532" v="128"/>
          <ac:spMkLst>
            <pc:docMk/>
            <pc:sldMk cId="1095013890" sldId="295"/>
            <ac:spMk id="2" creationId="{7100939B-1912-19BF-95D6-921DA8E5B235}"/>
          </ac:spMkLst>
        </pc:spChg>
        <pc:spChg chg="mod ord">
          <ac:chgData name="Gusti Pangestu" userId="S::gusti.pangestu@binus.ac.id::7768735c-5c0d-4d9b-b550-ead0b3c82a30" providerId="AD" clId="Web-{731F4634-1767-D2F4-7CC6-A07A3265D8B4}" dt="2022-11-16T06:21:33.476" v="144" actId="20577"/>
          <ac:spMkLst>
            <pc:docMk/>
            <pc:sldMk cId="1095013890" sldId="295"/>
            <ac:spMk id="3" creationId="{5650DAAE-99C8-24A7-E56D-EAA1743C11FF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6:18:00.532" v="128"/>
          <ac:spMkLst>
            <pc:docMk/>
            <pc:sldMk cId="1095013890" sldId="295"/>
            <ac:spMk id="4" creationId="{60A15FCE-373F-3B54-4AA8-57A3AB4F4236}"/>
          </ac:spMkLst>
        </pc:spChg>
      </pc:sldChg>
      <pc:sldChg chg="del">
        <pc:chgData name="Gusti Pangestu" userId="S::gusti.pangestu@binus.ac.id::7768735c-5c0d-4d9b-b550-ead0b3c82a30" providerId="AD" clId="Web-{731F4634-1767-D2F4-7CC6-A07A3265D8B4}" dt="2022-11-16T03:44:51.018" v="20"/>
        <pc:sldMkLst>
          <pc:docMk/>
          <pc:sldMk cId="3854135633" sldId="295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6:48:45.911" v="158" actId="14100"/>
        <pc:sldMkLst>
          <pc:docMk/>
          <pc:sldMk cId="1426729290" sldId="296"/>
        </pc:sldMkLst>
        <pc:spChg chg="del">
          <ac:chgData name="Gusti Pangestu" userId="S::gusti.pangestu@binus.ac.id::7768735c-5c0d-4d9b-b550-ead0b3c82a30" providerId="AD" clId="Web-{731F4634-1767-D2F4-7CC6-A07A3265D8B4}" dt="2022-11-16T06:48:01.238" v="149"/>
          <ac:spMkLst>
            <pc:docMk/>
            <pc:sldMk cId="1426729290" sldId="296"/>
            <ac:spMk id="2" creationId="{242478C7-E247-30D8-8F9A-E97E58D4AB4A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6:48:16.019" v="152" actId="20577"/>
          <ac:spMkLst>
            <pc:docMk/>
            <pc:sldMk cId="1426729290" sldId="296"/>
            <ac:spMk id="3" creationId="{554427B2-CDB4-2368-779F-A6E43BE8B3B8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6:48:21.519" v="155" actId="1076"/>
          <ac:picMkLst>
            <pc:docMk/>
            <pc:sldMk cId="1426729290" sldId="296"/>
            <ac:picMk id="4" creationId="{06E7C50C-11F7-416A-B4B7-B918E750DE59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6:48:45.911" v="158" actId="14100"/>
          <ac:picMkLst>
            <pc:docMk/>
            <pc:sldMk cId="1426729290" sldId="296"/>
            <ac:picMk id="5" creationId="{B2C445F9-F2F5-9D34-26B5-9CE6707E1A36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9"/>
        <pc:sldMkLst>
          <pc:docMk/>
          <pc:sldMk cId="2826040258" sldId="296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18" v="18"/>
        <pc:sldMkLst>
          <pc:docMk/>
          <pc:sldMk cId="1902739993" sldId="297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7:08:19.385" v="176" actId="14100"/>
        <pc:sldMkLst>
          <pc:docMk/>
          <pc:sldMk cId="2467367817" sldId="297"/>
        </pc:sldMkLst>
        <pc:spChg chg="del">
          <ac:chgData name="Gusti Pangestu" userId="S::gusti.pangestu@binus.ac.id::7768735c-5c0d-4d9b-b550-ead0b3c82a30" providerId="AD" clId="Web-{731F4634-1767-D2F4-7CC6-A07A3265D8B4}" dt="2022-11-16T07:07:32.805" v="169"/>
          <ac:spMkLst>
            <pc:docMk/>
            <pc:sldMk cId="2467367817" sldId="297"/>
            <ac:spMk id="2" creationId="{98625238-0B54-6570-ACD5-C6A452E4C664}"/>
          </ac:spMkLst>
        </pc:spChg>
        <pc:spChg chg="del mod">
          <ac:chgData name="Gusti Pangestu" userId="S::gusti.pangestu@binus.ac.id::7768735c-5c0d-4d9b-b550-ead0b3c82a30" providerId="AD" clId="Web-{731F4634-1767-D2F4-7CC6-A07A3265D8B4}" dt="2022-11-16T07:07:30.540" v="168"/>
          <ac:spMkLst>
            <pc:docMk/>
            <pc:sldMk cId="2467367817" sldId="297"/>
            <ac:spMk id="3" creationId="{0148FB59-FC9E-32D3-F65B-5FD2F2C11B8C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7:08:11.228" v="174" actId="1076"/>
          <ac:picMkLst>
            <pc:docMk/>
            <pc:sldMk cId="2467367817" sldId="297"/>
            <ac:picMk id="4" creationId="{B69FD141-4ADF-0E94-5691-6D65F816092A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7:08:19.385" v="176" actId="14100"/>
          <ac:picMkLst>
            <pc:docMk/>
            <pc:sldMk cId="2467367817" sldId="297"/>
            <ac:picMk id="5" creationId="{DBEC9A96-CCA2-A5B6-7D80-ED75F06BC947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7"/>
        <pc:sldMkLst>
          <pc:docMk/>
          <pc:sldMk cId="502453303" sldId="298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7:08:51.433" v="181" actId="1076"/>
        <pc:sldMkLst>
          <pc:docMk/>
          <pc:sldMk cId="3078249726" sldId="298"/>
        </pc:sldMkLst>
        <pc:spChg chg="del">
          <ac:chgData name="Gusti Pangestu" userId="S::gusti.pangestu@binus.ac.id::7768735c-5c0d-4d9b-b550-ead0b3c82a30" providerId="AD" clId="Web-{731F4634-1767-D2F4-7CC6-A07A3265D8B4}" dt="2022-11-16T07:08:42.620" v="179"/>
          <ac:spMkLst>
            <pc:docMk/>
            <pc:sldMk cId="3078249726" sldId="298"/>
            <ac:spMk id="2" creationId="{BEEADEF4-0DF7-CFBC-AE6C-9B1075BB18C7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7:08:41.057" v="178"/>
          <ac:spMkLst>
            <pc:docMk/>
            <pc:sldMk cId="3078249726" sldId="298"/>
            <ac:spMk id="3" creationId="{3F30634D-7B25-15EB-39BB-86FDF61CA206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7:08:51.433" v="181" actId="1076"/>
          <ac:picMkLst>
            <pc:docMk/>
            <pc:sldMk cId="3078249726" sldId="298"/>
            <ac:picMk id="4" creationId="{44284CFD-DE57-8570-D06B-E11E3A0A1F6A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6"/>
        <pc:sldMkLst>
          <pc:docMk/>
          <pc:sldMk cId="1410539918" sldId="299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7:13:08.566" v="203" actId="1076"/>
        <pc:sldMkLst>
          <pc:docMk/>
          <pc:sldMk cId="2189213575" sldId="299"/>
        </pc:sldMkLst>
        <pc:spChg chg="mod">
          <ac:chgData name="Gusti Pangestu" userId="S::gusti.pangestu@binus.ac.id::7768735c-5c0d-4d9b-b550-ead0b3c82a30" providerId="AD" clId="Web-{731F4634-1767-D2F4-7CC6-A07A3265D8B4}" dt="2022-11-16T07:09:10.715" v="186" actId="20577"/>
          <ac:spMkLst>
            <pc:docMk/>
            <pc:sldMk cId="2189213575" sldId="299"/>
            <ac:spMk id="2" creationId="{734F4BEC-FF96-FC5A-72BF-D005EC927A1B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13:01.065" v="199" actId="20577"/>
          <ac:spMkLst>
            <pc:docMk/>
            <pc:sldMk cId="2189213575" sldId="299"/>
            <ac:spMk id="3" creationId="{C5DD9761-A642-A353-EF97-9A7E84B0FF2B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13:08.566" v="203" actId="1076"/>
          <ac:picMkLst>
            <pc:docMk/>
            <pc:sldMk cId="2189213575" sldId="299"/>
            <ac:picMk id="4" creationId="{96E8037A-0C22-E2D9-A5FC-56FE0ACCC0A1}"/>
          </ac:picMkLst>
        </pc:picChg>
      </pc:sldChg>
      <pc:sldChg chg="addSp modSp new">
        <pc:chgData name="Gusti Pangestu" userId="S::gusti.pangestu@binus.ac.id::7768735c-5c0d-4d9b-b550-ead0b3c82a30" providerId="AD" clId="Web-{731F4634-1767-D2F4-7CC6-A07A3265D8B4}" dt="2022-11-16T07:15:29.195" v="228" actId="1076"/>
        <pc:sldMkLst>
          <pc:docMk/>
          <pc:sldMk cId="544600065" sldId="300"/>
        </pc:sldMkLst>
        <pc:spChg chg="mod">
          <ac:chgData name="Gusti Pangestu" userId="S::gusti.pangestu@binus.ac.id::7768735c-5c0d-4d9b-b550-ead0b3c82a30" providerId="AD" clId="Web-{731F4634-1767-D2F4-7CC6-A07A3265D8B4}" dt="2022-11-16T07:15:17.476" v="223" actId="20577"/>
          <ac:spMkLst>
            <pc:docMk/>
            <pc:sldMk cId="544600065" sldId="300"/>
            <ac:spMk id="3" creationId="{D31BE830-678B-32CF-F6B1-2A4E5A562297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15:29.195" v="228" actId="1076"/>
          <ac:picMkLst>
            <pc:docMk/>
            <pc:sldMk cId="544600065" sldId="300"/>
            <ac:picMk id="4" creationId="{FAD6B162-DC52-932A-C804-8456E0A32335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7:15:24.929" v="227" actId="1076"/>
          <ac:picMkLst>
            <pc:docMk/>
            <pc:sldMk cId="544600065" sldId="300"/>
            <ac:picMk id="5" creationId="{1FABD6B4-5197-FD27-D5F8-C36F8ACE2A8D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5"/>
        <pc:sldMkLst>
          <pc:docMk/>
          <pc:sldMk cId="1225882195" sldId="300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7:17:25.652" v="244" actId="14100"/>
        <pc:sldMkLst>
          <pc:docMk/>
          <pc:sldMk cId="1266768660" sldId="301"/>
        </pc:sldMkLst>
        <pc:spChg chg="mod">
          <ac:chgData name="Gusti Pangestu" userId="S::gusti.pangestu@binus.ac.id::7768735c-5c0d-4d9b-b550-ead0b3c82a30" providerId="AD" clId="Web-{731F4634-1767-D2F4-7CC6-A07A3265D8B4}" dt="2022-11-16T07:17:01.604" v="240" actId="1076"/>
          <ac:spMkLst>
            <pc:docMk/>
            <pc:sldMk cId="1266768660" sldId="301"/>
            <ac:spMk id="2" creationId="{D56D5314-8D63-3544-5356-087309CC5B3F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7:16:54.604" v="238"/>
          <ac:spMkLst>
            <pc:docMk/>
            <pc:sldMk cId="1266768660" sldId="301"/>
            <ac:spMk id="3" creationId="{F52FBCE7-312C-F590-8B83-3E6D7C595064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7:17:05.151" v="241" actId="1076"/>
          <ac:picMkLst>
            <pc:docMk/>
            <pc:sldMk cId="1266768660" sldId="301"/>
            <ac:picMk id="4" creationId="{7B1D36CD-AEEE-24E1-8387-7E2447E64F9E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7:17:25.652" v="244" actId="14100"/>
          <ac:picMkLst>
            <pc:docMk/>
            <pc:sldMk cId="1266768660" sldId="301"/>
            <ac:picMk id="5" creationId="{4C6688EE-4659-4479-0BFA-E533428031B6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4"/>
        <pc:sldMkLst>
          <pc:docMk/>
          <pc:sldMk cId="2716777333" sldId="301"/>
        </pc:sldMkLst>
      </pc:sldChg>
      <pc:sldChg chg="modSp new">
        <pc:chgData name="Gusti Pangestu" userId="S::gusti.pangestu@binus.ac.id::7768735c-5c0d-4d9b-b550-ead0b3c82a30" providerId="AD" clId="Web-{731F4634-1767-D2F4-7CC6-A07A3265D8B4}" dt="2022-11-16T07:20:15.860" v="267" actId="20577"/>
        <pc:sldMkLst>
          <pc:docMk/>
          <pc:sldMk cId="343948354" sldId="302"/>
        </pc:sldMkLst>
        <pc:spChg chg="mod">
          <ac:chgData name="Gusti Pangestu" userId="S::gusti.pangestu@binus.ac.id::7768735c-5c0d-4d9b-b550-ead0b3c82a30" providerId="AD" clId="Web-{731F4634-1767-D2F4-7CC6-A07A3265D8B4}" dt="2022-11-16T07:18:06.950" v="253" actId="20577"/>
          <ac:spMkLst>
            <pc:docMk/>
            <pc:sldMk cId="343948354" sldId="302"/>
            <ac:spMk id="2" creationId="{BEF17AE5-D4FA-DC3C-0C82-FF47F4E7F62C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20:15.860" v="267" actId="20577"/>
          <ac:spMkLst>
            <pc:docMk/>
            <pc:sldMk cId="343948354" sldId="302"/>
            <ac:spMk id="3" creationId="{3D73FCDC-7A65-65FC-949F-057302CC64F2}"/>
          </ac:spMkLst>
        </pc:spChg>
      </pc:sldChg>
      <pc:sldChg chg="del">
        <pc:chgData name="Gusti Pangestu" userId="S::gusti.pangestu@binus.ac.id::7768735c-5c0d-4d9b-b550-ead0b3c82a30" providerId="AD" clId="Web-{731F4634-1767-D2F4-7CC6-A07A3265D8B4}" dt="2022-11-16T03:44:51.018" v="13"/>
        <pc:sldMkLst>
          <pc:docMk/>
          <pc:sldMk cId="2251878460" sldId="302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12"/>
        <pc:sldMkLst>
          <pc:docMk/>
          <pc:sldMk cId="1301941771" sldId="303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7:33:51.823" v="291" actId="20577"/>
        <pc:sldMkLst>
          <pc:docMk/>
          <pc:sldMk cId="2107620240" sldId="303"/>
        </pc:sldMkLst>
        <pc:spChg chg="mod">
          <ac:chgData name="Gusti Pangestu" userId="S::gusti.pangestu@binus.ac.id::7768735c-5c0d-4d9b-b550-ead0b3c82a30" providerId="AD" clId="Web-{731F4634-1767-D2F4-7CC6-A07A3265D8B4}" dt="2022-11-16T07:20:29.361" v="275" actId="20577"/>
          <ac:spMkLst>
            <pc:docMk/>
            <pc:sldMk cId="2107620240" sldId="303"/>
            <ac:spMk id="2" creationId="{40412AD6-D1BA-E58F-7F6F-2E3D1373C327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33:51.823" v="291" actId="20577"/>
          <ac:spMkLst>
            <pc:docMk/>
            <pc:sldMk cId="2107620240" sldId="303"/>
            <ac:spMk id="3" creationId="{14C480D8-B923-1314-2CB0-DA2573F6504E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23:35.554" v="289" actId="14100"/>
          <ac:picMkLst>
            <pc:docMk/>
            <pc:sldMk cId="2107620240" sldId="303"/>
            <ac:picMk id="4" creationId="{6D89184F-062B-2AB2-7AE8-E1EFED30DFF9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03" v="11"/>
        <pc:sldMkLst>
          <pc:docMk/>
          <pc:sldMk cId="2438179628" sldId="304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7:34:25.121" v="308" actId="1076"/>
        <pc:sldMkLst>
          <pc:docMk/>
          <pc:sldMk cId="3568005129" sldId="304"/>
        </pc:sldMkLst>
        <pc:spChg chg="mod">
          <ac:chgData name="Gusti Pangestu" userId="S::gusti.pangestu@binus.ac.id::7768735c-5c0d-4d9b-b550-ead0b3c82a30" providerId="AD" clId="Web-{731F4634-1767-D2F4-7CC6-A07A3265D8B4}" dt="2022-11-16T07:33:58.558" v="299" actId="20577"/>
          <ac:spMkLst>
            <pc:docMk/>
            <pc:sldMk cId="3568005129" sldId="304"/>
            <ac:spMk id="2" creationId="{0ABA6406-6C6F-F42B-06FC-2935C32410F2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34:14.136" v="304" actId="20577"/>
          <ac:spMkLst>
            <pc:docMk/>
            <pc:sldMk cId="3568005129" sldId="304"/>
            <ac:spMk id="3" creationId="{558F34B3-97EC-1A5E-9481-CB5D8EECD8CE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34:25.121" v="308" actId="1076"/>
          <ac:picMkLst>
            <pc:docMk/>
            <pc:sldMk cId="3568005129" sldId="304"/>
            <ac:picMk id="4" creationId="{E38E4BB8-98D8-001F-2C9A-48D4A7B94204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03" v="10"/>
        <pc:sldMkLst>
          <pc:docMk/>
          <pc:sldMk cId="108455753" sldId="305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8:26:19.892" v="336" actId="1076"/>
        <pc:sldMkLst>
          <pc:docMk/>
          <pc:sldMk cId="4266244157" sldId="305"/>
        </pc:sldMkLst>
        <pc:spChg chg="mod">
          <ac:chgData name="Gusti Pangestu" userId="S::gusti.pangestu@binus.ac.id::7768735c-5c0d-4d9b-b550-ead0b3c82a30" providerId="AD" clId="Web-{731F4634-1767-D2F4-7CC6-A07A3265D8B4}" dt="2022-11-16T08:23:34.389" v="313" actId="20577"/>
          <ac:spMkLst>
            <pc:docMk/>
            <pc:sldMk cId="4266244157" sldId="305"/>
            <ac:spMk id="2" creationId="{DF7DB8E3-4B60-7295-4CA7-C700B0C346BB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8:25:51.829" v="328" actId="20577"/>
          <ac:spMkLst>
            <pc:docMk/>
            <pc:sldMk cId="4266244157" sldId="305"/>
            <ac:spMk id="3" creationId="{B9B3F310-DB13-554A-DF83-9FE33199F320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8:25:58.985" v="331" actId="1076"/>
          <ac:picMkLst>
            <pc:docMk/>
            <pc:sldMk cId="4266244157" sldId="305"/>
            <ac:picMk id="4" creationId="{65809364-FAD9-5625-CB13-B1668C141F3F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8:26:19.892" v="336" actId="1076"/>
          <ac:picMkLst>
            <pc:docMk/>
            <pc:sldMk cId="4266244157" sldId="305"/>
            <ac:picMk id="5" creationId="{AB2E43D3-8198-3823-0B7D-162447927C6A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03" v="9"/>
        <pc:sldMkLst>
          <pc:docMk/>
          <pc:sldMk cId="1495215192" sldId="306"/>
        </pc:sldMkLst>
      </pc:sldChg>
      <pc:sldChg chg="new del">
        <pc:chgData name="Gusti Pangestu" userId="S::gusti.pangestu@binus.ac.id::7768735c-5c0d-4d9b-b550-ead0b3c82a30" providerId="AD" clId="Web-{731F4634-1767-D2F4-7CC6-A07A3265D8B4}" dt="2022-11-16T09:04:49.353" v="338"/>
        <pc:sldMkLst>
          <pc:docMk/>
          <pc:sldMk cId="2404527220" sldId="306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8"/>
        <pc:sldMkLst>
          <pc:docMk/>
          <pc:sldMk cId="1670407441" sldId="307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7"/>
        <pc:sldMkLst>
          <pc:docMk/>
          <pc:sldMk cId="939406171" sldId="308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6"/>
        <pc:sldMkLst>
          <pc:docMk/>
          <pc:sldMk cId="3236511058" sldId="309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5"/>
        <pc:sldMkLst>
          <pc:docMk/>
          <pc:sldMk cId="378526677" sldId="310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4"/>
        <pc:sldMkLst>
          <pc:docMk/>
          <pc:sldMk cId="2156523057" sldId="311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3"/>
        <pc:sldMkLst>
          <pc:docMk/>
          <pc:sldMk cId="1063536070" sldId="312"/>
        </pc:sldMkLst>
      </pc:sldChg>
    </pc:docChg>
  </pc:docChgLst>
  <pc:docChgLst>
    <pc:chgData name="Gusti Pangestu" userId="7768735c-5c0d-4d9b-b550-ead0b3c82a30" providerId="ADAL" clId="{0B80913C-9141-48A1-9615-3AD8240D9FFA}"/>
    <pc:docChg chg="undo custSel addSld modSld modSection">
      <pc:chgData name="Gusti Pangestu" userId="7768735c-5c0d-4d9b-b550-ead0b3c82a30" providerId="ADAL" clId="{0B80913C-9141-48A1-9615-3AD8240D9FFA}" dt="2022-12-12T03:53:32.222" v="349" actId="1076"/>
      <pc:docMkLst>
        <pc:docMk/>
      </pc:docMkLst>
      <pc:sldChg chg="modSp mod">
        <pc:chgData name="Gusti Pangestu" userId="7768735c-5c0d-4d9b-b550-ead0b3c82a30" providerId="ADAL" clId="{0B80913C-9141-48A1-9615-3AD8240D9FFA}" dt="2022-12-12T02:11:43.505" v="49" actId="20577"/>
        <pc:sldMkLst>
          <pc:docMk/>
          <pc:sldMk cId="109857222" sldId="258"/>
        </pc:sldMkLst>
        <pc:spChg chg="mod">
          <ac:chgData name="Gusti Pangestu" userId="7768735c-5c0d-4d9b-b550-ead0b3c82a30" providerId="ADAL" clId="{0B80913C-9141-48A1-9615-3AD8240D9FFA}" dt="2022-12-12T02:11:43.505" v="49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addSp delSp modSp new mod">
        <pc:chgData name="Gusti Pangestu" userId="7768735c-5c0d-4d9b-b550-ead0b3c82a30" providerId="ADAL" clId="{0B80913C-9141-48A1-9615-3AD8240D9FFA}" dt="2022-12-12T02:05:46.829" v="8" actId="1076"/>
        <pc:sldMkLst>
          <pc:docMk/>
          <pc:sldMk cId="3050537162" sldId="294"/>
        </pc:sldMkLst>
        <pc:spChg chg="del">
          <ac:chgData name="Gusti Pangestu" userId="7768735c-5c0d-4d9b-b550-ead0b3c82a30" providerId="ADAL" clId="{0B80913C-9141-48A1-9615-3AD8240D9FFA}" dt="2022-12-12T02:05:34.987" v="4" actId="478"/>
          <ac:spMkLst>
            <pc:docMk/>
            <pc:sldMk cId="3050537162" sldId="294"/>
            <ac:spMk id="2" creationId="{892A4006-D196-B689-F5F0-08D71F99A9D1}"/>
          </ac:spMkLst>
        </pc:spChg>
        <pc:spChg chg="del">
          <ac:chgData name="Gusti Pangestu" userId="7768735c-5c0d-4d9b-b550-ead0b3c82a30" providerId="ADAL" clId="{0B80913C-9141-48A1-9615-3AD8240D9FFA}" dt="2022-12-12T02:05:18.277" v="1" actId="22"/>
          <ac:spMkLst>
            <pc:docMk/>
            <pc:sldMk cId="3050537162" sldId="294"/>
            <ac:spMk id="3" creationId="{88960190-BE82-7EA2-4936-688F8298DF42}"/>
          </ac:spMkLst>
        </pc:spChg>
        <pc:picChg chg="add mod ord">
          <ac:chgData name="Gusti Pangestu" userId="7768735c-5c0d-4d9b-b550-ead0b3c82a30" providerId="ADAL" clId="{0B80913C-9141-48A1-9615-3AD8240D9FFA}" dt="2022-12-12T02:05:46.829" v="8" actId="1076"/>
          <ac:picMkLst>
            <pc:docMk/>
            <pc:sldMk cId="3050537162" sldId="294"/>
            <ac:picMk id="5" creationId="{399FAEA7-F335-BEA8-B991-AD18C770AF93}"/>
          </ac:picMkLst>
        </pc:picChg>
        <pc:picChg chg="add mod">
          <ac:chgData name="Gusti Pangestu" userId="7768735c-5c0d-4d9b-b550-ead0b3c82a30" providerId="ADAL" clId="{0B80913C-9141-48A1-9615-3AD8240D9FFA}" dt="2022-12-12T02:05:46.829" v="8" actId="1076"/>
          <ac:picMkLst>
            <pc:docMk/>
            <pc:sldMk cId="3050537162" sldId="294"/>
            <ac:picMk id="7" creationId="{5E5537F6-EC25-684E-B1F4-B7E03345420B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2:14:34.605" v="72" actId="403"/>
        <pc:sldMkLst>
          <pc:docMk/>
          <pc:sldMk cId="212346741" sldId="295"/>
        </pc:sldMkLst>
        <pc:spChg chg="del">
          <ac:chgData name="Gusti Pangestu" userId="7768735c-5c0d-4d9b-b550-ead0b3c82a30" providerId="ADAL" clId="{0B80913C-9141-48A1-9615-3AD8240D9FFA}" dt="2022-12-12T02:12:52.551" v="51" actId="478"/>
          <ac:spMkLst>
            <pc:docMk/>
            <pc:sldMk cId="212346741" sldId="295"/>
            <ac:spMk id="2" creationId="{49836011-42E6-2774-6717-CC83CF8A102C}"/>
          </ac:spMkLst>
        </pc:spChg>
        <pc:spChg chg="del">
          <ac:chgData name="Gusti Pangestu" userId="7768735c-5c0d-4d9b-b550-ead0b3c82a30" providerId="ADAL" clId="{0B80913C-9141-48A1-9615-3AD8240D9FFA}" dt="2022-12-12T02:12:50.684" v="50" actId="22"/>
          <ac:spMkLst>
            <pc:docMk/>
            <pc:sldMk cId="212346741" sldId="295"/>
            <ac:spMk id="3" creationId="{D76537D0-F48E-B484-AFE9-BBBFA78B47BD}"/>
          </ac:spMkLst>
        </pc:spChg>
        <pc:spChg chg="add mod">
          <ac:chgData name="Gusti Pangestu" userId="7768735c-5c0d-4d9b-b550-ead0b3c82a30" providerId="ADAL" clId="{0B80913C-9141-48A1-9615-3AD8240D9FFA}" dt="2022-12-12T02:14:34.605" v="72" actId="403"/>
          <ac:spMkLst>
            <pc:docMk/>
            <pc:sldMk cId="212346741" sldId="295"/>
            <ac:spMk id="7" creationId="{14378194-9ECB-BD4F-8B1A-D16D65F64F6C}"/>
          </ac:spMkLst>
        </pc:spChg>
        <pc:spChg chg="add del mod">
          <ac:chgData name="Gusti Pangestu" userId="7768735c-5c0d-4d9b-b550-ead0b3c82a30" providerId="ADAL" clId="{0B80913C-9141-48A1-9615-3AD8240D9FFA}" dt="2022-12-12T02:13:47.306" v="59" actId="26606"/>
          <ac:spMkLst>
            <pc:docMk/>
            <pc:sldMk cId="212346741" sldId="295"/>
            <ac:spMk id="12" creationId="{663B33F0-D930-E9CE-C808-4E1D0B626E26}"/>
          </ac:spMkLst>
        </pc:spChg>
        <pc:spChg chg="add del mod">
          <ac:chgData name="Gusti Pangestu" userId="7768735c-5c0d-4d9b-b550-ead0b3c82a30" providerId="ADAL" clId="{0B80913C-9141-48A1-9615-3AD8240D9FFA}" dt="2022-12-12T02:13:50.479" v="61" actId="26606"/>
          <ac:spMkLst>
            <pc:docMk/>
            <pc:sldMk cId="212346741" sldId="295"/>
            <ac:spMk id="14" creationId="{4E689AEF-5C0A-0085-8F04-4105CA1BBDF2}"/>
          </ac:spMkLst>
        </pc:spChg>
        <pc:spChg chg="add del mod">
          <ac:chgData name="Gusti Pangestu" userId="7768735c-5c0d-4d9b-b550-ead0b3c82a30" providerId="ADAL" clId="{0B80913C-9141-48A1-9615-3AD8240D9FFA}" dt="2022-12-12T02:13:55.947" v="63" actId="478"/>
          <ac:spMkLst>
            <pc:docMk/>
            <pc:sldMk cId="212346741" sldId="295"/>
            <ac:spMk id="16" creationId="{63DDE51E-BDE0-B984-4E8F-69A2B519EDD4}"/>
          </ac:spMkLst>
        </pc:spChg>
        <pc:picChg chg="add mod ord">
          <ac:chgData name="Gusti Pangestu" userId="7768735c-5c0d-4d9b-b550-ead0b3c82a30" providerId="ADAL" clId="{0B80913C-9141-48A1-9615-3AD8240D9FFA}" dt="2022-12-12T02:13:50.484" v="62" actId="26606"/>
          <ac:picMkLst>
            <pc:docMk/>
            <pc:sldMk cId="212346741" sldId="295"/>
            <ac:picMk id="5" creationId="{CFE7A31F-48F6-E2E6-2E71-6D130F1F1E85}"/>
          </ac:picMkLst>
        </pc:picChg>
      </pc:sldChg>
      <pc:sldChg chg="addSp delSp modSp new mod">
        <pc:chgData name="Gusti Pangestu" userId="7768735c-5c0d-4d9b-b550-ead0b3c82a30" providerId="ADAL" clId="{0B80913C-9141-48A1-9615-3AD8240D9FFA}" dt="2022-12-12T02:17:09.521" v="112" actId="1076"/>
        <pc:sldMkLst>
          <pc:docMk/>
          <pc:sldMk cId="2711160603" sldId="296"/>
        </pc:sldMkLst>
        <pc:spChg chg="mod">
          <ac:chgData name="Gusti Pangestu" userId="7768735c-5c0d-4d9b-b550-ead0b3c82a30" providerId="ADAL" clId="{0B80913C-9141-48A1-9615-3AD8240D9FFA}" dt="2022-12-12T02:16:40.033" v="104" actId="1076"/>
          <ac:spMkLst>
            <pc:docMk/>
            <pc:sldMk cId="2711160603" sldId="296"/>
            <ac:spMk id="2" creationId="{7B5B5DC4-BB34-33F6-8705-47A751A13923}"/>
          </ac:spMkLst>
        </pc:spChg>
        <pc:spChg chg="del">
          <ac:chgData name="Gusti Pangestu" userId="7768735c-5c0d-4d9b-b550-ead0b3c82a30" providerId="ADAL" clId="{0B80913C-9141-48A1-9615-3AD8240D9FFA}" dt="2022-12-12T02:15:20.617" v="95" actId="22"/>
          <ac:spMkLst>
            <pc:docMk/>
            <pc:sldMk cId="2711160603" sldId="296"/>
            <ac:spMk id="3" creationId="{8AECEA67-D4B7-585F-FDC3-9F99D8B2637B}"/>
          </ac:spMkLst>
        </pc:spChg>
        <pc:spChg chg="add mod">
          <ac:chgData name="Gusti Pangestu" userId="7768735c-5c0d-4d9b-b550-ead0b3c82a30" providerId="ADAL" clId="{0B80913C-9141-48A1-9615-3AD8240D9FFA}" dt="2022-12-12T02:17:02.418" v="111" actId="1076"/>
          <ac:spMkLst>
            <pc:docMk/>
            <pc:sldMk cId="2711160603" sldId="296"/>
            <ac:spMk id="7" creationId="{8C436E05-68D5-A5A7-1067-C44F4433C140}"/>
          </ac:spMkLst>
        </pc:spChg>
        <pc:picChg chg="add mod ord">
          <ac:chgData name="Gusti Pangestu" userId="7768735c-5c0d-4d9b-b550-ead0b3c82a30" providerId="ADAL" clId="{0B80913C-9141-48A1-9615-3AD8240D9FFA}" dt="2022-12-12T02:16:49.347" v="107" actId="14100"/>
          <ac:picMkLst>
            <pc:docMk/>
            <pc:sldMk cId="2711160603" sldId="296"/>
            <ac:picMk id="5" creationId="{56714170-3595-CB2C-9DBB-020B35D6E9D4}"/>
          </ac:picMkLst>
        </pc:picChg>
        <pc:picChg chg="add mod">
          <ac:chgData name="Gusti Pangestu" userId="7768735c-5c0d-4d9b-b550-ead0b3c82a30" providerId="ADAL" clId="{0B80913C-9141-48A1-9615-3AD8240D9FFA}" dt="2022-12-12T02:17:09.521" v="112" actId="1076"/>
          <ac:picMkLst>
            <pc:docMk/>
            <pc:sldMk cId="2711160603" sldId="296"/>
            <ac:picMk id="9" creationId="{78FDBED7-CF4F-F6E3-5ED9-BF67F2633A5E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2:19:13.167" v="135" actId="14100"/>
        <pc:sldMkLst>
          <pc:docMk/>
          <pc:sldMk cId="1881632681" sldId="297"/>
        </pc:sldMkLst>
        <pc:spChg chg="mod">
          <ac:chgData name="Gusti Pangestu" userId="7768735c-5c0d-4d9b-b550-ead0b3c82a30" providerId="ADAL" clId="{0B80913C-9141-48A1-9615-3AD8240D9FFA}" dt="2022-12-12T02:17:21.441" v="119" actId="20577"/>
          <ac:spMkLst>
            <pc:docMk/>
            <pc:sldMk cId="1881632681" sldId="297"/>
            <ac:spMk id="2" creationId="{3C290E8A-13C6-66E0-9C1A-A8E2A9B0B808}"/>
          </ac:spMkLst>
        </pc:spChg>
        <pc:spChg chg="mod">
          <ac:chgData name="Gusti Pangestu" userId="7768735c-5c0d-4d9b-b550-ead0b3c82a30" providerId="ADAL" clId="{0B80913C-9141-48A1-9615-3AD8240D9FFA}" dt="2022-12-12T02:18:02.943" v="130" actId="20577"/>
          <ac:spMkLst>
            <pc:docMk/>
            <pc:sldMk cId="1881632681" sldId="297"/>
            <ac:spMk id="3" creationId="{D27333EC-C8DB-C45F-8ED0-07A366200CDA}"/>
          </ac:spMkLst>
        </pc:spChg>
        <pc:picChg chg="add mod">
          <ac:chgData name="Gusti Pangestu" userId="7768735c-5c0d-4d9b-b550-ead0b3c82a30" providerId="ADAL" clId="{0B80913C-9141-48A1-9615-3AD8240D9FFA}" dt="2022-12-12T02:19:13.167" v="135" actId="14100"/>
          <ac:picMkLst>
            <pc:docMk/>
            <pc:sldMk cId="1881632681" sldId="297"/>
            <ac:picMk id="5" creationId="{4ACDD147-0910-586A-11BD-D075F9C66D01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2:35:01.149" v="151" actId="1076"/>
        <pc:sldMkLst>
          <pc:docMk/>
          <pc:sldMk cId="2531925851" sldId="298"/>
        </pc:sldMkLst>
        <pc:spChg chg="mod">
          <ac:chgData name="Gusti Pangestu" userId="7768735c-5c0d-4d9b-b550-ead0b3c82a30" providerId="ADAL" clId="{0B80913C-9141-48A1-9615-3AD8240D9FFA}" dt="2022-12-12T02:27:15.405" v="137"/>
          <ac:spMkLst>
            <pc:docMk/>
            <pc:sldMk cId="2531925851" sldId="298"/>
            <ac:spMk id="2" creationId="{74374D99-E2AF-B548-F648-F0B94C15B7E0}"/>
          </ac:spMkLst>
        </pc:spChg>
        <pc:spChg chg="mod">
          <ac:chgData name="Gusti Pangestu" userId="7768735c-5c0d-4d9b-b550-ead0b3c82a30" providerId="ADAL" clId="{0B80913C-9141-48A1-9615-3AD8240D9FFA}" dt="2022-12-12T02:27:54.870" v="147" actId="20577"/>
          <ac:spMkLst>
            <pc:docMk/>
            <pc:sldMk cId="2531925851" sldId="298"/>
            <ac:spMk id="3" creationId="{ABED7F95-6A56-821D-44BA-ED26B0C45B79}"/>
          </ac:spMkLst>
        </pc:spChg>
        <pc:picChg chg="add mod">
          <ac:chgData name="Gusti Pangestu" userId="7768735c-5c0d-4d9b-b550-ead0b3c82a30" providerId="ADAL" clId="{0B80913C-9141-48A1-9615-3AD8240D9FFA}" dt="2022-12-12T02:28:08.028" v="149" actId="1076"/>
          <ac:picMkLst>
            <pc:docMk/>
            <pc:sldMk cId="2531925851" sldId="298"/>
            <ac:picMk id="5" creationId="{AAD0DBB8-7DC7-9645-40A9-D5585E655342}"/>
          </ac:picMkLst>
        </pc:picChg>
        <pc:picChg chg="add mod">
          <ac:chgData name="Gusti Pangestu" userId="7768735c-5c0d-4d9b-b550-ead0b3c82a30" providerId="ADAL" clId="{0B80913C-9141-48A1-9615-3AD8240D9FFA}" dt="2022-12-12T02:35:01.149" v="151" actId="1076"/>
          <ac:picMkLst>
            <pc:docMk/>
            <pc:sldMk cId="2531925851" sldId="298"/>
            <ac:picMk id="7" creationId="{7D99B045-CC06-33C5-5F60-37BBCA7C1143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2:44:40.986" v="172" actId="1076"/>
        <pc:sldMkLst>
          <pc:docMk/>
          <pc:sldMk cId="1883384608" sldId="299"/>
        </pc:sldMkLst>
        <pc:spChg chg="del">
          <ac:chgData name="Gusti Pangestu" userId="7768735c-5c0d-4d9b-b550-ead0b3c82a30" providerId="ADAL" clId="{0B80913C-9141-48A1-9615-3AD8240D9FFA}" dt="2022-12-12T02:44:23.703" v="169" actId="478"/>
          <ac:spMkLst>
            <pc:docMk/>
            <pc:sldMk cId="1883384608" sldId="299"/>
            <ac:spMk id="2" creationId="{BB8EFEF4-9105-F5F6-76E8-235A0674135A}"/>
          </ac:spMkLst>
        </pc:spChg>
        <pc:spChg chg="mod ord">
          <ac:chgData name="Gusti Pangestu" userId="7768735c-5c0d-4d9b-b550-ead0b3c82a30" providerId="ADAL" clId="{0B80913C-9141-48A1-9615-3AD8240D9FFA}" dt="2022-12-12T02:44:40.986" v="172" actId="1076"/>
          <ac:spMkLst>
            <pc:docMk/>
            <pc:sldMk cId="1883384608" sldId="299"/>
            <ac:spMk id="3" creationId="{9F218871-E44B-E1CA-061F-6254FC155A14}"/>
          </ac:spMkLst>
        </pc:spChg>
        <pc:spChg chg="add del mod">
          <ac:chgData name="Gusti Pangestu" userId="7768735c-5c0d-4d9b-b550-ead0b3c82a30" providerId="ADAL" clId="{0B80913C-9141-48A1-9615-3AD8240D9FFA}" dt="2022-12-12T02:44:37.064" v="171" actId="478"/>
          <ac:spMkLst>
            <pc:docMk/>
            <pc:sldMk cId="1883384608" sldId="299"/>
            <ac:spMk id="10" creationId="{5F379F1B-6E29-C466-CDF8-77309DABE5CA}"/>
          </ac:spMkLst>
        </pc:spChg>
        <pc:picChg chg="add mod">
          <ac:chgData name="Gusti Pangestu" userId="7768735c-5c0d-4d9b-b550-ead0b3c82a30" providerId="ADAL" clId="{0B80913C-9141-48A1-9615-3AD8240D9FFA}" dt="2022-12-12T02:44:32.217" v="170" actId="26606"/>
          <ac:picMkLst>
            <pc:docMk/>
            <pc:sldMk cId="1883384608" sldId="299"/>
            <ac:picMk id="5" creationId="{F9590EF7-411C-A1E2-AA2E-126C4F486275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2:53:36.551" v="204" actId="1076"/>
        <pc:sldMkLst>
          <pc:docMk/>
          <pc:sldMk cId="23841198" sldId="300"/>
        </pc:sldMkLst>
        <pc:spChg chg="del mod ord">
          <ac:chgData name="Gusti Pangestu" userId="7768735c-5c0d-4d9b-b550-ead0b3c82a30" providerId="ADAL" clId="{0B80913C-9141-48A1-9615-3AD8240D9FFA}" dt="2022-12-12T02:45:01.014" v="174" actId="700"/>
          <ac:spMkLst>
            <pc:docMk/>
            <pc:sldMk cId="23841198" sldId="300"/>
            <ac:spMk id="2" creationId="{9EFDB33A-0AD4-EF67-E5BD-3B620B83EAA6}"/>
          </ac:spMkLst>
        </pc:spChg>
        <pc:spChg chg="del mod ord">
          <ac:chgData name="Gusti Pangestu" userId="7768735c-5c0d-4d9b-b550-ead0b3c82a30" providerId="ADAL" clId="{0B80913C-9141-48A1-9615-3AD8240D9FFA}" dt="2022-12-12T02:45:01.014" v="174" actId="700"/>
          <ac:spMkLst>
            <pc:docMk/>
            <pc:sldMk cId="23841198" sldId="300"/>
            <ac:spMk id="3" creationId="{453F2F63-F632-D161-FFC0-C253A46840F6}"/>
          </ac:spMkLst>
        </pc:spChg>
        <pc:spChg chg="del">
          <ac:chgData name="Gusti Pangestu" userId="7768735c-5c0d-4d9b-b550-ead0b3c82a30" providerId="ADAL" clId="{0B80913C-9141-48A1-9615-3AD8240D9FFA}" dt="2022-12-12T02:45:01.014" v="174" actId="700"/>
          <ac:spMkLst>
            <pc:docMk/>
            <pc:sldMk cId="23841198" sldId="300"/>
            <ac:spMk id="4" creationId="{8CB6B3D0-6064-6F61-568F-8475C724AC98}"/>
          </ac:spMkLst>
        </pc:spChg>
        <pc:spChg chg="add mod ord">
          <ac:chgData name="Gusti Pangestu" userId="7768735c-5c0d-4d9b-b550-ead0b3c82a30" providerId="ADAL" clId="{0B80913C-9141-48A1-9615-3AD8240D9FFA}" dt="2022-12-12T02:45:08.009" v="193" actId="20577"/>
          <ac:spMkLst>
            <pc:docMk/>
            <pc:sldMk cId="23841198" sldId="300"/>
            <ac:spMk id="5" creationId="{C95C4727-DB51-43D6-C00B-D03680EB3853}"/>
          </ac:spMkLst>
        </pc:spChg>
        <pc:spChg chg="add mod ord">
          <ac:chgData name="Gusti Pangestu" userId="7768735c-5c0d-4d9b-b550-ead0b3c82a30" providerId="ADAL" clId="{0B80913C-9141-48A1-9615-3AD8240D9FFA}" dt="2022-12-12T02:52:19.783" v="197" actId="20577"/>
          <ac:spMkLst>
            <pc:docMk/>
            <pc:sldMk cId="23841198" sldId="300"/>
            <ac:spMk id="6" creationId="{63EA450B-2253-07C8-6516-D93F4D30537D}"/>
          </ac:spMkLst>
        </pc:spChg>
        <pc:picChg chg="add mod">
          <ac:chgData name="Gusti Pangestu" userId="7768735c-5c0d-4d9b-b550-ead0b3c82a30" providerId="ADAL" clId="{0B80913C-9141-48A1-9615-3AD8240D9FFA}" dt="2022-12-12T02:53:35.390" v="203" actId="1076"/>
          <ac:picMkLst>
            <pc:docMk/>
            <pc:sldMk cId="23841198" sldId="300"/>
            <ac:picMk id="8" creationId="{717FC74C-4980-3C05-0C84-F1F0DCF93AD1}"/>
          </ac:picMkLst>
        </pc:picChg>
        <pc:picChg chg="add mod">
          <ac:chgData name="Gusti Pangestu" userId="7768735c-5c0d-4d9b-b550-ead0b3c82a30" providerId="ADAL" clId="{0B80913C-9141-48A1-9615-3AD8240D9FFA}" dt="2022-12-12T02:53:36.551" v="204" actId="1076"/>
          <ac:picMkLst>
            <pc:docMk/>
            <pc:sldMk cId="23841198" sldId="300"/>
            <ac:picMk id="10" creationId="{25EB795E-1BD0-31E1-0B28-AA10AD0A63D6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2:58:33.004" v="232" actId="1076"/>
        <pc:sldMkLst>
          <pc:docMk/>
          <pc:sldMk cId="2336243321" sldId="301"/>
        </pc:sldMkLst>
        <pc:spChg chg="mod">
          <ac:chgData name="Gusti Pangestu" userId="7768735c-5c0d-4d9b-b550-ead0b3c82a30" providerId="ADAL" clId="{0B80913C-9141-48A1-9615-3AD8240D9FFA}" dt="2022-12-12T02:57:55.973" v="223" actId="20577"/>
          <ac:spMkLst>
            <pc:docMk/>
            <pc:sldMk cId="2336243321" sldId="301"/>
            <ac:spMk id="2" creationId="{66F9C683-28D4-AB39-B91C-ED4B123436EB}"/>
          </ac:spMkLst>
        </pc:spChg>
        <pc:spChg chg="mod">
          <ac:chgData name="Gusti Pangestu" userId="7768735c-5c0d-4d9b-b550-ead0b3c82a30" providerId="ADAL" clId="{0B80913C-9141-48A1-9615-3AD8240D9FFA}" dt="2022-12-12T02:58:12.566" v="230" actId="20577"/>
          <ac:spMkLst>
            <pc:docMk/>
            <pc:sldMk cId="2336243321" sldId="301"/>
            <ac:spMk id="3" creationId="{A2F74633-550F-69EA-65D5-E63D0335A186}"/>
          </ac:spMkLst>
        </pc:spChg>
        <pc:picChg chg="add mod">
          <ac:chgData name="Gusti Pangestu" userId="7768735c-5c0d-4d9b-b550-ead0b3c82a30" providerId="ADAL" clId="{0B80913C-9141-48A1-9615-3AD8240D9FFA}" dt="2022-12-12T02:58:33.004" v="232" actId="1076"/>
          <ac:picMkLst>
            <pc:docMk/>
            <pc:sldMk cId="2336243321" sldId="301"/>
            <ac:picMk id="5" creationId="{5748B857-CC55-CA73-36D9-4AED4337B2F0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3:33:04.879" v="248" actId="14100"/>
        <pc:sldMkLst>
          <pc:docMk/>
          <pc:sldMk cId="2246630029" sldId="302"/>
        </pc:sldMkLst>
        <pc:spChg chg="mod">
          <ac:chgData name="Gusti Pangestu" userId="7768735c-5c0d-4d9b-b550-ead0b3c82a30" providerId="ADAL" clId="{0B80913C-9141-48A1-9615-3AD8240D9FFA}" dt="2022-12-12T03:32:02.449" v="234"/>
          <ac:spMkLst>
            <pc:docMk/>
            <pc:sldMk cId="2246630029" sldId="302"/>
            <ac:spMk id="2" creationId="{1307EE40-933A-506F-522C-AAF76365E37F}"/>
          </ac:spMkLst>
        </pc:spChg>
        <pc:spChg chg="mod">
          <ac:chgData name="Gusti Pangestu" userId="7768735c-5c0d-4d9b-b550-ead0b3c82a30" providerId="ADAL" clId="{0B80913C-9141-48A1-9615-3AD8240D9FFA}" dt="2022-12-12T03:32:41.523" v="245" actId="20577"/>
          <ac:spMkLst>
            <pc:docMk/>
            <pc:sldMk cId="2246630029" sldId="302"/>
            <ac:spMk id="3" creationId="{9845A7B5-D571-BF73-0A52-BF528FB8BC38}"/>
          </ac:spMkLst>
        </pc:spChg>
        <pc:picChg chg="add mod">
          <ac:chgData name="Gusti Pangestu" userId="7768735c-5c0d-4d9b-b550-ead0b3c82a30" providerId="ADAL" clId="{0B80913C-9141-48A1-9615-3AD8240D9FFA}" dt="2022-12-12T03:33:04.879" v="248" actId="14100"/>
          <ac:picMkLst>
            <pc:docMk/>
            <pc:sldMk cId="2246630029" sldId="302"/>
            <ac:picMk id="5" creationId="{681C8593-C04A-28E4-1189-C7C3A6702273}"/>
          </ac:picMkLst>
        </pc:picChg>
      </pc:sldChg>
      <pc:sldChg chg="addSp delSp modSp new mod">
        <pc:chgData name="Gusti Pangestu" userId="7768735c-5c0d-4d9b-b550-ead0b3c82a30" providerId="ADAL" clId="{0B80913C-9141-48A1-9615-3AD8240D9FFA}" dt="2022-12-12T03:33:26.652" v="253" actId="14100"/>
        <pc:sldMkLst>
          <pc:docMk/>
          <pc:sldMk cId="2427825456" sldId="303"/>
        </pc:sldMkLst>
        <pc:spChg chg="del">
          <ac:chgData name="Gusti Pangestu" userId="7768735c-5c0d-4d9b-b550-ead0b3c82a30" providerId="ADAL" clId="{0B80913C-9141-48A1-9615-3AD8240D9FFA}" dt="2022-12-12T03:33:20.864" v="251" actId="478"/>
          <ac:spMkLst>
            <pc:docMk/>
            <pc:sldMk cId="2427825456" sldId="303"/>
            <ac:spMk id="2" creationId="{FB6F4143-86A8-EC81-BF3B-B94AF14BF69C}"/>
          </ac:spMkLst>
        </pc:spChg>
        <pc:spChg chg="del">
          <ac:chgData name="Gusti Pangestu" userId="7768735c-5c0d-4d9b-b550-ead0b3c82a30" providerId="ADAL" clId="{0B80913C-9141-48A1-9615-3AD8240D9FFA}" dt="2022-12-12T03:33:19.089" v="250" actId="22"/>
          <ac:spMkLst>
            <pc:docMk/>
            <pc:sldMk cId="2427825456" sldId="303"/>
            <ac:spMk id="3" creationId="{A39D3C87-776C-9442-CBC6-597615CD8019}"/>
          </ac:spMkLst>
        </pc:spChg>
        <pc:picChg chg="add mod ord">
          <ac:chgData name="Gusti Pangestu" userId="7768735c-5c0d-4d9b-b550-ead0b3c82a30" providerId="ADAL" clId="{0B80913C-9141-48A1-9615-3AD8240D9FFA}" dt="2022-12-12T03:33:26.652" v="253" actId="14100"/>
          <ac:picMkLst>
            <pc:docMk/>
            <pc:sldMk cId="2427825456" sldId="303"/>
            <ac:picMk id="5" creationId="{65C868B8-5643-999A-41AC-0FD0DF730082}"/>
          </ac:picMkLst>
        </pc:picChg>
      </pc:sldChg>
      <pc:sldChg chg="addSp modSp new mod modClrScheme chgLayout">
        <pc:chgData name="Gusti Pangestu" userId="7768735c-5c0d-4d9b-b550-ead0b3c82a30" providerId="ADAL" clId="{0B80913C-9141-48A1-9615-3AD8240D9FFA}" dt="2022-12-12T03:37:41.505" v="270" actId="26606"/>
        <pc:sldMkLst>
          <pc:docMk/>
          <pc:sldMk cId="1646206652" sldId="304"/>
        </pc:sldMkLst>
        <pc:spChg chg="mod">
          <ac:chgData name="Gusti Pangestu" userId="7768735c-5c0d-4d9b-b550-ead0b3c82a30" providerId="ADAL" clId="{0B80913C-9141-48A1-9615-3AD8240D9FFA}" dt="2022-12-12T03:37:41.505" v="270" actId="26606"/>
          <ac:spMkLst>
            <pc:docMk/>
            <pc:sldMk cId="1646206652" sldId="304"/>
            <ac:spMk id="2" creationId="{3A762730-4842-5E20-6522-B8DF41D8F2E2}"/>
          </ac:spMkLst>
        </pc:spChg>
        <pc:spChg chg="mod">
          <ac:chgData name="Gusti Pangestu" userId="7768735c-5c0d-4d9b-b550-ead0b3c82a30" providerId="ADAL" clId="{0B80913C-9141-48A1-9615-3AD8240D9FFA}" dt="2022-12-12T03:37:41.505" v="270" actId="26606"/>
          <ac:spMkLst>
            <pc:docMk/>
            <pc:sldMk cId="1646206652" sldId="304"/>
            <ac:spMk id="3" creationId="{D1E8F021-5912-D9B1-E65A-50A52CD5C68C}"/>
          </ac:spMkLst>
        </pc:spChg>
        <pc:picChg chg="add mod">
          <ac:chgData name="Gusti Pangestu" userId="7768735c-5c0d-4d9b-b550-ead0b3c82a30" providerId="ADAL" clId="{0B80913C-9141-48A1-9615-3AD8240D9FFA}" dt="2022-12-12T03:37:41.505" v="270" actId="26606"/>
          <ac:picMkLst>
            <pc:docMk/>
            <pc:sldMk cId="1646206652" sldId="304"/>
            <ac:picMk id="5" creationId="{D032B9C6-5476-72C8-106A-987E66F0EE44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3:38:19.476" v="275" actId="26606"/>
        <pc:sldMkLst>
          <pc:docMk/>
          <pc:sldMk cId="1188252766" sldId="305"/>
        </pc:sldMkLst>
        <pc:spChg chg="del mod ord">
          <ac:chgData name="Gusti Pangestu" userId="7768735c-5c0d-4d9b-b550-ead0b3c82a30" providerId="ADAL" clId="{0B80913C-9141-48A1-9615-3AD8240D9FFA}" dt="2022-12-12T03:37:56.689" v="272" actId="700"/>
          <ac:spMkLst>
            <pc:docMk/>
            <pc:sldMk cId="1188252766" sldId="305"/>
            <ac:spMk id="2" creationId="{7BE22A5C-0F9A-909C-C1F6-2F47C96DB98C}"/>
          </ac:spMkLst>
        </pc:spChg>
        <pc:spChg chg="del mod ord">
          <ac:chgData name="Gusti Pangestu" userId="7768735c-5c0d-4d9b-b550-ead0b3c82a30" providerId="ADAL" clId="{0B80913C-9141-48A1-9615-3AD8240D9FFA}" dt="2022-12-12T03:37:56.689" v="272" actId="700"/>
          <ac:spMkLst>
            <pc:docMk/>
            <pc:sldMk cId="1188252766" sldId="305"/>
            <ac:spMk id="3" creationId="{73FCFC19-0C13-9D65-B61E-9365D18AA4FC}"/>
          </ac:spMkLst>
        </pc:spChg>
        <pc:spChg chg="del">
          <ac:chgData name="Gusti Pangestu" userId="7768735c-5c0d-4d9b-b550-ead0b3c82a30" providerId="ADAL" clId="{0B80913C-9141-48A1-9615-3AD8240D9FFA}" dt="2022-12-12T03:37:56.689" v="272" actId="700"/>
          <ac:spMkLst>
            <pc:docMk/>
            <pc:sldMk cId="1188252766" sldId="305"/>
            <ac:spMk id="4" creationId="{54C163AA-758F-7C07-6910-8D1DBB705E4A}"/>
          </ac:spMkLst>
        </pc:spChg>
        <pc:spChg chg="add mod ord">
          <ac:chgData name="Gusti Pangestu" userId="7768735c-5c0d-4d9b-b550-ead0b3c82a30" providerId="ADAL" clId="{0B80913C-9141-48A1-9615-3AD8240D9FFA}" dt="2022-12-12T03:38:19.476" v="275" actId="26606"/>
          <ac:spMkLst>
            <pc:docMk/>
            <pc:sldMk cId="1188252766" sldId="305"/>
            <ac:spMk id="5" creationId="{21A64906-8898-BF4F-16D5-BD13345B52EC}"/>
          </ac:spMkLst>
        </pc:spChg>
        <pc:spChg chg="add del mod ord">
          <ac:chgData name="Gusti Pangestu" userId="7768735c-5c0d-4d9b-b550-ead0b3c82a30" providerId="ADAL" clId="{0B80913C-9141-48A1-9615-3AD8240D9FFA}" dt="2022-12-12T03:38:16.551" v="274" actId="22"/>
          <ac:spMkLst>
            <pc:docMk/>
            <pc:sldMk cId="1188252766" sldId="305"/>
            <ac:spMk id="6" creationId="{BEDCFB37-F5F4-A9FE-464D-90E7CB0688A1}"/>
          </ac:spMkLst>
        </pc:spChg>
        <pc:picChg chg="add mod ord">
          <ac:chgData name="Gusti Pangestu" userId="7768735c-5c0d-4d9b-b550-ead0b3c82a30" providerId="ADAL" clId="{0B80913C-9141-48A1-9615-3AD8240D9FFA}" dt="2022-12-12T03:38:19.476" v="275" actId="26606"/>
          <ac:picMkLst>
            <pc:docMk/>
            <pc:sldMk cId="1188252766" sldId="305"/>
            <ac:picMk id="8" creationId="{F9CD86C7-F80F-15F1-03C0-EC397BE128C3}"/>
          </ac:picMkLst>
        </pc:picChg>
      </pc:sldChg>
      <pc:sldChg chg="addSp modSp new mod modClrScheme chgLayout">
        <pc:chgData name="Gusti Pangestu" userId="7768735c-5c0d-4d9b-b550-ead0b3c82a30" providerId="ADAL" clId="{0B80913C-9141-48A1-9615-3AD8240D9FFA}" dt="2022-12-12T03:50:24.590" v="301" actId="26606"/>
        <pc:sldMkLst>
          <pc:docMk/>
          <pc:sldMk cId="3237010557" sldId="306"/>
        </pc:sldMkLst>
        <pc:spChg chg="mod">
          <ac:chgData name="Gusti Pangestu" userId="7768735c-5c0d-4d9b-b550-ead0b3c82a30" providerId="ADAL" clId="{0B80913C-9141-48A1-9615-3AD8240D9FFA}" dt="2022-12-12T03:50:24.590" v="301" actId="26606"/>
          <ac:spMkLst>
            <pc:docMk/>
            <pc:sldMk cId="3237010557" sldId="306"/>
            <ac:spMk id="2" creationId="{BCA7BF09-064E-2C3E-66D1-A7B0D05D4510}"/>
          </ac:spMkLst>
        </pc:spChg>
        <pc:spChg chg="mod">
          <ac:chgData name="Gusti Pangestu" userId="7768735c-5c0d-4d9b-b550-ead0b3c82a30" providerId="ADAL" clId="{0B80913C-9141-48A1-9615-3AD8240D9FFA}" dt="2022-12-12T03:50:24.590" v="301" actId="26606"/>
          <ac:spMkLst>
            <pc:docMk/>
            <pc:sldMk cId="3237010557" sldId="306"/>
            <ac:spMk id="3" creationId="{7809535C-83E9-61EF-DE17-CD8E9078303A}"/>
          </ac:spMkLst>
        </pc:spChg>
        <pc:picChg chg="add mod">
          <ac:chgData name="Gusti Pangestu" userId="7768735c-5c0d-4d9b-b550-ead0b3c82a30" providerId="ADAL" clId="{0B80913C-9141-48A1-9615-3AD8240D9FFA}" dt="2022-12-12T03:50:24.590" v="301" actId="26606"/>
          <ac:picMkLst>
            <pc:docMk/>
            <pc:sldMk cId="3237010557" sldId="306"/>
            <ac:picMk id="5" creationId="{01CE68A8-FD98-2252-21BC-9249F0ACCC8E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3:51:45.695" v="325" actId="26606"/>
        <pc:sldMkLst>
          <pc:docMk/>
          <pc:sldMk cId="934571703" sldId="307"/>
        </pc:sldMkLst>
        <pc:spChg chg="del mod ord">
          <ac:chgData name="Gusti Pangestu" userId="7768735c-5c0d-4d9b-b550-ead0b3c82a30" providerId="ADAL" clId="{0B80913C-9141-48A1-9615-3AD8240D9FFA}" dt="2022-12-12T03:50:52.380" v="303" actId="700"/>
          <ac:spMkLst>
            <pc:docMk/>
            <pc:sldMk cId="934571703" sldId="307"/>
            <ac:spMk id="2" creationId="{23816FA8-E83C-53D0-7C70-5D8417E0863C}"/>
          </ac:spMkLst>
        </pc:spChg>
        <pc:spChg chg="del mod ord">
          <ac:chgData name="Gusti Pangestu" userId="7768735c-5c0d-4d9b-b550-ead0b3c82a30" providerId="ADAL" clId="{0B80913C-9141-48A1-9615-3AD8240D9FFA}" dt="2022-12-12T03:50:52.380" v="303" actId="700"/>
          <ac:spMkLst>
            <pc:docMk/>
            <pc:sldMk cId="934571703" sldId="307"/>
            <ac:spMk id="3" creationId="{4B3EAF94-FA22-6966-CEA7-FA050A1A24C2}"/>
          </ac:spMkLst>
        </pc:spChg>
        <pc:spChg chg="del">
          <ac:chgData name="Gusti Pangestu" userId="7768735c-5c0d-4d9b-b550-ead0b3c82a30" providerId="ADAL" clId="{0B80913C-9141-48A1-9615-3AD8240D9FFA}" dt="2022-12-12T03:50:52.380" v="303" actId="700"/>
          <ac:spMkLst>
            <pc:docMk/>
            <pc:sldMk cId="934571703" sldId="307"/>
            <ac:spMk id="4" creationId="{CC696DD9-6A88-D29D-687B-81C66DFCC4D6}"/>
          </ac:spMkLst>
        </pc:spChg>
        <pc:spChg chg="add mod ord">
          <ac:chgData name="Gusti Pangestu" userId="7768735c-5c0d-4d9b-b550-ead0b3c82a30" providerId="ADAL" clId="{0B80913C-9141-48A1-9615-3AD8240D9FFA}" dt="2022-12-12T03:51:45.695" v="325" actId="26606"/>
          <ac:spMkLst>
            <pc:docMk/>
            <pc:sldMk cId="934571703" sldId="307"/>
            <ac:spMk id="5" creationId="{2D057201-F3AB-B290-09D3-EE0B97BD1A00}"/>
          </ac:spMkLst>
        </pc:spChg>
        <pc:spChg chg="add mod ord">
          <ac:chgData name="Gusti Pangestu" userId="7768735c-5c0d-4d9b-b550-ead0b3c82a30" providerId="ADAL" clId="{0B80913C-9141-48A1-9615-3AD8240D9FFA}" dt="2022-12-12T03:51:45.695" v="325" actId="26606"/>
          <ac:spMkLst>
            <pc:docMk/>
            <pc:sldMk cId="934571703" sldId="307"/>
            <ac:spMk id="6" creationId="{1B411A05-B132-EA06-30FE-2FF3E2037F53}"/>
          </ac:spMkLst>
        </pc:spChg>
        <pc:picChg chg="add mod">
          <ac:chgData name="Gusti Pangestu" userId="7768735c-5c0d-4d9b-b550-ead0b3c82a30" providerId="ADAL" clId="{0B80913C-9141-48A1-9615-3AD8240D9FFA}" dt="2022-12-12T03:51:45.695" v="325" actId="26606"/>
          <ac:picMkLst>
            <pc:docMk/>
            <pc:sldMk cId="934571703" sldId="307"/>
            <ac:picMk id="8" creationId="{FF225089-5E89-C5B8-F114-85CAF9C61AFE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3:53:32.222" v="349" actId="1076"/>
        <pc:sldMkLst>
          <pc:docMk/>
          <pc:sldMk cId="1490100694" sldId="308"/>
        </pc:sldMkLst>
        <pc:spChg chg="del mod ord">
          <ac:chgData name="Gusti Pangestu" userId="7768735c-5c0d-4d9b-b550-ead0b3c82a30" providerId="ADAL" clId="{0B80913C-9141-48A1-9615-3AD8240D9FFA}" dt="2022-12-12T03:52:06.112" v="327" actId="700"/>
          <ac:spMkLst>
            <pc:docMk/>
            <pc:sldMk cId="1490100694" sldId="308"/>
            <ac:spMk id="2" creationId="{1930A76F-01C9-455D-CBDC-7DB0840A45BE}"/>
          </ac:spMkLst>
        </pc:spChg>
        <pc:spChg chg="del mod ord">
          <ac:chgData name="Gusti Pangestu" userId="7768735c-5c0d-4d9b-b550-ead0b3c82a30" providerId="ADAL" clId="{0B80913C-9141-48A1-9615-3AD8240D9FFA}" dt="2022-12-12T03:52:06.112" v="327" actId="700"/>
          <ac:spMkLst>
            <pc:docMk/>
            <pc:sldMk cId="1490100694" sldId="308"/>
            <ac:spMk id="3" creationId="{190639FF-E599-7AF7-CF1F-B199CD4CF87A}"/>
          </ac:spMkLst>
        </pc:spChg>
        <pc:spChg chg="del">
          <ac:chgData name="Gusti Pangestu" userId="7768735c-5c0d-4d9b-b550-ead0b3c82a30" providerId="ADAL" clId="{0B80913C-9141-48A1-9615-3AD8240D9FFA}" dt="2022-12-12T03:52:06.112" v="327" actId="700"/>
          <ac:spMkLst>
            <pc:docMk/>
            <pc:sldMk cId="1490100694" sldId="308"/>
            <ac:spMk id="4" creationId="{E76EBC46-906B-67DE-8EA2-47DABB5C4259}"/>
          </ac:spMkLst>
        </pc:spChg>
        <pc:spChg chg="add del mod ord">
          <ac:chgData name="Gusti Pangestu" userId="7768735c-5c0d-4d9b-b550-ead0b3c82a30" providerId="ADAL" clId="{0B80913C-9141-48A1-9615-3AD8240D9FFA}" dt="2022-12-12T03:52:09.661" v="328" actId="478"/>
          <ac:spMkLst>
            <pc:docMk/>
            <pc:sldMk cId="1490100694" sldId="308"/>
            <ac:spMk id="5" creationId="{A66FE2B7-56B1-E4D4-1A55-15D678DB35E6}"/>
          </ac:spMkLst>
        </pc:spChg>
        <pc:spChg chg="add mod ord">
          <ac:chgData name="Gusti Pangestu" userId="7768735c-5c0d-4d9b-b550-ead0b3c82a30" providerId="ADAL" clId="{0B80913C-9141-48A1-9615-3AD8240D9FFA}" dt="2022-12-12T03:53:23.344" v="346" actId="27636"/>
          <ac:spMkLst>
            <pc:docMk/>
            <pc:sldMk cId="1490100694" sldId="308"/>
            <ac:spMk id="6" creationId="{C20A5325-4AF3-6B34-43BA-51FAC12DF400}"/>
          </ac:spMkLst>
        </pc:spChg>
        <pc:spChg chg="add del mod">
          <ac:chgData name="Gusti Pangestu" userId="7768735c-5c0d-4d9b-b550-ead0b3c82a30" providerId="ADAL" clId="{0B80913C-9141-48A1-9615-3AD8240D9FFA}" dt="2022-12-12T03:53:07.691" v="341" actId="478"/>
          <ac:spMkLst>
            <pc:docMk/>
            <pc:sldMk cId="1490100694" sldId="308"/>
            <ac:spMk id="13" creationId="{9D026907-9E78-86B6-82BC-344BA20E23BF}"/>
          </ac:spMkLst>
        </pc:spChg>
        <pc:picChg chg="add mod">
          <ac:chgData name="Gusti Pangestu" userId="7768735c-5c0d-4d9b-b550-ead0b3c82a30" providerId="ADAL" clId="{0B80913C-9141-48A1-9615-3AD8240D9FFA}" dt="2022-12-12T03:53:32.222" v="349" actId="1076"/>
          <ac:picMkLst>
            <pc:docMk/>
            <pc:sldMk cId="1490100694" sldId="308"/>
            <ac:picMk id="8" creationId="{B4065925-CA90-648B-A933-AFAA1A556A85}"/>
          </ac:picMkLst>
        </pc:picChg>
      </pc:sldChg>
    </pc:docChg>
  </pc:docChgLst>
  <pc:docChgLst>
    <pc:chgData name="Gusti Pangestu" userId="7768735c-5c0d-4d9b-b550-ead0b3c82a30" providerId="ADAL" clId="{96F51576-3019-4FC8-A22F-99EAACD530E0}"/>
    <pc:docChg chg="undo custSel addSld delSld modSld modSection">
      <pc:chgData name="Gusti Pangestu" userId="7768735c-5c0d-4d9b-b550-ead0b3c82a30" providerId="ADAL" clId="{96F51576-3019-4FC8-A22F-99EAACD530E0}" dt="2023-01-02T09:41:22.704" v="170"/>
      <pc:docMkLst>
        <pc:docMk/>
      </pc:docMkLst>
      <pc:sldChg chg="modSp mod">
        <pc:chgData name="Gusti Pangestu" userId="7768735c-5c0d-4d9b-b550-ead0b3c82a30" providerId="ADAL" clId="{96F51576-3019-4FC8-A22F-99EAACD530E0}" dt="2023-01-02T09:41:22.704" v="170"/>
        <pc:sldMkLst>
          <pc:docMk/>
          <pc:sldMk cId="1727291188" sldId="288"/>
        </pc:sldMkLst>
        <pc:spChg chg="mod">
          <ac:chgData name="Gusti Pangestu" userId="7768735c-5c0d-4d9b-b550-ead0b3c82a30" providerId="ADAL" clId="{96F51576-3019-4FC8-A22F-99EAACD530E0}" dt="2023-01-02T09:41:22.704" v="170"/>
          <ac:spMkLst>
            <pc:docMk/>
            <pc:sldMk cId="1727291188" sldId="288"/>
            <ac:spMk id="3" creationId="{4C14D8CF-1B8B-4AE4-B51C-5D619267E8B5}"/>
          </ac:spMkLst>
        </pc:spChg>
      </pc:sldChg>
      <pc:sldChg chg="modSp mod">
        <pc:chgData name="Gusti Pangestu" userId="7768735c-5c0d-4d9b-b550-ead0b3c82a30" providerId="ADAL" clId="{96F51576-3019-4FC8-A22F-99EAACD530E0}" dt="2023-01-02T09:38:41.776" v="169" actId="20577"/>
        <pc:sldMkLst>
          <pc:docMk/>
          <pc:sldMk cId="1365886943" sldId="289"/>
        </pc:sldMkLst>
        <pc:spChg chg="mod">
          <ac:chgData name="Gusti Pangestu" userId="7768735c-5c0d-4d9b-b550-ead0b3c82a30" providerId="ADAL" clId="{96F51576-3019-4FC8-A22F-99EAACD530E0}" dt="2023-01-02T09:38:41.776" v="169" actId="20577"/>
          <ac:spMkLst>
            <pc:docMk/>
            <pc:sldMk cId="1365886943" sldId="289"/>
            <ac:spMk id="5" creationId="{BFC9FBC7-A7B5-44F5-875A-9C78EE947DD2}"/>
          </ac:spMkLst>
        </pc:spChg>
      </pc:sldChg>
      <pc:sldChg chg="modSp mod">
        <pc:chgData name="Gusti Pangestu" userId="7768735c-5c0d-4d9b-b550-ead0b3c82a30" providerId="ADAL" clId="{96F51576-3019-4FC8-A22F-99EAACD530E0}" dt="2022-12-28T03:39:47.509" v="21" actId="6549"/>
        <pc:sldMkLst>
          <pc:docMk/>
          <pc:sldMk cId="1545682022" sldId="290"/>
        </pc:sldMkLst>
        <pc:spChg chg="mod">
          <ac:chgData name="Gusti Pangestu" userId="7768735c-5c0d-4d9b-b550-ead0b3c82a30" providerId="ADAL" clId="{96F51576-3019-4FC8-A22F-99EAACD530E0}" dt="2022-12-28T03:39:47.509" v="21" actId="6549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 mod">
        <pc:chgData name="Gusti Pangestu" userId="7768735c-5c0d-4d9b-b550-ead0b3c82a30" providerId="ADAL" clId="{96F51576-3019-4FC8-A22F-99EAACD530E0}" dt="2022-12-28T03:51:16.843" v="51" actId="20577"/>
        <pc:sldMkLst>
          <pc:docMk/>
          <pc:sldMk cId="1301689399" sldId="291"/>
        </pc:sldMkLst>
        <pc:spChg chg="mod">
          <ac:chgData name="Gusti Pangestu" userId="7768735c-5c0d-4d9b-b550-ead0b3c82a30" providerId="ADAL" clId="{96F51576-3019-4FC8-A22F-99EAACD530E0}" dt="2022-12-28T03:48:24.425" v="38" actId="20577"/>
          <ac:spMkLst>
            <pc:docMk/>
            <pc:sldMk cId="1301689399" sldId="291"/>
            <ac:spMk id="2" creationId="{F7AC5CEE-C089-44B9-E26A-F5FB478B54E3}"/>
          </ac:spMkLst>
        </pc:spChg>
        <pc:spChg chg="mod">
          <ac:chgData name="Gusti Pangestu" userId="7768735c-5c0d-4d9b-b550-ead0b3c82a30" providerId="ADAL" clId="{96F51576-3019-4FC8-A22F-99EAACD530E0}" dt="2022-12-28T03:51:16.843" v="51" actId="20577"/>
          <ac:spMkLst>
            <pc:docMk/>
            <pc:sldMk cId="1301689399" sldId="291"/>
            <ac:spMk id="3" creationId="{B6D9133C-F25E-6303-AAAA-2303DEDBE966}"/>
          </ac:spMkLst>
        </pc:spChg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3446236619" sldId="291"/>
        </pc:sldMkLst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992295927" sldId="292"/>
        </pc:sldMkLst>
      </pc:sldChg>
      <pc:sldChg chg="modSp new mod">
        <pc:chgData name="Gusti Pangestu" userId="7768735c-5c0d-4d9b-b550-ead0b3c82a30" providerId="ADAL" clId="{96F51576-3019-4FC8-A22F-99EAACD530E0}" dt="2022-12-28T03:55:11.946" v="73" actId="20577"/>
        <pc:sldMkLst>
          <pc:docMk/>
          <pc:sldMk cId="3605160238" sldId="292"/>
        </pc:sldMkLst>
        <pc:spChg chg="mod">
          <ac:chgData name="Gusti Pangestu" userId="7768735c-5c0d-4d9b-b550-ead0b3c82a30" providerId="ADAL" clId="{96F51576-3019-4FC8-A22F-99EAACD530E0}" dt="2022-12-28T03:55:11.946" v="73" actId="20577"/>
          <ac:spMkLst>
            <pc:docMk/>
            <pc:sldMk cId="3605160238" sldId="292"/>
            <ac:spMk id="3" creationId="{DF43C7B2-5E9E-FAF3-571E-E388208E3998}"/>
          </ac:spMkLst>
        </pc:spChg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923174061" sldId="293"/>
        </pc:sldMkLst>
      </pc:sldChg>
      <pc:sldChg chg="addSp modSp new mod">
        <pc:chgData name="Gusti Pangestu" userId="7768735c-5c0d-4d9b-b550-ead0b3c82a30" providerId="ADAL" clId="{96F51576-3019-4FC8-A22F-99EAACD530E0}" dt="2022-12-28T03:58:45.981" v="100" actId="1076"/>
        <pc:sldMkLst>
          <pc:docMk/>
          <pc:sldMk cId="2968251410" sldId="293"/>
        </pc:sldMkLst>
        <pc:spChg chg="mod">
          <ac:chgData name="Gusti Pangestu" userId="7768735c-5c0d-4d9b-b550-ead0b3c82a30" providerId="ADAL" clId="{96F51576-3019-4FC8-A22F-99EAACD530E0}" dt="2022-12-28T03:55:21.156" v="87" actId="20577"/>
          <ac:spMkLst>
            <pc:docMk/>
            <pc:sldMk cId="2968251410" sldId="293"/>
            <ac:spMk id="2" creationId="{BA017776-D728-00E7-63AE-0F979D0D464A}"/>
          </ac:spMkLst>
        </pc:spChg>
        <pc:spChg chg="mod">
          <ac:chgData name="Gusti Pangestu" userId="7768735c-5c0d-4d9b-b550-ead0b3c82a30" providerId="ADAL" clId="{96F51576-3019-4FC8-A22F-99EAACD530E0}" dt="2022-12-28T03:58:33.648" v="98" actId="20577"/>
          <ac:spMkLst>
            <pc:docMk/>
            <pc:sldMk cId="2968251410" sldId="293"/>
            <ac:spMk id="3" creationId="{CD36F302-B951-785B-3568-C1FAB2ADF82E}"/>
          </ac:spMkLst>
        </pc:spChg>
        <pc:picChg chg="add mod">
          <ac:chgData name="Gusti Pangestu" userId="7768735c-5c0d-4d9b-b550-ead0b3c82a30" providerId="ADAL" clId="{96F51576-3019-4FC8-A22F-99EAACD530E0}" dt="2022-12-28T03:58:22.590" v="91" actId="1076"/>
          <ac:picMkLst>
            <pc:docMk/>
            <pc:sldMk cId="2968251410" sldId="293"/>
            <ac:picMk id="5" creationId="{5F6F861F-1EF6-EB32-C8BA-1B83B25C7DCC}"/>
          </ac:picMkLst>
        </pc:picChg>
        <pc:picChg chg="add mod">
          <ac:chgData name="Gusti Pangestu" userId="7768735c-5c0d-4d9b-b550-ead0b3c82a30" providerId="ADAL" clId="{96F51576-3019-4FC8-A22F-99EAACD530E0}" dt="2022-12-28T03:58:45.981" v="100" actId="1076"/>
          <ac:picMkLst>
            <pc:docMk/>
            <pc:sldMk cId="2968251410" sldId="293"/>
            <ac:picMk id="7" creationId="{B96127D1-5AA2-C99A-EAA6-0C7D5FD0C567}"/>
          </ac:picMkLst>
        </pc:picChg>
      </pc:sldChg>
      <pc:sldChg chg="addSp delSp modSp new mod">
        <pc:chgData name="Gusti Pangestu" userId="7768735c-5c0d-4d9b-b550-ead0b3c82a30" providerId="ADAL" clId="{96F51576-3019-4FC8-A22F-99EAACD530E0}" dt="2022-12-28T04:25:53.794" v="110" actId="14100"/>
        <pc:sldMkLst>
          <pc:docMk/>
          <pc:sldMk cId="2993201301" sldId="294"/>
        </pc:sldMkLst>
        <pc:spChg chg="del">
          <ac:chgData name="Gusti Pangestu" userId="7768735c-5c0d-4d9b-b550-ead0b3c82a30" providerId="ADAL" clId="{96F51576-3019-4FC8-A22F-99EAACD530E0}" dt="2022-12-28T04:21:32.731" v="103" actId="478"/>
          <ac:spMkLst>
            <pc:docMk/>
            <pc:sldMk cId="2993201301" sldId="294"/>
            <ac:spMk id="2" creationId="{8C5A52E5-F157-0484-95E3-4A05F135AAD6}"/>
          </ac:spMkLst>
        </pc:spChg>
        <pc:spChg chg="del">
          <ac:chgData name="Gusti Pangestu" userId="7768735c-5c0d-4d9b-b550-ead0b3c82a30" providerId="ADAL" clId="{96F51576-3019-4FC8-A22F-99EAACD530E0}" dt="2022-12-28T04:21:30.060" v="102" actId="22"/>
          <ac:spMkLst>
            <pc:docMk/>
            <pc:sldMk cId="2993201301" sldId="294"/>
            <ac:spMk id="3" creationId="{F716DB3A-6AD8-7C22-6D13-79CC0819A901}"/>
          </ac:spMkLst>
        </pc:spChg>
        <pc:picChg chg="add mod ord">
          <ac:chgData name="Gusti Pangestu" userId="7768735c-5c0d-4d9b-b550-ead0b3c82a30" providerId="ADAL" clId="{96F51576-3019-4FC8-A22F-99EAACD530E0}" dt="2022-12-28T04:25:53.794" v="110" actId="14100"/>
          <ac:picMkLst>
            <pc:docMk/>
            <pc:sldMk cId="2993201301" sldId="294"/>
            <ac:picMk id="5" creationId="{239C7F12-1371-36F3-DB23-6B272338FC0E}"/>
          </ac:picMkLst>
        </pc:picChg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3334600033" sldId="294"/>
        </pc:sldMkLst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907030872" sldId="295"/>
        </pc:sldMkLst>
      </pc:sldChg>
      <pc:sldChg chg="addSp delSp modSp new mod">
        <pc:chgData name="Gusti Pangestu" userId="7768735c-5c0d-4d9b-b550-ead0b3c82a30" providerId="ADAL" clId="{96F51576-3019-4FC8-A22F-99EAACD530E0}" dt="2022-12-28T04:25:47.837" v="109" actId="14100"/>
        <pc:sldMkLst>
          <pc:docMk/>
          <pc:sldMk cId="2962908984" sldId="295"/>
        </pc:sldMkLst>
        <pc:spChg chg="del">
          <ac:chgData name="Gusti Pangestu" userId="7768735c-5c0d-4d9b-b550-ead0b3c82a30" providerId="ADAL" clId="{96F51576-3019-4FC8-A22F-99EAACD530E0}" dt="2022-12-28T04:25:41.470" v="107" actId="478"/>
          <ac:spMkLst>
            <pc:docMk/>
            <pc:sldMk cId="2962908984" sldId="295"/>
            <ac:spMk id="2" creationId="{E3BEDC48-B57A-6378-500F-38181A2AD46C}"/>
          </ac:spMkLst>
        </pc:spChg>
        <pc:spChg chg="del">
          <ac:chgData name="Gusti Pangestu" userId="7768735c-5c0d-4d9b-b550-ead0b3c82a30" providerId="ADAL" clId="{96F51576-3019-4FC8-A22F-99EAACD530E0}" dt="2022-12-28T04:25:39.071" v="106" actId="22"/>
          <ac:spMkLst>
            <pc:docMk/>
            <pc:sldMk cId="2962908984" sldId="295"/>
            <ac:spMk id="3" creationId="{668A753E-614B-7B49-FA31-A66CC6E0CD87}"/>
          </ac:spMkLst>
        </pc:spChg>
        <pc:picChg chg="add mod ord">
          <ac:chgData name="Gusti Pangestu" userId="7768735c-5c0d-4d9b-b550-ead0b3c82a30" providerId="ADAL" clId="{96F51576-3019-4FC8-A22F-99EAACD530E0}" dt="2022-12-28T04:25:47.837" v="109" actId="14100"/>
          <ac:picMkLst>
            <pc:docMk/>
            <pc:sldMk cId="2962908984" sldId="295"/>
            <ac:picMk id="5" creationId="{C41A2C23-CE60-8A55-3502-8FF0E65E8545}"/>
          </ac:picMkLst>
        </pc:picChg>
      </pc:sldChg>
      <pc:sldChg chg="addSp modSp new mod">
        <pc:chgData name="Gusti Pangestu" userId="7768735c-5c0d-4d9b-b550-ead0b3c82a30" providerId="ADAL" clId="{96F51576-3019-4FC8-A22F-99EAACD530E0}" dt="2022-12-28T04:30:47.770" v="119" actId="1076"/>
        <pc:sldMkLst>
          <pc:docMk/>
          <pc:sldMk cId="2391916855" sldId="296"/>
        </pc:sldMkLst>
        <pc:spChg chg="mod">
          <ac:chgData name="Gusti Pangestu" userId="7768735c-5c0d-4d9b-b550-ead0b3c82a30" providerId="ADAL" clId="{96F51576-3019-4FC8-A22F-99EAACD530E0}" dt="2022-12-28T04:30:45.025" v="117" actId="20577"/>
          <ac:spMkLst>
            <pc:docMk/>
            <pc:sldMk cId="2391916855" sldId="296"/>
            <ac:spMk id="3" creationId="{D8FAB512-629F-DAA1-DAC2-8F00AE34DA8D}"/>
          </ac:spMkLst>
        </pc:spChg>
        <pc:picChg chg="add mod">
          <ac:chgData name="Gusti Pangestu" userId="7768735c-5c0d-4d9b-b550-ead0b3c82a30" providerId="ADAL" clId="{96F51576-3019-4FC8-A22F-99EAACD530E0}" dt="2022-12-28T04:30:47.770" v="119" actId="1076"/>
          <ac:picMkLst>
            <pc:docMk/>
            <pc:sldMk cId="2391916855" sldId="296"/>
            <ac:picMk id="5" creationId="{34063FC4-2A57-32F3-FCBE-E3DBDECE923C}"/>
          </ac:picMkLst>
        </pc:picChg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3694149620" sldId="296"/>
        </pc:sldMkLst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884566115" sldId="297"/>
        </pc:sldMkLst>
      </pc:sldChg>
      <pc:sldChg chg="addSp modSp new mod modClrScheme chgLayout">
        <pc:chgData name="Gusti Pangestu" userId="7768735c-5c0d-4d9b-b550-ead0b3c82a30" providerId="ADAL" clId="{96F51576-3019-4FC8-A22F-99EAACD530E0}" dt="2022-12-28T08:15:48.816" v="134" actId="27614"/>
        <pc:sldMkLst>
          <pc:docMk/>
          <pc:sldMk cId="1763102289" sldId="297"/>
        </pc:sldMkLst>
        <pc:spChg chg="mod">
          <ac:chgData name="Gusti Pangestu" userId="7768735c-5c0d-4d9b-b550-ead0b3c82a30" providerId="ADAL" clId="{96F51576-3019-4FC8-A22F-99EAACD530E0}" dt="2022-12-28T08:14:57.404" v="133" actId="26606"/>
          <ac:spMkLst>
            <pc:docMk/>
            <pc:sldMk cId="1763102289" sldId="297"/>
            <ac:spMk id="2" creationId="{672E2EDD-B683-5F30-A873-6F2F599BCBCD}"/>
          </ac:spMkLst>
        </pc:spChg>
        <pc:spChg chg="mod ord">
          <ac:chgData name="Gusti Pangestu" userId="7768735c-5c0d-4d9b-b550-ead0b3c82a30" providerId="ADAL" clId="{96F51576-3019-4FC8-A22F-99EAACD530E0}" dt="2022-12-28T08:14:57.404" v="133" actId="26606"/>
          <ac:spMkLst>
            <pc:docMk/>
            <pc:sldMk cId="1763102289" sldId="297"/>
            <ac:spMk id="3" creationId="{2F6B4754-B857-E455-536A-6A9C15FC2E4A}"/>
          </ac:spMkLst>
        </pc:spChg>
        <pc:picChg chg="add mod">
          <ac:chgData name="Gusti Pangestu" userId="7768735c-5c0d-4d9b-b550-ead0b3c82a30" providerId="ADAL" clId="{96F51576-3019-4FC8-A22F-99EAACD530E0}" dt="2022-12-28T08:15:48.816" v="134" actId="27614"/>
          <ac:picMkLst>
            <pc:docMk/>
            <pc:sldMk cId="1763102289" sldId="297"/>
            <ac:picMk id="5" creationId="{23EAE73E-4A03-0554-6E7A-39C1D2FC6CFF}"/>
          </ac:picMkLst>
        </pc:picChg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2522492386" sldId="298"/>
        </pc:sldMkLst>
      </pc:sldChg>
      <pc:sldChg chg="addSp delSp modSp new mod modClrScheme chgLayout">
        <pc:chgData name="Gusti Pangestu" userId="7768735c-5c0d-4d9b-b550-ead0b3c82a30" providerId="ADAL" clId="{96F51576-3019-4FC8-A22F-99EAACD530E0}" dt="2022-12-28T08:16:13.907" v="166" actId="20577"/>
        <pc:sldMkLst>
          <pc:docMk/>
          <pc:sldMk cId="3669819043" sldId="298"/>
        </pc:sldMkLst>
        <pc:spChg chg="del mod ord">
          <ac:chgData name="Gusti Pangestu" userId="7768735c-5c0d-4d9b-b550-ead0b3c82a30" providerId="ADAL" clId="{96F51576-3019-4FC8-A22F-99EAACD530E0}" dt="2022-12-28T08:16:06.091" v="136" actId="700"/>
          <ac:spMkLst>
            <pc:docMk/>
            <pc:sldMk cId="3669819043" sldId="298"/>
            <ac:spMk id="2" creationId="{2C5B3CA5-AA5A-5E00-AE34-146D0A1B6839}"/>
          </ac:spMkLst>
        </pc:spChg>
        <pc:spChg chg="del">
          <ac:chgData name="Gusti Pangestu" userId="7768735c-5c0d-4d9b-b550-ead0b3c82a30" providerId="ADAL" clId="{96F51576-3019-4FC8-A22F-99EAACD530E0}" dt="2022-12-28T08:16:06.091" v="136" actId="700"/>
          <ac:spMkLst>
            <pc:docMk/>
            <pc:sldMk cId="3669819043" sldId="298"/>
            <ac:spMk id="3" creationId="{FF53E02D-544D-48C4-BCF3-8440205F5AA2}"/>
          </ac:spMkLst>
        </pc:spChg>
        <pc:spChg chg="del mod ord">
          <ac:chgData name="Gusti Pangestu" userId="7768735c-5c0d-4d9b-b550-ead0b3c82a30" providerId="ADAL" clId="{96F51576-3019-4FC8-A22F-99EAACD530E0}" dt="2022-12-28T08:16:06.091" v="136" actId="700"/>
          <ac:spMkLst>
            <pc:docMk/>
            <pc:sldMk cId="3669819043" sldId="298"/>
            <ac:spMk id="4" creationId="{FB6B9074-E44F-0503-64ED-54439B08D095}"/>
          </ac:spMkLst>
        </pc:spChg>
        <pc:spChg chg="add mod ord">
          <ac:chgData name="Gusti Pangestu" userId="7768735c-5c0d-4d9b-b550-ead0b3c82a30" providerId="ADAL" clId="{96F51576-3019-4FC8-A22F-99EAACD530E0}" dt="2022-12-28T08:16:13.907" v="166" actId="20577"/>
          <ac:spMkLst>
            <pc:docMk/>
            <pc:sldMk cId="3669819043" sldId="298"/>
            <ac:spMk id="5" creationId="{646EC092-A8CA-329C-92B0-088443FEDE0B}"/>
          </ac:spMkLst>
        </pc:spChg>
        <pc:spChg chg="add mod ord">
          <ac:chgData name="Gusti Pangestu" userId="7768735c-5c0d-4d9b-b550-ead0b3c82a30" providerId="ADAL" clId="{96F51576-3019-4FC8-A22F-99EAACD530E0}" dt="2022-12-28T08:16:06.091" v="136" actId="700"/>
          <ac:spMkLst>
            <pc:docMk/>
            <pc:sldMk cId="3669819043" sldId="298"/>
            <ac:spMk id="6" creationId="{B910EE0E-758E-BB1F-6FFA-CF55BA18B881}"/>
          </ac:spMkLst>
        </pc:spChg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3274783935" sldId="299"/>
        </pc:sldMkLst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239751891" sldId="300"/>
        </pc:sldMkLst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479331611" sldId="301"/>
        </pc:sldMkLst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1009324440" sldId="302"/>
        </pc:sldMkLst>
      </pc:sldChg>
      <pc:sldChg chg="del">
        <pc:chgData name="Gusti Pangestu" userId="7768735c-5c0d-4d9b-b550-ead0b3c82a30" providerId="ADAL" clId="{96F51576-3019-4FC8-A22F-99EAACD530E0}" dt="2022-12-28T03:38:46.535" v="0" actId="47"/>
        <pc:sldMkLst>
          <pc:docMk/>
          <pc:sldMk cId="246410506" sldId="303"/>
        </pc:sldMkLst>
      </pc:sldChg>
    </pc:docChg>
  </pc:docChgLst>
  <pc:docChgLst>
    <pc:chgData name="Gusti Pangestu" userId="S::gusti.pangestu@binus.ac.id::7768735c-5c0d-4d9b-b550-ead0b3c82a30" providerId="AD" clId="Web-{C66C34B6-9332-01B0-020B-2C52778785FE}"/>
    <pc:docChg chg="addSld delSld modSld modSection">
      <pc:chgData name="Gusti Pangestu" userId="S::gusti.pangestu@binus.ac.id::7768735c-5c0d-4d9b-b550-ead0b3c82a30" providerId="AD" clId="Web-{C66C34B6-9332-01B0-020B-2C52778785FE}" dt="2022-11-16T09:17:52.740" v="40"/>
      <pc:docMkLst>
        <pc:docMk/>
      </pc:docMkLst>
      <pc:sldChg chg="modSp">
        <pc:chgData name="Gusti Pangestu" userId="S::gusti.pangestu@binus.ac.id::7768735c-5c0d-4d9b-b550-ead0b3c82a30" providerId="AD" clId="Web-{C66C34B6-9332-01B0-020B-2C52778785FE}" dt="2022-11-16T09:08:06.935" v="16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C66C34B6-9332-01B0-020B-2C52778785FE}" dt="2022-11-16T09:08:06.935" v="16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del">
        <pc:chgData name="Gusti Pangestu" userId="S::gusti.pangestu@binus.ac.id::7768735c-5c0d-4d9b-b550-ead0b3c82a30" providerId="AD" clId="Web-{C66C34B6-9332-01B0-020B-2C52778785FE}" dt="2022-11-16T09:07:20.871" v="14"/>
        <pc:sldMkLst>
          <pc:docMk/>
          <pc:sldMk cId="1765197454" sldId="291"/>
        </pc:sldMkLst>
      </pc:sldChg>
      <pc:sldChg chg="addSp modSp new">
        <pc:chgData name="Gusti Pangestu" userId="S::gusti.pangestu@binus.ac.id::7768735c-5c0d-4d9b-b550-ead0b3c82a30" providerId="AD" clId="Web-{C66C34B6-9332-01B0-020B-2C52778785FE}" dt="2022-11-16T09:17:46.756" v="39" actId="14100"/>
        <pc:sldMkLst>
          <pc:docMk/>
          <pc:sldMk cId="3825084955" sldId="291"/>
        </pc:sldMkLst>
        <pc:spChg chg="mod">
          <ac:chgData name="Gusti Pangestu" userId="S::gusti.pangestu@binus.ac.id::7768735c-5c0d-4d9b-b550-ead0b3c82a30" providerId="AD" clId="Web-{C66C34B6-9332-01B0-020B-2C52778785FE}" dt="2022-11-16T09:12:45.993" v="22" actId="20577"/>
          <ac:spMkLst>
            <pc:docMk/>
            <pc:sldMk cId="3825084955" sldId="291"/>
            <ac:spMk id="2" creationId="{065D08AA-2609-86CD-C729-7BC0D8B66F01}"/>
          </ac:spMkLst>
        </pc:spChg>
        <pc:spChg chg="mod">
          <ac:chgData name="Gusti Pangestu" userId="S::gusti.pangestu@binus.ac.id::7768735c-5c0d-4d9b-b550-ead0b3c82a30" providerId="AD" clId="Web-{C66C34B6-9332-01B0-020B-2C52778785FE}" dt="2022-11-16T09:17:23.755" v="31" actId="20577"/>
          <ac:spMkLst>
            <pc:docMk/>
            <pc:sldMk cId="3825084955" sldId="291"/>
            <ac:spMk id="3" creationId="{5CDA8B99-6B48-BF80-D3FB-13793B8E9409}"/>
          </ac:spMkLst>
        </pc:spChg>
        <pc:picChg chg="add mod">
          <ac:chgData name="Gusti Pangestu" userId="S::gusti.pangestu@binus.ac.id::7768735c-5c0d-4d9b-b550-ead0b3c82a30" providerId="AD" clId="Web-{C66C34B6-9332-01B0-020B-2C52778785FE}" dt="2022-11-16T09:17:41.771" v="37" actId="1076"/>
          <ac:picMkLst>
            <pc:docMk/>
            <pc:sldMk cId="3825084955" sldId="291"/>
            <ac:picMk id="4" creationId="{E11F8490-F232-993B-6615-EFD506669072}"/>
          </ac:picMkLst>
        </pc:picChg>
        <pc:picChg chg="add mod">
          <ac:chgData name="Gusti Pangestu" userId="S::gusti.pangestu@binus.ac.id::7768735c-5c0d-4d9b-b550-ead0b3c82a30" providerId="AD" clId="Web-{C66C34B6-9332-01B0-020B-2C52778785FE}" dt="2022-11-16T09:17:46.756" v="39" actId="14100"/>
          <ac:picMkLst>
            <pc:docMk/>
            <pc:sldMk cId="3825084955" sldId="291"/>
            <ac:picMk id="5" creationId="{4F0F1FA3-D48F-68D8-F1FB-6EA7F50B1369}"/>
          </ac:picMkLst>
        </pc:picChg>
      </pc:sldChg>
      <pc:sldChg chg="new">
        <pc:chgData name="Gusti Pangestu" userId="S::gusti.pangestu@binus.ac.id::7768735c-5c0d-4d9b-b550-ead0b3c82a30" providerId="AD" clId="Web-{C66C34B6-9332-01B0-020B-2C52778785FE}" dt="2022-11-16T09:17:52.740" v="40"/>
        <pc:sldMkLst>
          <pc:docMk/>
          <pc:sldMk cId="1339754843" sldId="292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71" v="13"/>
        <pc:sldMkLst>
          <pc:docMk/>
          <pc:sldMk cId="3506783845" sldId="292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71" v="11"/>
        <pc:sldMkLst>
          <pc:docMk/>
          <pc:sldMk cId="1023137893" sldId="293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71" v="12"/>
        <pc:sldMkLst>
          <pc:docMk/>
          <pc:sldMk cId="641680110" sldId="294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10"/>
        <pc:sldMkLst>
          <pc:docMk/>
          <pc:sldMk cId="1095013890" sldId="295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9"/>
        <pc:sldMkLst>
          <pc:docMk/>
          <pc:sldMk cId="1426729290" sldId="296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8"/>
        <pc:sldMkLst>
          <pc:docMk/>
          <pc:sldMk cId="2467367817" sldId="297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7"/>
        <pc:sldMkLst>
          <pc:docMk/>
          <pc:sldMk cId="3078249726" sldId="298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6"/>
        <pc:sldMkLst>
          <pc:docMk/>
          <pc:sldMk cId="2189213575" sldId="299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5"/>
        <pc:sldMkLst>
          <pc:docMk/>
          <pc:sldMk cId="544600065" sldId="300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4"/>
        <pc:sldMkLst>
          <pc:docMk/>
          <pc:sldMk cId="1266768660" sldId="301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3"/>
        <pc:sldMkLst>
          <pc:docMk/>
          <pc:sldMk cId="343948354" sldId="302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2"/>
        <pc:sldMkLst>
          <pc:docMk/>
          <pc:sldMk cId="2107620240" sldId="303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1"/>
        <pc:sldMkLst>
          <pc:docMk/>
          <pc:sldMk cId="3568005129" sldId="304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0"/>
        <pc:sldMkLst>
          <pc:docMk/>
          <pc:sldMk cId="4266244157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347AD-4C68-40F0-A7FE-7B388326E828}" type="datetimeFigureOut">
              <a:rPr lang="id-ID" smtClean="0"/>
              <a:t>02/01/2023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3A927-6C38-4632-942C-2C21A01C7D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395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11" name="Picture 1" descr="Background 01-01.jpg">
            <a:extLst>
              <a:ext uri="{FF2B5EF4-FFF2-40B4-BE49-F238E27FC236}">
                <a16:creationId xmlns:a16="http://schemas.microsoft.com/office/drawing/2014/main" id="{BAB1F597-27DD-4AD5-9342-11528D4387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-1" y="0"/>
            <a:ext cx="914620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37C18FCB-F3A8-4188-9F49-B2D77ECA9A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0942" t="89154" r="21091" b="4449"/>
          <a:stretch/>
        </p:blipFill>
        <p:spPr>
          <a:xfrm>
            <a:off x="5417838" y="650553"/>
            <a:ext cx="3426919" cy="534843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/>
          </a:p>
        </p:txBody>
      </p:sp>
      <p:pic>
        <p:nvPicPr>
          <p:cNvPr id="12" name="Picture 1" descr="Background 01-02.jpg">
            <a:extLst>
              <a:ext uri="{FF2B5EF4-FFF2-40B4-BE49-F238E27FC236}">
                <a16:creationId xmlns:a16="http://schemas.microsoft.com/office/drawing/2014/main" id="{85D2C002-CFDC-4500-9C4B-9C7B4FA430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E1BE66E-B095-4930-9921-1D3A32697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0942" t="89154" r="21091" b="4449"/>
          <a:stretch/>
        </p:blipFill>
        <p:spPr>
          <a:xfrm>
            <a:off x="2971800" y="5925358"/>
            <a:ext cx="3426092" cy="534714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5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o.dev/doc/tutorial/web-service-gin" TargetMode="External"/><Relationship Id="rId2" Type="http://schemas.openxmlformats.org/officeDocument/2006/relationships/hyperlink" Target="https://go.dev/doc/inst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.dev/doc/tutorial/add-a-te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Popular Programming Tech</a:t>
            </a:r>
            <a:endParaRPr lang="en-US">
              <a:ea typeface="Open Sans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68580" tIns="34290" rIns="68580" bIns="34290" rtlCol="0" anchor="t">
            <a:normAutofit fontScale="70000" lnSpcReduction="20000"/>
          </a:bodyPr>
          <a:lstStyle/>
          <a:p>
            <a:r>
              <a:rPr lang="en-US" dirty="0">
                <a:cs typeface="Calibri"/>
              </a:rPr>
              <a:t>Part 10</a:t>
            </a:r>
          </a:p>
          <a:p>
            <a:r>
              <a:rPr lang="en-US" dirty="0">
                <a:ea typeface="Open Sans"/>
                <a:cs typeface="Open Sans"/>
              </a:rPr>
              <a:t>Packages and Go Tools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616B-94C1-4821-AA95-497C64AD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Objective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D8CF-1B8B-4AE4-B51C-5D619267E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 2 : Apply GO programming language techniques and libraries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 3 : Solve problem using GO programming language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29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7130-CB93-C8BE-7021-F7979E82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"/>
                <a:cs typeface="Open Sans"/>
              </a:rPr>
              <a:t>Outline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E6DC7-A61F-27FA-B9A7-7018AFBF0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Open Sans"/>
              <a:cs typeface="Open Sans"/>
            </a:endParaRPr>
          </a:p>
          <a:p>
            <a:r>
              <a:rPr lang="en-US" b="1" dirty="0">
                <a:ea typeface="Open Sans"/>
                <a:cs typeface="Open Sans"/>
              </a:rPr>
              <a:t>The Go test tool</a:t>
            </a:r>
          </a:p>
          <a:p>
            <a:r>
              <a:rPr lang="en-US" b="1" dirty="0">
                <a:ea typeface="Open Sans"/>
                <a:cs typeface="Open Sans"/>
              </a:rPr>
              <a:t>Test functions</a:t>
            </a:r>
          </a:p>
          <a:p>
            <a:r>
              <a:rPr lang="en-US" b="1" dirty="0">
                <a:ea typeface="Open Sans"/>
                <a:cs typeface="Open Sans"/>
              </a:rPr>
              <a:t>Coverage</a:t>
            </a:r>
          </a:p>
          <a:p>
            <a:r>
              <a:rPr lang="en-US" b="1" dirty="0">
                <a:ea typeface="Open Sans"/>
                <a:cs typeface="Open Sans"/>
              </a:rPr>
              <a:t>Benchmark functions</a:t>
            </a:r>
          </a:p>
          <a:p>
            <a:r>
              <a:rPr lang="en-US" b="1" dirty="0">
                <a:ea typeface="Open Sans"/>
                <a:cs typeface="Open Sans"/>
              </a:rPr>
              <a:t>Profiling</a:t>
            </a:r>
          </a:p>
          <a:p>
            <a:r>
              <a:rPr lang="en-US" b="1" dirty="0">
                <a:ea typeface="Open Sans"/>
                <a:cs typeface="Open Sans"/>
              </a:rPr>
              <a:t>Example functions</a:t>
            </a:r>
          </a:p>
          <a:p>
            <a:endParaRPr lang="en-US" b="1" dirty="0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45682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C5CEE-C089-44B9-E26A-F5FB478B5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 test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9133C-F25E-6303-AAAA-2303DEDBE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 test subcommand is a test driver for Go packages that are organized according to certain conventions</a:t>
            </a:r>
          </a:p>
          <a:p>
            <a:r>
              <a:rPr lang="en-US" dirty="0"/>
              <a:t> In a package directory, files whose names end with _</a:t>
            </a:r>
            <a:r>
              <a:rPr lang="en-US" dirty="0" err="1"/>
              <a:t>test.go</a:t>
            </a:r>
            <a:r>
              <a:rPr lang="en-US" dirty="0"/>
              <a:t> are not part of the package ordinarily </a:t>
            </a:r>
            <a:r>
              <a:rPr lang="en-US" dirty="0" err="1"/>
              <a:t>bui</a:t>
            </a:r>
            <a:r>
              <a:rPr lang="en-US" dirty="0"/>
              <a:t> </a:t>
            </a:r>
            <a:r>
              <a:rPr lang="en-US" dirty="0" err="1"/>
              <a:t>lt</a:t>
            </a:r>
            <a:r>
              <a:rPr lang="en-US" dirty="0"/>
              <a:t> by go build but are a part of it when </a:t>
            </a:r>
            <a:r>
              <a:rPr lang="en-US" dirty="0" err="1"/>
              <a:t>bui</a:t>
            </a:r>
            <a:r>
              <a:rPr lang="en-US" dirty="0"/>
              <a:t> </a:t>
            </a:r>
            <a:r>
              <a:rPr lang="en-US" dirty="0" err="1"/>
              <a:t>lt</a:t>
            </a:r>
            <a:r>
              <a:rPr lang="en-US" dirty="0"/>
              <a:t> by go test.</a:t>
            </a:r>
          </a:p>
          <a:p>
            <a:r>
              <a:rPr lang="en-US" dirty="0"/>
              <a:t>Within *_</a:t>
            </a:r>
            <a:r>
              <a:rPr lang="en-US" dirty="0" err="1"/>
              <a:t>test.go</a:t>
            </a:r>
            <a:r>
              <a:rPr lang="en-US" dirty="0"/>
              <a:t> files, three kinds of functions are treated specially: tests, benchmarks, and examples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89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7E16-D6EE-D65F-BF04-B9742350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3C7B2-5E9E-FAF3-571E-E388208E3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 test function, which is a function whose name begins with Test, exercises some program logic for correct behavior ; go test calls the test function and reports the result, which is either PASS or FAIL</a:t>
            </a:r>
          </a:p>
          <a:p>
            <a:r>
              <a:rPr lang="en-US" dirty="0"/>
              <a:t>A benchmark function has a name beginning with Benchmark and measures the performance of some operation; go test reports the mean execution time of the operation.</a:t>
            </a:r>
          </a:p>
          <a:p>
            <a:r>
              <a:rPr lang="en-US" dirty="0"/>
              <a:t>A example function, whose name starts with Example, provides machine-checked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60516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7776-D728-00E7-63AE-0F979D0D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6F302-B951-785B-3568-C1FAB2ADF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test file must import the testing package. Test functions have the following sig nature: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Test function names must begin with Test; the option al suffix Name must begin with a capital letter: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F861F-1EF6-EB32-C8BA-1B83B25C7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45" y="3429000"/>
            <a:ext cx="2753109" cy="666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6127D1-5AA2-C99A-EAA6-0C7D5FD0C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286" y="5054084"/>
            <a:ext cx="3591426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5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9C7F12-1371-36F3-DB23-6B272338F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890" y="1692676"/>
            <a:ext cx="7651744" cy="3284058"/>
          </a:xfrm>
        </p:spPr>
      </p:pic>
    </p:spTree>
    <p:extLst>
      <p:ext uri="{BB962C8B-B14F-4D97-AF65-F5344CB8AC3E}">
        <p14:creationId xmlns:p14="http://schemas.microsoft.com/office/powerpoint/2010/main" val="299320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1A2C23-CE60-8A55-3502-8FF0E65E8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067" y="1684337"/>
            <a:ext cx="6249817" cy="4471117"/>
          </a:xfrm>
        </p:spPr>
      </p:pic>
    </p:spTree>
    <p:extLst>
      <p:ext uri="{BB962C8B-B14F-4D97-AF65-F5344CB8AC3E}">
        <p14:creationId xmlns:p14="http://schemas.microsoft.com/office/powerpoint/2010/main" val="296290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6BD5-3FF9-BC7C-F962-53988E11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AB512-629F-DAA1-DAC2-8F00AE34D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 test (or go build) command with no package arguments operates on the package in the current directory. We can build and run the tests with the following command.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63FC4-2A57-32F3-FCBE-E3DBDECE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45" y="4024299"/>
            <a:ext cx="3296110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1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2EDD-B683-5F30-A873-6F2F599B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/>
          <a:p>
            <a:r>
              <a:rPr lang="en-US" dirty="0"/>
              <a:t>Randomized Testing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3EAE73E-4A03-0554-6E7A-39C1D2FC6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5" y="3284264"/>
            <a:ext cx="3168352" cy="223368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4754-B857-E455-536A-6A9C15FC2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/>
          <a:p>
            <a:r>
              <a:rPr lang="en-US" dirty="0"/>
              <a:t> Table-driven tests are convenient for checking that a function works on inputs carefully selected to exercise interesting cases in the logic</a:t>
            </a:r>
          </a:p>
          <a:p>
            <a:r>
              <a:rPr lang="en-US" dirty="0"/>
              <a:t>Another approach, randomized testing, explores a broader range of inputs by constructing inputs at random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02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6EC092-A8CA-329C-92B0-088443FE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FINPRO </a:t>
            </a:r>
            <a:r>
              <a:rPr lang="en-US" dirty="0" err="1"/>
              <a:t>Progres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10EE0E-758E-BB1F-6FFA-CF55BA18B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1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8D8085-CEF9-4899-944F-A4EBC898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  <a:endParaRPr lang="id-ID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9FBC7-A7B5-44F5-875A-9C78EE94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</a:t>
            </a: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</a:t>
            </a: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</a:t>
            </a: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</a:t>
            </a:r>
            <a:endParaRPr lang="en-AU" sz="1800" dirty="0">
              <a:ea typeface="Open Sans"/>
              <a:cs typeface="Open Sans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hlinkClick r:id="rId3"/>
              </a:rPr>
              <a:t>Tutorial: Developing a RESTful API with Go and Gin - The Go Programming Language</a:t>
            </a:r>
            <a:endParaRPr lang="en-US" sz="16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dirty="0">
                <a:latin typeface="Arial"/>
                <a:ea typeface="Open Sans"/>
                <a:cs typeface="Times New Roman" panose="02020603050405020304" pitchFamily="18" charset="0"/>
                <a:hlinkClick r:id="rId4"/>
              </a:rPr>
              <a:t>https://go.dev/doc/tutorial/add-a-test</a:t>
            </a:r>
            <a:endParaRPr lang="en-AU" sz="1800" dirty="0">
              <a:latin typeface="Arial"/>
              <a:ea typeface="Open Sans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800" dirty="0">
              <a:latin typeface="Arial"/>
              <a:ea typeface="Open Sans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800" dirty="0">
              <a:ea typeface="Open Sans"/>
              <a:cs typeface="Open Sans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4CE016D-E953-4FF6-AB64-3D5523725FF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65886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2015</Template>
  <TotalTime>3731</TotalTime>
  <Words>359</Words>
  <Application>Microsoft Office PowerPoint</Application>
  <PresentationFormat>On-screen Show (4:3)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Open Sans</vt:lpstr>
      <vt:lpstr>Symbol</vt:lpstr>
      <vt:lpstr>Template PPT 2015</vt:lpstr>
      <vt:lpstr>Popular Programming Tech</vt:lpstr>
      <vt:lpstr>Learning Objective</vt:lpstr>
      <vt:lpstr>Outline</vt:lpstr>
      <vt:lpstr>The Go test tool</vt:lpstr>
      <vt:lpstr>PowerPoint Presentation</vt:lpstr>
      <vt:lpstr>Test Function</vt:lpstr>
      <vt:lpstr>PowerPoint Presentation</vt:lpstr>
      <vt:lpstr>PowerPoint Presentation</vt:lpstr>
      <vt:lpstr>PowerPoint Presentation</vt:lpstr>
      <vt:lpstr>Randomized Testing</vt:lpstr>
      <vt:lpstr>FINPRO Progres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 Session  #</dc:title>
  <dc:creator>Yulia</dc:creator>
  <cp:lastModifiedBy>Gusti Pangestu</cp:lastModifiedBy>
  <cp:revision>503</cp:revision>
  <dcterms:created xsi:type="dcterms:W3CDTF">2015-05-04T03:33:03Z</dcterms:created>
  <dcterms:modified xsi:type="dcterms:W3CDTF">2023-01-02T09:41:23Z</dcterms:modified>
</cp:coreProperties>
</file>