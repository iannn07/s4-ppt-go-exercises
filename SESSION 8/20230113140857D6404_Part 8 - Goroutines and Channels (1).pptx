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8" r:id="rId2"/>
    <p:sldId id="288" r:id="rId3"/>
    <p:sldId id="290" r:id="rId4"/>
    <p:sldId id="291" r:id="rId5"/>
    <p:sldId id="292" r:id="rId6"/>
    <p:sldId id="293" r:id="rId7"/>
    <p:sldId id="294" r:id="rId8"/>
    <p:sldId id="295" r:id="rId9"/>
    <p:sldId id="296" r:id="rId10"/>
    <p:sldId id="297" r:id="rId11"/>
    <p:sldId id="298" r:id="rId12"/>
    <p:sldId id="299" r:id="rId13"/>
    <p:sldId id="300" r:id="rId14"/>
    <p:sldId id="301" r:id="rId15"/>
    <p:sldId id="302" r:id="rId16"/>
    <p:sldId id="303" r:id="rId17"/>
    <p:sldId id="304" r:id="rId18"/>
    <p:sldId id="305" r:id="rId19"/>
    <p:sldId id="306" r:id="rId20"/>
    <p:sldId id="289" r:id="rId21"/>
  </p:sldIdLst>
  <p:sldSz cx="9144000" cy="6858000" type="screen4x3"/>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727C0728-BFBA-4018-A895-7E45D940962F}">
          <p14:sldIdLst>
            <p14:sldId id="258"/>
          </p14:sldIdLst>
        </p14:section>
        <p14:section name="COURSE CONTENT" id="{F4927CBE-FA17-46D1-BAAE-887D0AF2CCBF}">
          <p14:sldIdLst>
            <p14:sldId id="288"/>
            <p14:sldId id="290"/>
            <p14:sldId id="291"/>
            <p14:sldId id="292"/>
            <p14:sldId id="293"/>
            <p14:sldId id="294"/>
            <p14:sldId id="295"/>
            <p14:sldId id="296"/>
            <p14:sldId id="297"/>
            <p14:sldId id="298"/>
            <p14:sldId id="299"/>
            <p14:sldId id="300"/>
            <p14:sldId id="301"/>
            <p14:sldId id="302"/>
            <p14:sldId id="303"/>
            <p14:sldId id="304"/>
            <p14:sldId id="305"/>
            <p14:sldId id="306"/>
          </p14:sldIdLst>
        </p14:section>
        <p14:section name="REFERENCE" id="{82098E28-DACF-4424-86A1-E861B2DCC6FF}">
          <p14:sldIdLst>
            <p14:sldId id="28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8F15"/>
    <a:srgbClr val="008FD5"/>
    <a:srgbClr val="F7F7F7"/>
    <a:srgbClr val="558FD5"/>
    <a:srgbClr val="0079B8"/>
    <a:srgbClr val="0081BD"/>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74B6E2-91C7-436A-9E64-4860392AB98F}" v="2" dt="2023-01-02T09:20:46.3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1566"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sti Pangestu" userId="S::gusti.pangestu@binus.ac.id::7768735c-5c0d-4d9b-b550-ead0b3c82a30" providerId="AD" clId="Web-{545CF8EE-C950-CF5E-EA51-348C50644DAE}"/>
    <pc:docChg chg="delSld modSection">
      <pc:chgData name="Gusti Pangestu" userId="S::gusti.pangestu@binus.ac.id::7768735c-5c0d-4d9b-b550-ead0b3c82a30" providerId="AD" clId="Web-{545CF8EE-C950-CF5E-EA51-348C50644DAE}" dt="2022-11-02T09:50:50.443" v="7"/>
      <pc:docMkLst>
        <pc:docMk/>
      </pc:docMkLst>
      <pc:sldChg chg="del">
        <pc:chgData name="Gusti Pangestu" userId="S::gusti.pangestu@binus.ac.id::7768735c-5c0d-4d9b-b550-ead0b3c82a30" providerId="AD" clId="Web-{545CF8EE-C950-CF5E-EA51-348C50644DAE}" dt="2022-11-02T09:50:50.443" v="7"/>
        <pc:sldMkLst>
          <pc:docMk/>
          <pc:sldMk cId="2466898216" sldId="291"/>
        </pc:sldMkLst>
      </pc:sldChg>
      <pc:sldChg chg="del">
        <pc:chgData name="Gusti Pangestu" userId="S::gusti.pangestu@binus.ac.id::7768735c-5c0d-4d9b-b550-ead0b3c82a30" providerId="AD" clId="Web-{545CF8EE-C950-CF5E-EA51-348C50644DAE}" dt="2022-11-02T09:50:50.443" v="6"/>
        <pc:sldMkLst>
          <pc:docMk/>
          <pc:sldMk cId="3525839078" sldId="292"/>
        </pc:sldMkLst>
      </pc:sldChg>
      <pc:sldChg chg="del">
        <pc:chgData name="Gusti Pangestu" userId="S::gusti.pangestu@binus.ac.id::7768735c-5c0d-4d9b-b550-ead0b3c82a30" providerId="AD" clId="Web-{545CF8EE-C950-CF5E-EA51-348C50644DAE}" dt="2022-11-02T09:50:50.443" v="5"/>
        <pc:sldMkLst>
          <pc:docMk/>
          <pc:sldMk cId="4076145057" sldId="293"/>
        </pc:sldMkLst>
      </pc:sldChg>
      <pc:sldChg chg="del">
        <pc:chgData name="Gusti Pangestu" userId="S::gusti.pangestu@binus.ac.id::7768735c-5c0d-4d9b-b550-ead0b3c82a30" providerId="AD" clId="Web-{545CF8EE-C950-CF5E-EA51-348C50644DAE}" dt="2022-11-02T09:50:50.443" v="4"/>
        <pc:sldMkLst>
          <pc:docMk/>
          <pc:sldMk cId="1654806926" sldId="294"/>
        </pc:sldMkLst>
      </pc:sldChg>
      <pc:sldChg chg="del">
        <pc:chgData name="Gusti Pangestu" userId="S::gusti.pangestu@binus.ac.id::7768735c-5c0d-4d9b-b550-ead0b3c82a30" providerId="AD" clId="Web-{545CF8EE-C950-CF5E-EA51-348C50644DAE}" dt="2022-11-02T09:50:50.443" v="3"/>
        <pc:sldMkLst>
          <pc:docMk/>
          <pc:sldMk cId="1695190657" sldId="295"/>
        </pc:sldMkLst>
      </pc:sldChg>
      <pc:sldChg chg="del">
        <pc:chgData name="Gusti Pangestu" userId="S::gusti.pangestu@binus.ac.id::7768735c-5c0d-4d9b-b550-ead0b3c82a30" providerId="AD" clId="Web-{545CF8EE-C950-CF5E-EA51-348C50644DAE}" dt="2022-11-02T09:50:50.443" v="2"/>
        <pc:sldMkLst>
          <pc:docMk/>
          <pc:sldMk cId="1038788887" sldId="296"/>
        </pc:sldMkLst>
      </pc:sldChg>
      <pc:sldChg chg="del">
        <pc:chgData name="Gusti Pangestu" userId="S::gusti.pangestu@binus.ac.id::7768735c-5c0d-4d9b-b550-ead0b3c82a30" providerId="AD" clId="Web-{545CF8EE-C950-CF5E-EA51-348C50644DAE}" dt="2022-11-02T09:50:50.443" v="1"/>
        <pc:sldMkLst>
          <pc:docMk/>
          <pc:sldMk cId="1449165949" sldId="297"/>
        </pc:sldMkLst>
      </pc:sldChg>
      <pc:sldChg chg="del">
        <pc:chgData name="Gusti Pangestu" userId="S::gusti.pangestu@binus.ac.id::7768735c-5c0d-4d9b-b550-ead0b3c82a30" providerId="AD" clId="Web-{545CF8EE-C950-CF5E-EA51-348C50644DAE}" dt="2022-11-02T09:50:50.443" v="0"/>
        <pc:sldMkLst>
          <pc:docMk/>
          <pc:sldMk cId="1604491517" sldId="298"/>
        </pc:sldMkLst>
      </pc:sldChg>
    </pc:docChg>
  </pc:docChgLst>
  <pc:docChgLst>
    <pc:chgData name="Gusti Pangestu" userId="S::gusti.pangestu@binus.ac.id::7768735c-5c0d-4d9b-b550-ead0b3c82a30" providerId="AD" clId="Web-{CE3EDE46-5A29-B0DA-503C-90F3093E0DF2}"/>
    <pc:docChg chg="addSld delSld modSld modSection">
      <pc:chgData name="Gusti Pangestu" userId="S::gusti.pangestu@binus.ac.id::7768735c-5c0d-4d9b-b550-ead0b3c82a30" providerId="AD" clId="Web-{CE3EDE46-5A29-B0DA-503C-90F3093E0DF2}" dt="2022-11-17T04:12:11.346" v="305" actId="1076"/>
      <pc:docMkLst>
        <pc:docMk/>
      </pc:docMkLst>
      <pc:sldChg chg="addSp modSp">
        <pc:chgData name="Gusti Pangestu" userId="S::gusti.pangestu@binus.ac.id::7768735c-5c0d-4d9b-b550-ead0b3c82a30" providerId="AD" clId="Web-{CE3EDE46-5A29-B0DA-503C-90F3093E0DF2}" dt="2022-11-17T02:30:06.464" v="9" actId="1076"/>
        <pc:sldMkLst>
          <pc:docMk/>
          <pc:sldMk cId="1339754843" sldId="292"/>
        </pc:sldMkLst>
        <pc:spChg chg="mod">
          <ac:chgData name="Gusti Pangestu" userId="S::gusti.pangestu@binus.ac.id::7768735c-5c0d-4d9b-b550-ead0b3c82a30" providerId="AD" clId="Web-{CE3EDE46-5A29-B0DA-503C-90F3093E0DF2}" dt="2022-11-17T02:29:39.775" v="2" actId="20577"/>
          <ac:spMkLst>
            <pc:docMk/>
            <pc:sldMk cId="1339754843" sldId="292"/>
            <ac:spMk id="2" creationId="{2CD4D38E-151C-E926-4A5E-2418D5764E48}"/>
          </ac:spMkLst>
        </pc:spChg>
        <pc:spChg chg="mod">
          <ac:chgData name="Gusti Pangestu" userId="S::gusti.pangestu@binus.ac.id::7768735c-5c0d-4d9b-b550-ead0b3c82a30" providerId="AD" clId="Web-{CE3EDE46-5A29-B0DA-503C-90F3093E0DF2}" dt="2022-11-17T02:30:02.245" v="7" actId="20577"/>
          <ac:spMkLst>
            <pc:docMk/>
            <pc:sldMk cId="1339754843" sldId="292"/>
            <ac:spMk id="3" creationId="{C335E920-A773-D16F-8C4B-B58D0B92E14B}"/>
          </ac:spMkLst>
        </pc:spChg>
        <pc:picChg chg="add mod">
          <ac:chgData name="Gusti Pangestu" userId="S::gusti.pangestu@binus.ac.id::7768735c-5c0d-4d9b-b550-ead0b3c82a30" providerId="AD" clId="Web-{CE3EDE46-5A29-B0DA-503C-90F3093E0DF2}" dt="2022-11-17T02:30:06.464" v="9" actId="1076"/>
          <ac:picMkLst>
            <pc:docMk/>
            <pc:sldMk cId="1339754843" sldId="292"/>
            <ac:picMk id="4" creationId="{1BA222C6-0E1E-1340-EC89-57C5A3678DA5}"/>
          </ac:picMkLst>
        </pc:picChg>
      </pc:sldChg>
      <pc:sldChg chg="modSp new">
        <pc:chgData name="Gusti Pangestu" userId="S::gusti.pangestu@binus.ac.id::7768735c-5c0d-4d9b-b550-ead0b3c82a30" providerId="AD" clId="Web-{CE3EDE46-5A29-B0DA-503C-90F3093E0DF2}" dt="2022-11-17T02:39:44.199" v="37" actId="20577"/>
        <pc:sldMkLst>
          <pc:docMk/>
          <pc:sldMk cId="1054886527" sldId="293"/>
        </pc:sldMkLst>
        <pc:spChg chg="mod">
          <ac:chgData name="Gusti Pangestu" userId="S::gusti.pangestu@binus.ac.id::7768735c-5c0d-4d9b-b550-ead0b3c82a30" providerId="AD" clId="Web-{CE3EDE46-5A29-B0DA-503C-90F3093E0DF2}" dt="2022-11-17T02:37:00.737" v="11" actId="20577"/>
          <ac:spMkLst>
            <pc:docMk/>
            <pc:sldMk cId="1054886527" sldId="293"/>
            <ac:spMk id="2" creationId="{A25E6832-DE91-DAFB-DDE1-D779DC886C1C}"/>
          </ac:spMkLst>
        </pc:spChg>
        <pc:spChg chg="mod">
          <ac:chgData name="Gusti Pangestu" userId="S::gusti.pangestu@binus.ac.id::7768735c-5c0d-4d9b-b550-ead0b3c82a30" providerId="AD" clId="Web-{CE3EDE46-5A29-B0DA-503C-90F3093E0DF2}" dt="2022-11-17T02:39:44.199" v="37" actId="20577"/>
          <ac:spMkLst>
            <pc:docMk/>
            <pc:sldMk cId="1054886527" sldId="293"/>
            <ac:spMk id="3" creationId="{FD220624-B9A7-EBEF-D81E-15866C8200F6}"/>
          </ac:spMkLst>
        </pc:spChg>
      </pc:sldChg>
      <pc:sldChg chg="addSp modSp new mod modClrScheme chgLayout">
        <pc:chgData name="Gusti Pangestu" userId="S::gusti.pangestu@binus.ac.id::7768735c-5c0d-4d9b-b550-ead0b3c82a30" providerId="AD" clId="Web-{CE3EDE46-5A29-B0DA-503C-90F3093E0DF2}" dt="2022-11-17T02:40:25.358" v="51"/>
        <pc:sldMkLst>
          <pc:docMk/>
          <pc:sldMk cId="684104041" sldId="294"/>
        </pc:sldMkLst>
        <pc:spChg chg="mod">
          <ac:chgData name="Gusti Pangestu" userId="S::gusti.pangestu@binus.ac.id::7768735c-5c0d-4d9b-b550-ead0b3c82a30" providerId="AD" clId="Web-{CE3EDE46-5A29-B0DA-503C-90F3093E0DF2}" dt="2022-11-17T02:40:25.358" v="51"/>
          <ac:spMkLst>
            <pc:docMk/>
            <pc:sldMk cId="684104041" sldId="294"/>
            <ac:spMk id="2" creationId="{76446C04-98C7-48D6-ACC9-484320EC91C9}"/>
          </ac:spMkLst>
        </pc:spChg>
        <pc:spChg chg="mod ord">
          <ac:chgData name="Gusti Pangestu" userId="S::gusti.pangestu@binus.ac.id::7768735c-5c0d-4d9b-b550-ead0b3c82a30" providerId="AD" clId="Web-{CE3EDE46-5A29-B0DA-503C-90F3093E0DF2}" dt="2022-11-17T02:40:25.358" v="51"/>
          <ac:spMkLst>
            <pc:docMk/>
            <pc:sldMk cId="684104041" sldId="294"/>
            <ac:spMk id="3" creationId="{AA33375F-B4CA-4565-DB0C-9246CAF6A535}"/>
          </ac:spMkLst>
        </pc:spChg>
        <pc:picChg chg="add mod">
          <ac:chgData name="Gusti Pangestu" userId="S::gusti.pangestu@binus.ac.id::7768735c-5c0d-4d9b-b550-ead0b3c82a30" providerId="AD" clId="Web-{CE3EDE46-5A29-B0DA-503C-90F3093E0DF2}" dt="2022-11-17T02:40:25.358" v="51"/>
          <ac:picMkLst>
            <pc:docMk/>
            <pc:sldMk cId="684104041" sldId="294"/>
            <ac:picMk id="4" creationId="{A9A3C4D7-FECD-3F78-E8F0-E813A4AC1BD2}"/>
          </ac:picMkLst>
        </pc:picChg>
      </pc:sldChg>
      <pc:sldChg chg="addSp delSp modSp new mod modClrScheme chgLayout">
        <pc:chgData name="Gusti Pangestu" userId="S::gusti.pangestu@binus.ac.id::7768735c-5c0d-4d9b-b550-ead0b3c82a30" providerId="AD" clId="Web-{CE3EDE46-5A29-B0DA-503C-90F3093E0DF2}" dt="2022-11-17T02:44:05.964" v="69" actId="14100"/>
        <pc:sldMkLst>
          <pc:docMk/>
          <pc:sldMk cId="3833624046" sldId="295"/>
        </pc:sldMkLst>
        <pc:spChg chg="del mod ord">
          <ac:chgData name="Gusti Pangestu" userId="S::gusti.pangestu@binus.ac.id::7768735c-5c0d-4d9b-b550-ead0b3c82a30" providerId="AD" clId="Web-{CE3EDE46-5A29-B0DA-503C-90F3093E0DF2}" dt="2022-11-17T02:41:59.629" v="54"/>
          <ac:spMkLst>
            <pc:docMk/>
            <pc:sldMk cId="3833624046" sldId="295"/>
            <ac:spMk id="2" creationId="{32CE7728-BA47-DFDE-8044-340872129C40}"/>
          </ac:spMkLst>
        </pc:spChg>
        <pc:spChg chg="add del mod ord">
          <ac:chgData name="Gusti Pangestu" userId="S::gusti.pangestu@binus.ac.id::7768735c-5c0d-4d9b-b550-ead0b3c82a30" providerId="AD" clId="Web-{CE3EDE46-5A29-B0DA-503C-90F3093E0DF2}" dt="2022-11-17T02:42:10.551" v="57"/>
          <ac:spMkLst>
            <pc:docMk/>
            <pc:sldMk cId="3833624046" sldId="295"/>
            <ac:spMk id="3" creationId="{EDEFBE65-CBB3-48E4-18C8-528F93474F0B}"/>
          </ac:spMkLst>
        </pc:spChg>
        <pc:spChg chg="del">
          <ac:chgData name="Gusti Pangestu" userId="S::gusti.pangestu@binus.ac.id::7768735c-5c0d-4d9b-b550-ead0b3c82a30" providerId="AD" clId="Web-{CE3EDE46-5A29-B0DA-503C-90F3093E0DF2}" dt="2022-11-17T02:41:38.737" v="53"/>
          <ac:spMkLst>
            <pc:docMk/>
            <pc:sldMk cId="3833624046" sldId="295"/>
            <ac:spMk id="4" creationId="{7187D58D-4EF1-2160-99A8-AB9844A0EEE7}"/>
          </ac:spMkLst>
        </pc:spChg>
        <pc:spChg chg="add mod">
          <ac:chgData name="Gusti Pangestu" userId="S::gusti.pangestu@binus.ac.id::7768735c-5c0d-4d9b-b550-ead0b3c82a30" providerId="AD" clId="Web-{CE3EDE46-5A29-B0DA-503C-90F3093E0DF2}" dt="2022-11-17T02:44:00.620" v="66" actId="20577"/>
          <ac:spMkLst>
            <pc:docMk/>
            <pc:sldMk cId="3833624046" sldId="295"/>
            <ac:spMk id="7" creationId="{E569D11F-FDB9-70B7-FD76-B0C4C2FC4EFE}"/>
          </ac:spMkLst>
        </pc:spChg>
        <pc:picChg chg="add del mod ord">
          <ac:chgData name="Gusti Pangestu" userId="S::gusti.pangestu@binus.ac.id::7768735c-5c0d-4d9b-b550-ead0b3c82a30" providerId="AD" clId="Web-{CE3EDE46-5A29-B0DA-503C-90F3093E0DF2}" dt="2022-11-17T02:42:04.473" v="56"/>
          <ac:picMkLst>
            <pc:docMk/>
            <pc:sldMk cId="3833624046" sldId="295"/>
            <ac:picMk id="5" creationId="{663F456C-BCDF-1D52-ACC7-3BF3289B86E2}"/>
          </ac:picMkLst>
        </pc:picChg>
        <pc:picChg chg="add mod ord">
          <ac:chgData name="Gusti Pangestu" userId="S::gusti.pangestu@binus.ac.id::7768735c-5c0d-4d9b-b550-ead0b3c82a30" providerId="AD" clId="Web-{CE3EDE46-5A29-B0DA-503C-90F3093E0DF2}" dt="2022-11-17T02:42:13.989" v="58" actId="1076"/>
          <ac:picMkLst>
            <pc:docMk/>
            <pc:sldMk cId="3833624046" sldId="295"/>
            <ac:picMk id="6" creationId="{DE0AFD10-B38B-4736-E5FD-BC6338DF9C66}"/>
          </ac:picMkLst>
        </pc:picChg>
        <pc:picChg chg="add mod">
          <ac:chgData name="Gusti Pangestu" userId="S::gusti.pangestu@binus.ac.id::7768735c-5c0d-4d9b-b550-ead0b3c82a30" providerId="AD" clId="Web-{CE3EDE46-5A29-B0DA-503C-90F3093E0DF2}" dt="2022-11-17T02:44:05.964" v="69" actId="14100"/>
          <ac:picMkLst>
            <pc:docMk/>
            <pc:sldMk cId="3833624046" sldId="295"/>
            <ac:picMk id="8" creationId="{10C6FBC8-0B03-9A9F-4D6B-13D822939E96}"/>
          </ac:picMkLst>
        </pc:picChg>
      </pc:sldChg>
      <pc:sldChg chg="addSp modSp new mod modClrScheme chgLayout">
        <pc:chgData name="Gusti Pangestu" userId="S::gusti.pangestu@binus.ac.id::7768735c-5c0d-4d9b-b550-ead0b3c82a30" providerId="AD" clId="Web-{CE3EDE46-5A29-B0DA-503C-90F3093E0DF2}" dt="2022-11-17T02:46:04.361" v="84"/>
        <pc:sldMkLst>
          <pc:docMk/>
          <pc:sldMk cId="2301636605" sldId="296"/>
        </pc:sldMkLst>
        <pc:spChg chg="mod">
          <ac:chgData name="Gusti Pangestu" userId="S::gusti.pangestu@binus.ac.id::7768735c-5c0d-4d9b-b550-ead0b3c82a30" providerId="AD" clId="Web-{CE3EDE46-5A29-B0DA-503C-90F3093E0DF2}" dt="2022-11-17T02:46:04.361" v="84"/>
          <ac:spMkLst>
            <pc:docMk/>
            <pc:sldMk cId="2301636605" sldId="296"/>
            <ac:spMk id="2" creationId="{B48C2AE9-E331-7958-15CD-63DA57763CE7}"/>
          </ac:spMkLst>
        </pc:spChg>
        <pc:spChg chg="mod ord">
          <ac:chgData name="Gusti Pangestu" userId="S::gusti.pangestu@binus.ac.id::7768735c-5c0d-4d9b-b550-ead0b3c82a30" providerId="AD" clId="Web-{CE3EDE46-5A29-B0DA-503C-90F3093E0DF2}" dt="2022-11-17T02:46:04.361" v="84"/>
          <ac:spMkLst>
            <pc:docMk/>
            <pc:sldMk cId="2301636605" sldId="296"/>
            <ac:spMk id="3" creationId="{E3E777C0-8FB7-C65C-56C4-F6BA3B60593F}"/>
          </ac:spMkLst>
        </pc:spChg>
        <pc:picChg chg="add mod">
          <ac:chgData name="Gusti Pangestu" userId="S::gusti.pangestu@binus.ac.id::7768735c-5c0d-4d9b-b550-ead0b3c82a30" providerId="AD" clId="Web-{CE3EDE46-5A29-B0DA-503C-90F3093E0DF2}" dt="2022-11-17T02:46:04.361" v="84"/>
          <ac:picMkLst>
            <pc:docMk/>
            <pc:sldMk cId="2301636605" sldId="296"/>
            <ac:picMk id="4" creationId="{479F3450-FDC9-16B6-63F3-28C32AE60EA7}"/>
          </ac:picMkLst>
        </pc:picChg>
      </pc:sldChg>
      <pc:sldChg chg="addSp delSp modSp new mod modClrScheme chgLayout">
        <pc:chgData name="Gusti Pangestu" userId="S::gusti.pangestu@binus.ac.id::7768735c-5c0d-4d9b-b550-ead0b3c82a30" providerId="AD" clId="Web-{CE3EDE46-5A29-B0DA-503C-90F3093E0DF2}" dt="2022-11-17T02:58:34.138" v="119"/>
        <pc:sldMkLst>
          <pc:docMk/>
          <pc:sldMk cId="2568124687" sldId="297"/>
        </pc:sldMkLst>
        <pc:spChg chg="mod ord">
          <ac:chgData name="Gusti Pangestu" userId="S::gusti.pangestu@binus.ac.id::7768735c-5c0d-4d9b-b550-ead0b3c82a30" providerId="AD" clId="Web-{CE3EDE46-5A29-B0DA-503C-90F3093E0DF2}" dt="2022-11-17T02:58:31.106" v="118"/>
          <ac:spMkLst>
            <pc:docMk/>
            <pc:sldMk cId="2568124687" sldId="297"/>
            <ac:spMk id="2" creationId="{CB715408-0DF7-2FEE-EC89-772E8AACCD76}"/>
          </ac:spMkLst>
        </pc:spChg>
        <pc:spChg chg="del mod ord">
          <ac:chgData name="Gusti Pangestu" userId="S::gusti.pangestu@binus.ac.id::7768735c-5c0d-4d9b-b550-ead0b3c82a30" providerId="AD" clId="Web-{CE3EDE46-5A29-B0DA-503C-90F3093E0DF2}" dt="2022-11-17T02:58:34.138" v="119"/>
          <ac:spMkLst>
            <pc:docMk/>
            <pc:sldMk cId="2568124687" sldId="297"/>
            <ac:spMk id="3" creationId="{F0582F19-7330-1AAC-5479-F83EA9FC21E7}"/>
          </ac:spMkLst>
        </pc:spChg>
        <pc:spChg chg="del">
          <ac:chgData name="Gusti Pangestu" userId="S::gusti.pangestu@binus.ac.id::7768735c-5c0d-4d9b-b550-ead0b3c82a30" providerId="AD" clId="Web-{CE3EDE46-5A29-B0DA-503C-90F3093E0DF2}" dt="2022-11-17T02:58:31.106" v="118"/>
          <ac:spMkLst>
            <pc:docMk/>
            <pc:sldMk cId="2568124687" sldId="297"/>
            <ac:spMk id="4" creationId="{D7548E84-2546-3A42-5B73-E298665ADD37}"/>
          </ac:spMkLst>
        </pc:spChg>
        <pc:picChg chg="add mod ord">
          <ac:chgData name="Gusti Pangestu" userId="S::gusti.pangestu@binus.ac.id::7768735c-5c0d-4d9b-b550-ead0b3c82a30" providerId="AD" clId="Web-{CE3EDE46-5A29-B0DA-503C-90F3093E0DF2}" dt="2022-11-17T02:58:34.138" v="119"/>
          <ac:picMkLst>
            <pc:docMk/>
            <pc:sldMk cId="2568124687" sldId="297"/>
            <ac:picMk id="5" creationId="{BAB171C5-00AE-6911-18FF-1C0281F79BDE}"/>
          </ac:picMkLst>
        </pc:picChg>
      </pc:sldChg>
      <pc:sldChg chg="modSp new del">
        <pc:chgData name="Gusti Pangestu" userId="S::gusti.pangestu@binus.ac.id::7768735c-5c0d-4d9b-b550-ead0b3c82a30" providerId="AD" clId="Web-{CE3EDE46-5A29-B0DA-503C-90F3093E0DF2}" dt="2022-11-17T02:55:07.845" v="97"/>
        <pc:sldMkLst>
          <pc:docMk/>
          <pc:sldMk cId="3739284830" sldId="297"/>
        </pc:sldMkLst>
        <pc:spChg chg="mod">
          <ac:chgData name="Gusti Pangestu" userId="S::gusti.pangestu@binus.ac.id::7768735c-5c0d-4d9b-b550-ead0b3c82a30" providerId="AD" clId="Web-{CE3EDE46-5A29-B0DA-503C-90F3093E0DF2}" dt="2022-11-17T02:55:07.157" v="96" actId="20577"/>
          <ac:spMkLst>
            <pc:docMk/>
            <pc:sldMk cId="3739284830" sldId="297"/>
            <ac:spMk id="2" creationId="{7F64B7DE-455C-0D22-DD1C-CB06EAEC75C4}"/>
          </ac:spMkLst>
        </pc:spChg>
      </pc:sldChg>
      <pc:sldChg chg="addSp delSp modSp new">
        <pc:chgData name="Gusti Pangestu" userId="S::gusti.pangestu@binus.ac.id::7768735c-5c0d-4d9b-b550-ead0b3c82a30" providerId="AD" clId="Web-{CE3EDE46-5A29-B0DA-503C-90F3093E0DF2}" dt="2022-11-17T03:31:36.515" v="124" actId="14100"/>
        <pc:sldMkLst>
          <pc:docMk/>
          <pc:sldMk cId="1685238828" sldId="298"/>
        </pc:sldMkLst>
        <pc:spChg chg="del">
          <ac:chgData name="Gusti Pangestu" userId="S::gusti.pangestu@binus.ac.id::7768735c-5c0d-4d9b-b550-ead0b3c82a30" providerId="AD" clId="Web-{CE3EDE46-5A29-B0DA-503C-90F3093E0DF2}" dt="2022-11-17T03:31:25.249" v="122"/>
          <ac:spMkLst>
            <pc:docMk/>
            <pc:sldMk cId="1685238828" sldId="298"/>
            <ac:spMk id="2" creationId="{86222EB7-46A5-B329-4713-55BED742F115}"/>
          </ac:spMkLst>
        </pc:spChg>
        <pc:spChg chg="del">
          <ac:chgData name="Gusti Pangestu" userId="S::gusti.pangestu@binus.ac.id::7768735c-5c0d-4d9b-b550-ead0b3c82a30" providerId="AD" clId="Web-{CE3EDE46-5A29-B0DA-503C-90F3093E0DF2}" dt="2022-11-17T03:31:23.093" v="121"/>
          <ac:spMkLst>
            <pc:docMk/>
            <pc:sldMk cId="1685238828" sldId="298"/>
            <ac:spMk id="3" creationId="{2743A34F-EFF0-F950-6647-02A0622EAECE}"/>
          </ac:spMkLst>
        </pc:spChg>
        <pc:picChg chg="add mod ord">
          <ac:chgData name="Gusti Pangestu" userId="S::gusti.pangestu@binus.ac.id::7768735c-5c0d-4d9b-b550-ead0b3c82a30" providerId="AD" clId="Web-{CE3EDE46-5A29-B0DA-503C-90F3093E0DF2}" dt="2022-11-17T03:31:36.515" v="124" actId="14100"/>
          <ac:picMkLst>
            <pc:docMk/>
            <pc:sldMk cId="1685238828" sldId="298"/>
            <ac:picMk id="4" creationId="{7930E9D0-B875-6F14-A628-223A28A139C2}"/>
          </ac:picMkLst>
        </pc:picChg>
      </pc:sldChg>
      <pc:sldChg chg="modSp new">
        <pc:chgData name="Gusti Pangestu" userId="S::gusti.pangestu@binus.ac.id::7768735c-5c0d-4d9b-b550-ead0b3c82a30" providerId="AD" clId="Web-{CE3EDE46-5A29-B0DA-503C-90F3093E0DF2}" dt="2022-11-17T03:43:03.632" v="136" actId="20577"/>
        <pc:sldMkLst>
          <pc:docMk/>
          <pc:sldMk cId="2835585452" sldId="299"/>
        </pc:sldMkLst>
        <pc:spChg chg="mod">
          <ac:chgData name="Gusti Pangestu" userId="S::gusti.pangestu@binus.ac.id::7768735c-5c0d-4d9b-b550-ead0b3c82a30" providerId="AD" clId="Web-{CE3EDE46-5A29-B0DA-503C-90F3093E0DF2}" dt="2022-11-17T03:40:30.798" v="127" actId="20577"/>
          <ac:spMkLst>
            <pc:docMk/>
            <pc:sldMk cId="2835585452" sldId="299"/>
            <ac:spMk id="2" creationId="{AD388A89-AE3B-2FF2-D754-C6EF6E90C86E}"/>
          </ac:spMkLst>
        </pc:spChg>
        <pc:spChg chg="mod">
          <ac:chgData name="Gusti Pangestu" userId="S::gusti.pangestu@binus.ac.id::7768735c-5c0d-4d9b-b550-ead0b3c82a30" providerId="AD" clId="Web-{CE3EDE46-5A29-B0DA-503C-90F3093E0DF2}" dt="2022-11-17T03:43:03.632" v="136" actId="20577"/>
          <ac:spMkLst>
            <pc:docMk/>
            <pc:sldMk cId="2835585452" sldId="299"/>
            <ac:spMk id="3" creationId="{0713FFE9-84CC-230D-AAD8-CBD136347397}"/>
          </ac:spMkLst>
        </pc:spChg>
      </pc:sldChg>
      <pc:sldChg chg="addSp delSp modSp new">
        <pc:chgData name="Gusti Pangestu" userId="S::gusti.pangestu@binus.ac.id::7768735c-5c0d-4d9b-b550-ead0b3c82a30" providerId="AD" clId="Web-{CE3EDE46-5A29-B0DA-503C-90F3093E0DF2}" dt="2022-11-17T03:43:15.929" v="141" actId="14100"/>
        <pc:sldMkLst>
          <pc:docMk/>
          <pc:sldMk cId="317275369" sldId="300"/>
        </pc:sldMkLst>
        <pc:spChg chg="del">
          <ac:chgData name="Gusti Pangestu" userId="S::gusti.pangestu@binus.ac.id::7768735c-5c0d-4d9b-b550-ead0b3c82a30" providerId="AD" clId="Web-{CE3EDE46-5A29-B0DA-503C-90F3093E0DF2}" dt="2022-11-17T03:43:09.444" v="139"/>
          <ac:spMkLst>
            <pc:docMk/>
            <pc:sldMk cId="317275369" sldId="300"/>
            <ac:spMk id="2" creationId="{C77E3A43-B892-5120-BF83-E6AC5B0E987D}"/>
          </ac:spMkLst>
        </pc:spChg>
        <pc:spChg chg="del">
          <ac:chgData name="Gusti Pangestu" userId="S::gusti.pangestu@binus.ac.id::7768735c-5c0d-4d9b-b550-ead0b3c82a30" providerId="AD" clId="Web-{CE3EDE46-5A29-B0DA-503C-90F3093E0DF2}" dt="2022-11-17T03:43:08.194" v="138"/>
          <ac:spMkLst>
            <pc:docMk/>
            <pc:sldMk cId="317275369" sldId="300"/>
            <ac:spMk id="3" creationId="{FDE3CB3A-592D-86DB-09DB-341C51D07C60}"/>
          </ac:spMkLst>
        </pc:spChg>
        <pc:picChg chg="add mod ord">
          <ac:chgData name="Gusti Pangestu" userId="S::gusti.pangestu@binus.ac.id::7768735c-5c0d-4d9b-b550-ead0b3c82a30" providerId="AD" clId="Web-{CE3EDE46-5A29-B0DA-503C-90F3093E0DF2}" dt="2022-11-17T03:43:15.929" v="141" actId="14100"/>
          <ac:picMkLst>
            <pc:docMk/>
            <pc:sldMk cId="317275369" sldId="300"/>
            <ac:picMk id="4" creationId="{875DDD9D-E608-EB60-E37D-8AD219F59A95}"/>
          </ac:picMkLst>
        </pc:picChg>
      </pc:sldChg>
      <pc:sldChg chg="addSp delSp modSp new">
        <pc:chgData name="Gusti Pangestu" userId="S::gusti.pangestu@binus.ac.id::7768735c-5c0d-4d9b-b550-ead0b3c82a30" providerId="AD" clId="Web-{CE3EDE46-5A29-B0DA-503C-90F3093E0DF2}" dt="2022-11-17T03:44:27.931" v="151" actId="1076"/>
        <pc:sldMkLst>
          <pc:docMk/>
          <pc:sldMk cId="340465697" sldId="301"/>
        </pc:sldMkLst>
        <pc:spChg chg="del">
          <ac:chgData name="Gusti Pangestu" userId="S::gusti.pangestu@binus.ac.id::7768735c-5c0d-4d9b-b550-ead0b3c82a30" providerId="AD" clId="Web-{CE3EDE46-5A29-B0DA-503C-90F3093E0DF2}" dt="2022-11-17T03:43:43.492" v="145"/>
          <ac:spMkLst>
            <pc:docMk/>
            <pc:sldMk cId="340465697" sldId="301"/>
            <ac:spMk id="2" creationId="{EC62EFC4-CD99-1AA2-7814-4DCB03127051}"/>
          </ac:spMkLst>
        </pc:spChg>
        <pc:spChg chg="mod">
          <ac:chgData name="Gusti Pangestu" userId="S::gusti.pangestu@binus.ac.id::7768735c-5c0d-4d9b-b550-ead0b3c82a30" providerId="AD" clId="Web-{CE3EDE46-5A29-B0DA-503C-90F3093E0DF2}" dt="2022-11-17T03:43:50.961" v="148" actId="20577"/>
          <ac:spMkLst>
            <pc:docMk/>
            <pc:sldMk cId="340465697" sldId="301"/>
            <ac:spMk id="3" creationId="{04CA0DB7-C969-8F34-EBC5-0A1CA6B6A299}"/>
          </ac:spMkLst>
        </pc:spChg>
        <pc:picChg chg="add mod">
          <ac:chgData name="Gusti Pangestu" userId="S::gusti.pangestu@binus.ac.id::7768735c-5c0d-4d9b-b550-ead0b3c82a30" providerId="AD" clId="Web-{CE3EDE46-5A29-B0DA-503C-90F3093E0DF2}" dt="2022-11-17T03:44:27.931" v="151" actId="1076"/>
          <ac:picMkLst>
            <pc:docMk/>
            <pc:sldMk cId="340465697" sldId="301"/>
            <ac:picMk id="4" creationId="{C5C3CC95-7D0D-0668-5A4F-A71CBBDA1C2A}"/>
          </ac:picMkLst>
        </pc:picChg>
      </pc:sldChg>
      <pc:sldChg chg="addSp modSp new mod modClrScheme chgLayout">
        <pc:chgData name="Gusti Pangestu" userId="S::gusti.pangestu@binus.ac.id::7768735c-5c0d-4d9b-b550-ead0b3c82a30" providerId="AD" clId="Web-{CE3EDE46-5A29-B0DA-503C-90F3093E0DF2}" dt="2022-11-17T03:45:39.809" v="165"/>
        <pc:sldMkLst>
          <pc:docMk/>
          <pc:sldMk cId="270357174" sldId="302"/>
        </pc:sldMkLst>
        <pc:spChg chg="mod">
          <ac:chgData name="Gusti Pangestu" userId="S::gusti.pangestu@binus.ac.id::7768735c-5c0d-4d9b-b550-ead0b3c82a30" providerId="AD" clId="Web-{CE3EDE46-5A29-B0DA-503C-90F3093E0DF2}" dt="2022-11-17T03:45:39.809" v="165"/>
          <ac:spMkLst>
            <pc:docMk/>
            <pc:sldMk cId="270357174" sldId="302"/>
            <ac:spMk id="2" creationId="{D0AE0A2E-773E-4A59-C6AC-DBEAAA9FB938}"/>
          </ac:spMkLst>
        </pc:spChg>
        <pc:spChg chg="mod">
          <ac:chgData name="Gusti Pangestu" userId="S::gusti.pangestu@binus.ac.id::7768735c-5c0d-4d9b-b550-ead0b3c82a30" providerId="AD" clId="Web-{CE3EDE46-5A29-B0DA-503C-90F3093E0DF2}" dt="2022-11-17T03:45:39.809" v="165"/>
          <ac:spMkLst>
            <pc:docMk/>
            <pc:sldMk cId="270357174" sldId="302"/>
            <ac:spMk id="3" creationId="{8135665F-00E6-3AD5-A713-3784CE126332}"/>
          </ac:spMkLst>
        </pc:spChg>
        <pc:picChg chg="add mod">
          <ac:chgData name="Gusti Pangestu" userId="S::gusti.pangestu@binus.ac.id::7768735c-5c0d-4d9b-b550-ead0b3c82a30" providerId="AD" clId="Web-{CE3EDE46-5A29-B0DA-503C-90F3093E0DF2}" dt="2022-11-17T03:45:39.809" v="165"/>
          <ac:picMkLst>
            <pc:docMk/>
            <pc:sldMk cId="270357174" sldId="302"/>
            <ac:picMk id="4" creationId="{1FF8FC84-FA2E-8322-8789-64B9E656F80A}"/>
          </ac:picMkLst>
        </pc:picChg>
      </pc:sldChg>
      <pc:sldChg chg="addSp delSp modSp new mod modClrScheme chgLayout">
        <pc:chgData name="Gusti Pangestu" userId="S::gusti.pangestu@binus.ac.id::7768735c-5c0d-4d9b-b550-ead0b3c82a30" providerId="AD" clId="Web-{CE3EDE46-5A29-B0DA-503C-90F3093E0DF2}" dt="2022-11-17T03:48:44.862" v="179" actId="1076"/>
        <pc:sldMkLst>
          <pc:docMk/>
          <pc:sldMk cId="3376913443" sldId="303"/>
        </pc:sldMkLst>
        <pc:spChg chg="del mod ord">
          <ac:chgData name="Gusti Pangestu" userId="S::gusti.pangestu@binus.ac.id::7768735c-5c0d-4d9b-b550-ead0b3c82a30" providerId="AD" clId="Web-{CE3EDE46-5A29-B0DA-503C-90F3093E0DF2}" dt="2022-11-17T03:48:14.767" v="172"/>
          <ac:spMkLst>
            <pc:docMk/>
            <pc:sldMk cId="3376913443" sldId="303"/>
            <ac:spMk id="2" creationId="{A225D54F-594D-F360-C88D-DC513B42E063}"/>
          </ac:spMkLst>
        </pc:spChg>
        <pc:spChg chg="mod ord">
          <ac:chgData name="Gusti Pangestu" userId="S::gusti.pangestu@binus.ac.id::7768735c-5c0d-4d9b-b550-ead0b3c82a30" providerId="AD" clId="Web-{CE3EDE46-5A29-B0DA-503C-90F3093E0DF2}" dt="2022-11-17T03:48:35.814" v="176" actId="20577"/>
          <ac:spMkLst>
            <pc:docMk/>
            <pc:sldMk cId="3376913443" sldId="303"/>
            <ac:spMk id="3" creationId="{E2E65916-B84B-49D0-F866-A4E8397EA4BE}"/>
          </ac:spMkLst>
        </pc:spChg>
        <pc:spChg chg="del">
          <ac:chgData name="Gusti Pangestu" userId="S::gusti.pangestu@binus.ac.id::7768735c-5c0d-4d9b-b550-ead0b3c82a30" providerId="AD" clId="Web-{CE3EDE46-5A29-B0DA-503C-90F3093E0DF2}" dt="2022-11-17T03:47:58.532" v="167"/>
          <ac:spMkLst>
            <pc:docMk/>
            <pc:sldMk cId="3376913443" sldId="303"/>
            <ac:spMk id="4" creationId="{497094A1-11E6-2355-8655-9F54400A1661}"/>
          </ac:spMkLst>
        </pc:spChg>
        <pc:picChg chg="add mod">
          <ac:chgData name="Gusti Pangestu" userId="S::gusti.pangestu@binus.ac.id::7768735c-5c0d-4d9b-b550-ead0b3c82a30" providerId="AD" clId="Web-{CE3EDE46-5A29-B0DA-503C-90F3093E0DF2}" dt="2022-11-17T03:48:44.862" v="179" actId="1076"/>
          <ac:picMkLst>
            <pc:docMk/>
            <pc:sldMk cId="3376913443" sldId="303"/>
            <ac:picMk id="5" creationId="{CE84D2DF-7C68-DCDC-AE3E-28BA09A72302}"/>
          </ac:picMkLst>
        </pc:picChg>
      </pc:sldChg>
      <pc:sldChg chg="addSp modSp new mod modClrScheme chgLayout">
        <pc:chgData name="Gusti Pangestu" userId="S::gusti.pangestu@binus.ac.id::7768735c-5c0d-4d9b-b550-ead0b3c82a30" providerId="AD" clId="Web-{CE3EDE46-5A29-B0DA-503C-90F3093E0DF2}" dt="2022-11-17T03:53:15.542" v="189"/>
        <pc:sldMkLst>
          <pc:docMk/>
          <pc:sldMk cId="1025671823" sldId="304"/>
        </pc:sldMkLst>
        <pc:spChg chg="mod">
          <ac:chgData name="Gusti Pangestu" userId="S::gusti.pangestu@binus.ac.id::7768735c-5c0d-4d9b-b550-ead0b3c82a30" providerId="AD" clId="Web-{CE3EDE46-5A29-B0DA-503C-90F3093E0DF2}" dt="2022-11-17T03:53:15.542" v="189"/>
          <ac:spMkLst>
            <pc:docMk/>
            <pc:sldMk cId="1025671823" sldId="304"/>
            <ac:spMk id="2" creationId="{7303DF75-5F72-79EC-D07F-882E863917E8}"/>
          </ac:spMkLst>
        </pc:spChg>
        <pc:spChg chg="mod">
          <ac:chgData name="Gusti Pangestu" userId="S::gusti.pangestu@binus.ac.id::7768735c-5c0d-4d9b-b550-ead0b3c82a30" providerId="AD" clId="Web-{CE3EDE46-5A29-B0DA-503C-90F3093E0DF2}" dt="2022-11-17T03:53:15.542" v="189"/>
          <ac:spMkLst>
            <pc:docMk/>
            <pc:sldMk cId="1025671823" sldId="304"/>
            <ac:spMk id="3" creationId="{4D087624-CEB3-DD3B-4D5B-A9F5B54901CB}"/>
          </ac:spMkLst>
        </pc:spChg>
        <pc:picChg chg="add mod">
          <ac:chgData name="Gusti Pangestu" userId="S::gusti.pangestu@binus.ac.id::7768735c-5c0d-4d9b-b550-ead0b3c82a30" providerId="AD" clId="Web-{CE3EDE46-5A29-B0DA-503C-90F3093E0DF2}" dt="2022-11-17T03:53:15.542" v="189"/>
          <ac:picMkLst>
            <pc:docMk/>
            <pc:sldMk cId="1025671823" sldId="304"/>
            <ac:picMk id="4" creationId="{2A8E65D2-7CB6-2913-1F58-563B0C2AAA7D}"/>
          </ac:picMkLst>
        </pc:picChg>
      </pc:sldChg>
      <pc:sldChg chg="delSp modSp new mod modClrScheme chgLayout">
        <pc:chgData name="Gusti Pangestu" userId="S::gusti.pangestu@binus.ac.id::7768735c-5c0d-4d9b-b550-ead0b3c82a30" providerId="AD" clId="Web-{CE3EDE46-5A29-B0DA-503C-90F3093E0DF2}" dt="2022-11-17T04:00:22.432" v="211" actId="20577"/>
        <pc:sldMkLst>
          <pc:docMk/>
          <pc:sldMk cId="3455937725" sldId="305"/>
        </pc:sldMkLst>
        <pc:spChg chg="mod ord">
          <ac:chgData name="Gusti Pangestu" userId="S::gusti.pangestu@binus.ac.id::7768735c-5c0d-4d9b-b550-ead0b3c82a30" providerId="AD" clId="Web-{CE3EDE46-5A29-B0DA-503C-90F3093E0DF2}" dt="2022-11-17T03:59:28.695" v="196" actId="20577"/>
          <ac:spMkLst>
            <pc:docMk/>
            <pc:sldMk cId="3455937725" sldId="305"/>
            <ac:spMk id="2" creationId="{731BCE32-38BD-C5E7-14B9-93348319C488}"/>
          </ac:spMkLst>
        </pc:spChg>
        <pc:spChg chg="mod ord">
          <ac:chgData name="Gusti Pangestu" userId="S::gusti.pangestu@binus.ac.id::7768735c-5c0d-4d9b-b550-ead0b3c82a30" providerId="AD" clId="Web-{CE3EDE46-5A29-B0DA-503C-90F3093E0DF2}" dt="2022-11-17T04:00:22.432" v="211" actId="20577"/>
          <ac:spMkLst>
            <pc:docMk/>
            <pc:sldMk cId="3455937725" sldId="305"/>
            <ac:spMk id="3" creationId="{6067493C-F4FA-DA22-FD2D-A2D7092580E3}"/>
          </ac:spMkLst>
        </pc:spChg>
        <pc:spChg chg="del">
          <ac:chgData name="Gusti Pangestu" userId="S::gusti.pangestu@binus.ac.id::7768735c-5c0d-4d9b-b550-ead0b3c82a30" providerId="AD" clId="Web-{CE3EDE46-5A29-B0DA-503C-90F3093E0DF2}" dt="2022-11-17T03:53:37.215" v="193"/>
          <ac:spMkLst>
            <pc:docMk/>
            <pc:sldMk cId="3455937725" sldId="305"/>
            <ac:spMk id="4" creationId="{3F99530A-A5EF-DC96-2CD8-6A877C8C44CE}"/>
          </ac:spMkLst>
        </pc:spChg>
      </pc:sldChg>
      <pc:sldChg chg="addSp delSp modSp new mod modClrScheme chgLayout">
        <pc:chgData name="Gusti Pangestu" userId="S::gusti.pangestu@binus.ac.id::7768735c-5c0d-4d9b-b550-ead0b3c82a30" providerId="AD" clId="Web-{CE3EDE46-5A29-B0DA-503C-90F3093E0DF2}" dt="2022-11-17T04:02:53.499" v="224"/>
        <pc:sldMkLst>
          <pc:docMk/>
          <pc:sldMk cId="3782674666" sldId="306"/>
        </pc:sldMkLst>
        <pc:spChg chg="del">
          <ac:chgData name="Gusti Pangestu" userId="S::gusti.pangestu@binus.ac.id::7768735c-5c0d-4d9b-b550-ead0b3c82a30" providerId="AD" clId="Web-{CE3EDE46-5A29-B0DA-503C-90F3093E0DF2}" dt="2022-11-17T04:02:53.499" v="224"/>
          <ac:spMkLst>
            <pc:docMk/>
            <pc:sldMk cId="3782674666" sldId="306"/>
            <ac:spMk id="2" creationId="{EB237232-848C-FEAA-CF9D-94BEA2242F99}"/>
          </ac:spMkLst>
        </pc:spChg>
        <pc:spChg chg="mod">
          <ac:chgData name="Gusti Pangestu" userId="S::gusti.pangestu@binus.ac.id::7768735c-5c0d-4d9b-b550-ead0b3c82a30" providerId="AD" clId="Web-{CE3EDE46-5A29-B0DA-503C-90F3093E0DF2}" dt="2022-11-17T04:02:53.499" v="224"/>
          <ac:spMkLst>
            <pc:docMk/>
            <pc:sldMk cId="3782674666" sldId="306"/>
            <ac:spMk id="3" creationId="{10E3F144-202C-73FF-828C-BCF70A5C8CED}"/>
          </ac:spMkLst>
        </pc:spChg>
        <pc:spChg chg="add mod">
          <ac:chgData name="Gusti Pangestu" userId="S::gusti.pangestu@binus.ac.id::7768735c-5c0d-4d9b-b550-ead0b3c82a30" providerId="AD" clId="Web-{CE3EDE46-5A29-B0DA-503C-90F3093E0DF2}" dt="2022-11-17T04:02:53.499" v="224"/>
          <ac:spMkLst>
            <pc:docMk/>
            <pc:sldMk cId="3782674666" sldId="306"/>
            <ac:spMk id="9" creationId="{BB5E12FA-F918-7E2A-C0FC-7044C4F0C160}"/>
          </ac:spMkLst>
        </pc:spChg>
        <pc:picChg chg="add mod">
          <ac:chgData name="Gusti Pangestu" userId="S::gusti.pangestu@binus.ac.id::7768735c-5c0d-4d9b-b550-ead0b3c82a30" providerId="AD" clId="Web-{CE3EDE46-5A29-B0DA-503C-90F3093E0DF2}" dt="2022-11-17T04:02:53.499" v="224"/>
          <ac:picMkLst>
            <pc:docMk/>
            <pc:sldMk cId="3782674666" sldId="306"/>
            <ac:picMk id="4" creationId="{AA950DF1-2023-C330-1AF7-08BA705D97C3}"/>
          </ac:picMkLst>
        </pc:picChg>
      </pc:sldChg>
      <pc:sldChg chg="addSp delSp modSp new mod modClrScheme chgLayout">
        <pc:chgData name="Gusti Pangestu" userId="S::gusti.pangestu@binus.ac.id::7768735c-5c0d-4d9b-b550-ead0b3c82a30" providerId="AD" clId="Web-{CE3EDE46-5A29-B0DA-503C-90F3093E0DF2}" dt="2022-11-17T04:03:19.984" v="227"/>
        <pc:sldMkLst>
          <pc:docMk/>
          <pc:sldMk cId="88950683" sldId="307"/>
        </pc:sldMkLst>
        <pc:spChg chg="mod ord">
          <ac:chgData name="Gusti Pangestu" userId="S::gusti.pangestu@binus.ac.id::7768735c-5c0d-4d9b-b550-ead0b3c82a30" providerId="AD" clId="Web-{CE3EDE46-5A29-B0DA-503C-90F3093E0DF2}" dt="2022-11-17T04:03:16.812" v="226"/>
          <ac:spMkLst>
            <pc:docMk/>
            <pc:sldMk cId="88950683" sldId="307"/>
            <ac:spMk id="2" creationId="{8B4A2945-A288-1880-BA85-8BAE8B026AB6}"/>
          </ac:spMkLst>
        </pc:spChg>
        <pc:spChg chg="del mod ord">
          <ac:chgData name="Gusti Pangestu" userId="S::gusti.pangestu@binus.ac.id::7768735c-5c0d-4d9b-b550-ead0b3c82a30" providerId="AD" clId="Web-{CE3EDE46-5A29-B0DA-503C-90F3093E0DF2}" dt="2022-11-17T04:03:19.984" v="227"/>
          <ac:spMkLst>
            <pc:docMk/>
            <pc:sldMk cId="88950683" sldId="307"/>
            <ac:spMk id="3" creationId="{8879BB75-1EBD-C105-BF0A-161F4021DEAD}"/>
          </ac:spMkLst>
        </pc:spChg>
        <pc:spChg chg="del">
          <ac:chgData name="Gusti Pangestu" userId="S::gusti.pangestu@binus.ac.id::7768735c-5c0d-4d9b-b550-ead0b3c82a30" providerId="AD" clId="Web-{CE3EDE46-5A29-B0DA-503C-90F3093E0DF2}" dt="2022-11-17T04:03:16.812" v="226"/>
          <ac:spMkLst>
            <pc:docMk/>
            <pc:sldMk cId="88950683" sldId="307"/>
            <ac:spMk id="4" creationId="{3CF5BF90-DCE9-4F69-6321-6F778D8B4083}"/>
          </ac:spMkLst>
        </pc:spChg>
        <pc:picChg chg="add mod ord">
          <ac:chgData name="Gusti Pangestu" userId="S::gusti.pangestu@binus.ac.id::7768735c-5c0d-4d9b-b550-ead0b3c82a30" providerId="AD" clId="Web-{CE3EDE46-5A29-B0DA-503C-90F3093E0DF2}" dt="2022-11-17T04:03:19.984" v="227"/>
          <ac:picMkLst>
            <pc:docMk/>
            <pc:sldMk cId="88950683" sldId="307"/>
            <ac:picMk id="5" creationId="{04F99E08-3B17-8ED7-2C2B-4BE64E743139}"/>
          </ac:picMkLst>
        </pc:picChg>
      </pc:sldChg>
      <pc:sldChg chg="addSp modSp new">
        <pc:chgData name="Gusti Pangestu" userId="S::gusti.pangestu@binus.ac.id::7768735c-5c0d-4d9b-b550-ead0b3c82a30" providerId="AD" clId="Web-{CE3EDE46-5A29-B0DA-503C-90F3093E0DF2}" dt="2022-11-17T04:04:46.518" v="239" actId="14100"/>
        <pc:sldMkLst>
          <pc:docMk/>
          <pc:sldMk cId="1661426597" sldId="308"/>
        </pc:sldMkLst>
        <pc:spChg chg="mod">
          <ac:chgData name="Gusti Pangestu" userId="S::gusti.pangestu@binus.ac.id::7768735c-5c0d-4d9b-b550-ead0b3c82a30" providerId="AD" clId="Web-{CE3EDE46-5A29-B0DA-503C-90F3093E0DF2}" dt="2022-11-17T04:04:40.753" v="236" actId="20577"/>
          <ac:spMkLst>
            <pc:docMk/>
            <pc:sldMk cId="1661426597" sldId="308"/>
            <ac:spMk id="3" creationId="{22413E9F-F9B1-E779-4398-D4E97B8A262B}"/>
          </ac:spMkLst>
        </pc:spChg>
        <pc:picChg chg="add mod">
          <ac:chgData name="Gusti Pangestu" userId="S::gusti.pangestu@binus.ac.id::7768735c-5c0d-4d9b-b550-ead0b3c82a30" providerId="AD" clId="Web-{CE3EDE46-5A29-B0DA-503C-90F3093E0DF2}" dt="2022-11-17T04:04:46.518" v="239" actId="14100"/>
          <ac:picMkLst>
            <pc:docMk/>
            <pc:sldMk cId="1661426597" sldId="308"/>
            <ac:picMk id="4" creationId="{09C5250E-C0D3-26A6-3785-D069E8BCB9C5}"/>
          </ac:picMkLst>
        </pc:picChg>
      </pc:sldChg>
      <pc:sldChg chg="addSp modSp new">
        <pc:chgData name="Gusti Pangestu" userId="S::gusti.pangestu@binus.ac.id::7768735c-5c0d-4d9b-b550-ead0b3c82a30" providerId="AD" clId="Web-{CE3EDE46-5A29-B0DA-503C-90F3093E0DF2}" dt="2022-11-17T04:05:23.442" v="253" actId="14100"/>
        <pc:sldMkLst>
          <pc:docMk/>
          <pc:sldMk cId="2364365303" sldId="309"/>
        </pc:sldMkLst>
        <pc:spChg chg="mod">
          <ac:chgData name="Gusti Pangestu" userId="S::gusti.pangestu@binus.ac.id::7768735c-5c0d-4d9b-b550-ead0b3c82a30" providerId="AD" clId="Web-{CE3EDE46-5A29-B0DA-503C-90F3093E0DF2}" dt="2022-11-17T04:05:02.238" v="244" actId="20577"/>
          <ac:spMkLst>
            <pc:docMk/>
            <pc:sldMk cId="2364365303" sldId="309"/>
            <ac:spMk id="2" creationId="{9EBABF4B-E4EC-3E81-1FD8-5CCE24BA3651}"/>
          </ac:spMkLst>
        </pc:spChg>
        <pc:spChg chg="mod">
          <ac:chgData name="Gusti Pangestu" userId="S::gusti.pangestu@binus.ac.id::7768735c-5c0d-4d9b-b550-ead0b3c82a30" providerId="AD" clId="Web-{CE3EDE46-5A29-B0DA-503C-90F3093E0DF2}" dt="2022-11-17T04:05:17.660" v="250" actId="20577"/>
          <ac:spMkLst>
            <pc:docMk/>
            <pc:sldMk cId="2364365303" sldId="309"/>
            <ac:spMk id="3" creationId="{FD3CA73C-081E-3856-D82F-297280400BD0}"/>
          </ac:spMkLst>
        </pc:spChg>
        <pc:picChg chg="add mod">
          <ac:chgData name="Gusti Pangestu" userId="S::gusti.pangestu@binus.ac.id::7768735c-5c0d-4d9b-b550-ead0b3c82a30" providerId="AD" clId="Web-{CE3EDE46-5A29-B0DA-503C-90F3093E0DF2}" dt="2022-11-17T04:05:23.442" v="253" actId="14100"/>
          <ac:picMkLst>
            <pc:docMk/>
            <pc:sldMk cId="2364365303" sldId="309"/>
            <ac:picMk id="4" creationId="{CD455C02-7B7C-134E-BB13-120E3B58B0DC}"/>
          </ac:picMkLst>
        </pc:picChg>
      </pc:sldChg>
      <pc:sldChg chg="addSp modSp new mod modClrScheme chgLayout">
        <pc:chgData name="Gusti Pangestu" userId="S::gusti.pangestu@binus.ac.id::7768735c-5c0d-4d9b-b550-ead0b3c82a30" providerId="AD" clId="Web-{CE3EDE46-5A29-B0DA-503C-90F3093E0DF2}" dt="2022-11-17T04:07:14.789" v="271"/>
        <pc:sldMkLst>
          <pc:docMk/>
          <pc:sldMk cId="636280278" sldId="310"/>
        </pc:sldMkLst>
        <pc:spChg chg="mod">
          <ac:chgData name="Gusti Pangestu" userId="S::gusti.pangestu@binus.ac.id::7768735c-5c0d-4d9b-b550-ead0b3c82a30" providerId="AD" clId="Web-{CE3EDE46-5A29-B0DA-503C-90F3093E0DF2}" dt="2022-11-17T04:07:14.789" v="271"/>
          <ac:spMkLst>
            <pc:docMk/>
            <pc:sldMk cId="636280278" sldId="310"/>
            <ac:spMk id="2" creationId="{EC6B442E-BD01-2BC2-3BC5-7661BBEFF2F3}"/>
          </ac:spMkLst>
        </pc:spChg>
        <pc:spChg chg="mod">
          <ac:chgData name="Gusti Pangestu" userId="S::gusti.pangestu@binus.ac.id::7768735c-5c0d-4d9b-b550-ead0b3c82a30" providerId="AD" clId="Web-{CE3EDE46-5A29-B0DA-503C-90F3093E0DF2}" dt="2022-11-17T04:07:14.789" v="271"/>
          <ac:spMkLst>
            <pc:docMk/>
            <pc:sldMk cId="636280278" sldId="310"/>
            <ac:spMk id="3" creationId="{AF34AF92-6FE0-C084-FFFB-27502E7725AC}"/>
          </ac:spMkLst>
        </pc:spChg>
        <pc:picChg chg="add mod">
          <ac:chgData name="Gusti Pangestu" userId="S::gusti.pangestu@binus.ac.id::7768735c-5c0d-4d9b-b550-ead0b3c82a30" providerId="AD" clId="Web-{CE3EDE46-5A29-B0DA-503C-90F3093E0DF2}" dt="2022-11-17T04:07:14.789" v="271"/>
          <ac:picMkLst>
            <pc:docMk/>
            <pc:sldMk cId="636280278" sldId="310"/>
            <ac:picMk id="4" creationId="{6DC4E7F5-6E06-1172-E070-272ADABA3FA6}"/>
          </ac:picMkLst>
        </pc:picChg>
      </pc:sldChg>
      <pc:sldChg chg="addSp delSp modSp new mod modClrScheme chgLayout">
        <pc:chgData name="Gusti Pangestu" userId="S::gusti.pangestu@binus.ac.id::7768735c-5c0d-4d9b-b550-ead0b3c82a30" providerId="AD" clId="Web-{CE3EDE46-5A29-B0DA-503C-90F3093E0DF2}" dt="2022-11-17T04:07:51.775" v="277" actId="1076"/>
        <pc:sldMkLst>
          <pc:docMk/>
          <pc:sldMk cId="781249497" sldId="311"/>
        </pc:sldMkLst>
        <pc:spChg chg="del mod ord">
          <ac:chgData name="Gusti Pangestu" userId="S::gusti.pangestu@binus.ac.id::7768735c-5c0d-4d9b-b550-ead0b3c82a30" providerId="AD" clId="Web-{CE3EDE46-5A29-B0DA-503C-90F3093E0DF2}" dt="2022-11-17T04:07:45.415" v="275"/>
          <ac:spMkLst>
            <pc:docMk/>
            <pc:sldMk cId="781249497" sldId="311"/>
            <ac:spMk id="2" creationId="{C3E481FA-EB35-17FF-670E-0E8681C1CA31}"/>
          </ac:spMkLst>
        </pc:spChg>
        <pc:spChg chg="del mod ord">
          <ac:chgData name="Gusti Pangestu" userId="S::gusti.pangestu@binus.ac.id::7768735c-5c0d-4d9b-b550-ead0b3c82a30" providerId="AD" clId="Web-{CE3EDE46-5A29-B0DA-503C-90F3093E0DF2}" dt="2022-11-17T04:07:42.759" v="274"/>
          <ac:spMkLst>
            <pc:docMk/>
            <pc:sldMk cId="781249497" sldId="311"/>
            <ac:spMk id="3" creationId="{3189DD37-B7EE-F348-2796-465527FDB539}"/>
          </ac:spMkLst>
        </pc:spChg>
        <pc:spChg chg="del">
          <ac:chgData name="Gusti Pangestu" userId="S::gusti.pangestu@binus.ac.id::7768735c-5c0d-4d9b-b550-ead0b3c82a30" providerId="AD" clId="Web-{CE3EDE46-5A29-B0DA-503C-90F3093E0DF2}" dt="2022-11-17T04:07:40.290" v="273"/>
          <ac:spMkLst>
            <pc:docMk/>
            <pc:sldMk cId="781249497" sldId="311"/>
            <ac:spMk id="4" creationId="{6EBD2339-CA94-008A-384C-19B40E63296A}"/>
          </ac:spMkLst>
        </pc:spChg>
        <pc:picChg chg="add mod ord">
          <ac:chgData name="Gusti Pangestu" userId="S::gusti.pangestu@binus.ac.id::7768735c-5c0d-4d9b-b550-ead0b3c82a30" providerId="AD" clId="Web-{CE3EDE46-5A29-B0DA-503C-90F3093E0DF2}" dt="2022-11-17T04:07:51.775" v="277" actId="1076"/>
          <ac:picMkLst>
            <pc:docMk/>
            <pc:sldMk cId="781249497" sldId="311"/>
            <ac:picMk id="5" creationId="{1F8B7E8C-B761-DF6C-F637-9F129B7404BE}"/>
          </ac:picMkLst>
        </pc:picChg>
      </pc:sldChg>
      <pc:sldChg chg="addSp delSp modSp new">
        <pc:chgData name="Gusti Pangestu" userId="S::gusti.pangestu@binus.ac.id::7768735c-5c0d-4d9b-b550-ead0b3c82a30" providerId="AD" clId="Web-{CE3EDE46-5A29-B0DA-503C-90F3093E0DF2}" dt="2022-11-17T04:09:58.091" v="286"/>
        <pc:sldMkLst>
          <pc:docMk/>
          <pc:sldMk cId="1569435913" sldId="312"/>
        </pc:sldMkLst>
        <pc:spChg chg="mod">
          <ac:chgData name="Gusti Pangestu" userId="S::gusti.pangestu@binus.ac.id::7768735c-5c0d-4d9b-b550-ead0b3c82a30" providerId="AD" clId="Web-{CE3EDE46-5A29-B0DA-503C-90F3093E0DF2}" dt="2022-11-17T04:09:55.826" v="285" actId="20577"/>
          <ac:spMkLst>
            <pc:docMk/>
            <pc:sldMk cId="1569435913" sldId="312"/>
            <ac:spMk id="2" creationId="{EEA26AC2-052D-61E9-614C-464B5C18AD35}"/>
          </ac:spMkLst>
        </pc:spChg>
        <pc:spChg chg="del">
          <ac:chgData name="Gusti Pangestu" userId="S::gusti.pangestu@binus.ac.id::7768735c-5c0d-4d9b-b550-ead0b3c82a30" providerId="AD" clId="Web-{CE3EDE46-5A29-B0DA-503C-90F3093E0DF2}" dt="2022-11-17T04:09:58.091" v="286"/>
          <ac:spMkLst>
            <pc:docMk/>
            <pc:sldMk cId="1569435913" sldId="312"/>
            <ac:spMk id="3" creationId="{15A3F560-7B9D-2124-82DD-F8B4CAD3D15F}"/>
          </ac:spMkLst>
        </pc:spChg>
        <pc:picChg chg="add mod ord">
          <ac:chgData name="Gusti Pangestu" userId="S::gusti.pangestu@binus.ac.id::7768735c-5c0d-4d9b-b550-ead0b3c82a30" providerId="AD" clId="Web-{CE3EDE46-5A29-B0DA-503C-90F3093E0DF2}" dt="2022-11-17T04:09:58.091" v="286"/>
          <ac:picMkLst>
            <pc:docMk/>
            <pc:sldMk cId="1569435913" sldId="312"/>
            <ac:picMk id="4" creationId="{61C644C3-817B-F58D-A7D7-FEFE83D0B8AC}"/>
          </ac:picMkLst>
        </pc:picChg>
      </pc:sldChg>
      <pc:sldChg chg="addSp delSp modSp new">
        <pc:chgData name="Gusti Pangestu" userId="S::gusti.pangestu@binus.ac.id::7768735c-5c0d-4d9b-b550-ead0b3c82a30" providerId="AD" clId="Web-{CE3EDE46-5A29-B0DA-503C-90F3093E0DF2}" dt="2022-11-17T04:10:50.609" v="294" actId="1076"/>
        <pc:sldMkLst>
          <pc:docMk/>
          <pc:sldMk cId="604071880" sldId="313"/>
        </pc:sldMkLst>
        <pc:spChg chg="del">
          <ac:chgData name="Gusti Pangestu" userId="S::gusti.pangestu@binus.ac.id::7768735c-5c0d-4d9b-b550-ead0b3c82a30" providerId="AD" clId="Web-{CE3EDE46-5A29-B0DA-503C-90F3093E0DF2}" dt="2022-11-17T04:10:24.670" v="290"/>
          <ac:spMkLst>
            <pc:docMk/>
            <pc:sldMk cId="604071880" sldId="313"/>
            <ac:spMk id="2" creationId="{6BB407FF-E39F-8369-B8DA-20133C67E009}"/>
          </ac:spMkLst>
        </pc:spChg>
        <pc:spChg chg="del">
          <ac:chgData name="Gusti Pangestu" userId="S::gusti.pangestu@binus.ac.id::7768735c-5c0d-4d9b-b550-ead0b3c82a30" providerId="AD" clId="Web-{CE3EDE46-5A29-B0DA-503C-90F3093E0DF2}" dt="2022-11-17T04:10:20.639" v="288"/>
          <ac:spMkLst>
            <pc:docMk/>
            <pc:sldMk cId="604071880" sldId="313"/>
            <ac:spMk id="3" creationId="{3CC882E8-F35D-0F0B-DE1A-84F69CC9B0C4}"/>
          </ac:spMkLst>
        </pc:spChg>
        <pc:picChg chg="add mod ord">
          <ac:chgData name="Gusti Pangestu" userId="S::gusti.pangestu@binus.ac.id::7768735c-5c0d-4d9b-b550-ead0b3c82a30" providerId="AD" clId="Web-{CE3EDE46-5A29-B0DA-503C-90F3093E0DF2}" dt="2022-11-17T04:10:27.577" v="291" actId="1076"/>
          <ac:picMkLst>
            <pc:docMk/>
            <pc:sldMk cId="604071880" sldId="313"/>
            <ac:picMk id="4" creationId="{51649065-1BCE-7218-44ED-93F61A85A938}"/>
          </ac:picMkLst>
        </pc:picChg>
        <pc:picChg chg="add mod">
          <ac:chgData name="Gusti Pangestu" userId="S::gusti.pangestu@binus.ac.id::7768735c-5c0d-4d9b-b550-ead0b3c82a30" providerId="AD" clId="Web-{CE3EDE46-5A29-B0DA-503C-90F3093E0DF2}" dt="2022-11-17T04:10:50.609" v="294" actId="1076"/>
          <ac:picMkLst>
            <pc:docMk/>
            <pc:sldMk cId="604071880" sldId="313"/>
            <ac:picMk id="5" creationId="{5F173CBC-5026-04AB-E189-4D99B8FCF4A7}"/>
          </ac:picMkLst>
        </pc:picChg>
      </pc:sldChg>
      <pc:sldChg chg="addSp delSp modSp new">
        <pc:chgData name="Gusti Pangestu" userId="S::gusti.pangestu@binus.ac.id::7768735c-5c0d-4d9b-b550-ead0b3c82a30" providerId="AD" clId="Web-{CE3EDE46-5A29-B0DA-503C-90F3093E0DF2}" dt="2022-11-17T04:11:32.829" v="300" actId="1076"/>
        <pc:sldMkLst>
          <pc:docMk/>
          <pc:sldMk cId="3205491912" sldId="314"/>
        </pc:sldMkLst>
        <pc:spChg chg="del">
          <ac:chgData name="Gusti Pangestu" userId="S::gusti.pangestu@binus.ac.id::7768735c-5c0d-4d9b-b550-ead0b3c82a30" providerId="AD" clId="Web-{CE3EDE46-5A29-B0DA-503C-90F3093E0DF2}" dt="2022-11-17T04:11:24.328" v="297"/>
          <ac:spMkLst>
            <pc:docMk/>
            <pc:sldMk cId="3205491912" sldId="314"/>
            <ac:spMk id="2" creationId="{78452CDD-F2EE-5106-09A7-71CE604937BE}"/>
          </ac:spMkLst>
        </pc:spChg>
        <pc:spChg chg="del">
          <ac:chgData name="Gusti Pangestu" userId="S::gusti.pangestu@binus.ac.id::7768735c-5c0d-4d9b-b550-ead0b3c82a30" providerId="AD" clId="Web-{CE3EDE46-5A29-B0DA-503C-90F3093E0DF2}" dt="2022-11-17T04:11:18.594" v="296"/>
          <ac:spMkLst>
            <pc:docMk/>
            <pc:sldMk cId="3205491912" sldId="314"/>
            <ac:spMk id="3" creationId="{37DD0374-51DB-7869-AD64-30EC2EE30A78}"/>
          </ac:spMkLst>
        </pc:spChg>
        <pc:picChg chg="add mod ord">
          <ac:chgData name="Gusti Pangestu" userId="S::gusti.pangestu@binus.ac.id::7768735c-5c0d-4d9b-b550-ead0b3c82a30" providerId="AD" clId="Web-{CE3EDE46-5A29-B0DA-503C-90F3093E0DF2}" dt="2022-11-17T04:11:32.829" v="300" actId="1076"/>
          <ac:picMkLst>
            <pc:docMk/>
            <pc:sldMk cId="3205491912" sldId="314"/>
            <ac:picMk id="4" creationId="{C5861838-B016-AE50-A35A-DD2A24E3EB34}"/>
          </ac:picMkLst>
        </pc:picChg>
      </pc:sldChg>
      <pc:sldChg chg="addSp delSp modSp new">
        <pc:chgData name="Gusti Pangestu" userId="S::gusti.pangestu@binus.ac.id::7768735c-5c0d-4d9b-b550-ead0b3c82a30" providerId="AD" clId="Web-{CE3EDE46-5A29-B0DA-503C-90F3093E0DF2}" dt="2022-11-17T04:12:11.346" v="305" actId="1076"/>
        <pc:sldMkLst>
          <pc:docMk/>
          <pc:sldMk cId="1587019659" sldId="315"/>
        </pc:sldMkLst>
        <pc:spChg chg="del">
          <ac:chgData name="Gusti Pangestu" userId="S::gusti.pangestu@binus.ac.id::7768735c-5c0d-4d9b-b550-ead0b3c82a30" providerId="AD" clId="Web-{CE3EDE46-5A29-B0DA-503C-90F3093E0DF2}" dt="2022-11-17T04:12:03.470" v="303"/>
          <ac:spMkLst>
            <pc:docMk/>
            <pc:sldMk cId="1587019659" sldId="315"/>
            <ac:spMk id="2" creationId="{30E65B33-072B-8AD0-F4B1-27524923D5FD}"/>
          </ac:spMkLst>
        </pc:spChg>
        <pc:spChg chg="del">
          <ac:chgData name="Gusti Pangestu" userId="S::gusti.pangestu@binus.ac.id::7768735c-5c0d-4d9b-b550-ead0b3c82a30" providerId="AD" clId="Web-{CE3EDE46-5A29-B0DA-503C-90F3093E0DF2}" dt="2022-11-17T04:12:01.345" v="302"/>
          <ac:spMkLst>
            <pc:docMk/>
            <pc:sldMk cId="1587019659" sldId="315"/>
            <ac:spMk id="3" creationId="{1B941369-7B4E-C6BA-A1EE-E17E6666F324}"/>
          </ac:spMkLst>
        </pc:spChg>
        <pc:picChg chg="add mod ord">
          <ac:chgData name="Gusti Pangestu" userId="S::gusti.pangestu@binus.ac.id::7768735c-5c0d-4d9b-b550-ead0b3c82a30" providerId="AD" clId="Web-{CE3EDE46-5A29-B0DA-503C-90F3093E0DF2}" dt="2022-11-17T04:12:11.346" v="305" actId="1076"/>
          <ac:picMkLst>
            <pc:docMk/>
            <pc:sldMk cId="1587019659" sldId="315"/>
            <ac:picMk id="4" creationId="{FE065EB0-F959-E414-2C9C-23BAB9D995DF}"/>
          </ac:picMkLst>
        </pc:picChg>
      </pc:sldChg>
    </pc:docChg>
  </pc:docChgLst>
  <pc:docChgLst>
    <pc:chgData name="Gusti Pangestu" userId="7768735c-5c0d-4d9b-b550-ead0b3c82a30" providerId="ADAL" clId="{F89C377E-197E-465E-A4E6-441D20C309D9}"/>
    <pc:docChg chg="undo custSel addSld delSld modSld modSection">
      <pc:chgData name="Gusti Pangestu" userId="7768735c-5c0d-4d9b-b550-ead0b3c82a30" providerId="ADAL" clId="{F89C377E-197E-465E-A4E6-441D20C309D9}" dt="2022-12-12T06:09:13.183" v="297" actId="20577"/>
      <pc:docMkLst>
        <pc:docMk/>
      </pc:docMkLst>
      <pc:sldChg chg="modSp mod">
        <pc:chgData name="Gusti Pangestu" userId="7768735c-5c0d-4d9b-b550-ead0b3c82a30" providerId="ADAL" clId="{F89C377E-197E-465E-A4E6-441D20C309D9}" dt="2022-12-12T03:56:34.904" v="34" actId="6549"/>
        <pc:sldMkLst>
          <pc:docMk/>
          <pc:sldMk cId="1545682022" sldId="290"/>
        </pc:sldMkLst>
        <pc:spChg chg="mod">
          <ac:chgData name="Gusti Pangestu" userId="7768735c-5c0d-4d9b-b550-ead0b3c82a30" providerId="ADAL" clId="{F89C377E-197E-465E-A4E6-441D20C309D9}" dt="2022-12-12T03:56:34.904" v="34" actId="6549"/>
          <ac:spMkLst>
            <pc:docMk/>
            <pc:sldMk cId="1545682022" sldId="290"/>
            <ac:spMk id="3" creationId="{CFBE6DC7-A61F-27FA-B9A7-7018AFBF0075}"/>
          </ac:spMkLst>
        </pc:spChg>
      </pc:sldChg>
      <pc:sldChg chg="del">
        <pc:chgData name="Gusti Pangestu" userId="7768735c-5c0d-4d9b-b550-ead0b3c82a30" providerId="ADAL" clId="{F89C377E-197E-465E-A4E6-441D20C309D9}" dt="2022-12-12T03:55:58.531" v="0" actId="47"/>
        <pc:sldMkLst>
          <pc:docMk/>
          <pc:sldMk cId="862529639" sldId="291"/>
        </pc:sldMkLst>
      </pc:sldChg>
      <pc:sldChg chg="modSp new mod">
        <pc:chgData name="Gusti Pangestu" userId="7768735c-5c0d-4d9b-b550-ead0b3c82a30" providerId="ADAL" clId="{F89C377E-197E-465E-A4E6-441D20C309D9}" dt="2022-12-12T03:58:43.709" v="63" actId="20577"/>
        <pc:sldMkLst>
          <pc:docMk/>
          <pc:sldMk cId="1840497081" sldId="291"/>
        </pc:sldMkLst>
        <pc:spChg chg="mod">
          <ac:chgData name="Gusti Pangestu" userId="7768735c-5c0d-4d9b-b550-ead0b3c82a30" providerId="ADAL" clId="{F89C377E-197E-465E-A4E6-441D20C309D9}" dt="2022-12-12T03:57:42.363" v="44" actId="20577"/>
          <ac:spMkLst>
            <pc:docMk/>
            <pc:sldMk cId="1840497081" sldId="291"/>
            <ac:spMk id="2" creationId="{DB261134-4842-B07E-1E8B-367EF47B2C87}"/>
          </ac:spMkLst>
        </pc:spChg>
        <pc:spChg chg="mod">
          <ac:chgData name="Gusti Pangestu" userId="7768735c-5c0d-4d9b-b550-ead0b3c82a30" providerId="ADAL" clId="{F89C377E-197E-465E-A4E6-441D20C309D9}" dt="2022-12-12T03:58:43.709" v="63" actId="20577"/>
          <ac:spMkLst>
            <pc:docMk/>
            <pc:sldMk cId="1840497081" sldId="291"/>
            <ac:spMk id="3" creationId="{E6FCC895-85A2-85E3-7713-583D48A43E80}"/>
          </ac:spMkLst>
        </pc:spChg>
      </pc:sldChg>
      <pc:sldChg chg="del">
        <pc:chgData name="Gusti Pangestu" userId="7768735c-5c0d-4d9b-b550-ead0b3c82a30" providerId="ADAL" clId="{F89C377E-197E-465E-A4E6-441D20C309D9}" dt="2022-12-12T03:55:58.531" v="0" actId="47"/>
        <pc:sldMkLst>
          <pc:docMk/>
          <pc:sldMk cId="389853168" sldId="292"/>
        </pc:sldMkLst>
      </pc:sldChg>
      <pc:sldChg chg="modSp new mod">
        <pc:chgData name="Gusti Pangestu" userId="7768735c-5c0d-4d9b-b550-ead0b3c82a30" providerId="ADAL" clId="{F89C377E-197E-465E-A4E6-441D20C309D9}" dt="2022-12-12T03:59:58.322" v="79" actId="20577"/>
        <pc:sldMkLst>
          <pc:docMk/>
          <pc:sldMk cId="862834757" sldId="292"/>
        </pc:sldMkLst>
        <pc:spChg chg="mod">
          <ac:chgData name="Gusti Pangestu" userId="7768735c-5c0d-4d9b-b550-ead0b3c82a30" providerId="ADAL" clId="{F89C377E-197E-465E-A4E6-441D20C309D9}" dt="2022-12-12T03:58:53.169" v="65"/>
          <ac:spMkLst>
            <pc:docMk/>
            <pc:sldMk cId="862834757" sldId="292"/>
            <ac:spMk id="2" creationId="{DA2D16E1-8A59-7700-1F94-7F1CEDA7079A}"/>
          </ac:spMkLst>
        </pc:spChg>
        <pc:spChg chg="mod">
          <ac:chgData name="Gusti Pangestu" userId="7768735c-5c0d-4d9b-b550-ead0b3c82a30" providerId="ADAL" clId="{F89C377E-197E-465E-A4E6-441D20C309D9}" dt="2022-12-12T03:59:58.322" v="79" actId="20577"/>
          <ac:spMkLst>
            <pc:docMk/>
            <pc:sldMk cId="862834757" sldId="292"/>
            <ac:spMk id="3" creationId="{56DCD6EC-A630-A2A3-6E94-BDF81D472A56}"/>
          </ac:spMkLst>
        </pc:spChg>
      </pc:sldChg>
      <pc:sldChg chg="addSp delSp modSp new mod">
        <pc:chgData name="Gusti Pangestu" userId="7768735c-5c0d-4d9b-b550-ead0b3c82a30" providerId="ADAL" clId="{F89C377E-197E-465E-A4E6-441D20C309D9}" dt="2022-12-12T04:01:42.350" v="84" actId="1076"/>
        <pc:sldMkLst>
          <pc:docMk/>
          <pc:sldMk cId="95377788" sldId="293"/>
        </pc:sldMkLst>
        <pc:spChg chg="del">
          <ac:chgData name="Gusti Pangestu" userId="7768735c-5c0d-4d9b-b550-ead0b3c82a30" providerId="ADAL" clId="{F89C377E-197E-465E-A4E6-441D20C309D9}" dt="2022-12-12T04:01:34.951" v="82" actId="478"/>
          <ac:spMkLst>
            <pc:docMk/>
            <pc:sldMk cId="95377788" sldId="293"/>
            <ac:spMk id="2" creationId="{15911C53-A714-FD8B-6495-7E8278697A88}"/>
          </ac:spMkLst>
        </pc:spChg>
        <pc:spChg chg="del">
          <ac:chgData name="Gusti Pangestu" userId="7768735c-5c0d-4d9b-b550-ead0b3c82a30" providerId="ADAL" clId="{F89C377E-197E-465E-A4E6-441D20C309D9}" dt="2022-12-12T04:01:32.968" v="81" actId="22"/>
          <ac:spMkLst>
            <pc:docMk/>
            <pc:sldMk cId="95377788" sldId="293"/>
            <ac:spMk id="3" creationId="{C6844173-1028-006A-2B62-61E761B931D8}"/>
          </ac:spMkLst>
        </pc:spChg>
        <pc:picChg chg="add mod ord">
          <ac:chgData name="Gusti Pangestu" userId="7768735c-5c0d-4d9b-b550-ead0b3c82a30" providerId="ADAL" clId="{F89C377E-197E-465E-A4E6-441D20C309D9}" dt="2022-12-12T04:01:42.350" v="84" actId="1076"/>
          <ac:picMkLst>
            <pc:docMk/>
            <pc:sldMk cId="95377788" sldId="293"/>
            <ac:picMk id="5" creationId="{D6886ED8-0FDF-A7FF-216E-9A7CB5196E70}"/>
          </ac:picMkLst>
        </pc:picChg>
      </pc:sldChg>
      <pc:sldChg chg="del">
        <pc:chgData name="Gusti Pangestu" userId="7768735c-5c0d-4d9b-b550-ead0b3c82a30" providerId="ADAL" clId="{F89C377E-197E-465E-A4E6-441D20C309D9}" dt="2022-12-12T03:55:58.531" v="0" actId="47"/>
        <pc:sldMkLst>
          <pc:docMk/>
          <pc:sldMk cId="3520273111" sldId="293"/>
        </pc:sldMkLst>
      </pc:sldChg>
      <pc:sldChg chg="addSp modSp new mod modClrScheme chgLayout">
        <pc:chgData name="Gusti Pangestu" userId="7768735c-5c0d-4d9b-b550-ead0b3c82a30" providerId="ADAL" clId="{F89C377E-197E-465E-A4E6-441D20C309D9}" dt="2022-12-12T04:06:56.223" v="101" actId="26606"/>
        <pc:sldMkLst>
          <pc:docMk/>
          <pc:sldMk cId="2893177997" sldId="294"/>
        </pc:sldMkLst>
        <pc:spChg chg="mod">
          <ac:chgData name="Gusti Pangestu" userId="7768735c-5c0d-4d9b-b550-ead0b3c82a30" providerId="ADAL" clId="{F89C377E-197E-465E-A4E6-441D20C309D9}" dt="2022-12-12T04:06:56.223" v="101" actId="26606"/>
          <ac:spMkLst>
            <pc:docMk/>
            <pc:sldMk cId="2893177997" sldId="294"/>
            <ac:spMk id="2" creationId="{35DFA146-81F6-4AFF-8151-9DB6ED9E8D4B}"/>
          </ac:spMkLst>
        </pc:spChg>
        <pc:spChg chg="mod">
          <ac:chgData name="Gusti Pangestu" userId="7768735c-5c0d-4d9b-b550-ead0b3c82a30" providerId="ADAL" clId="{F89C377E-197E-465E-A4E6-441D20C309D9}" dt="2022-12-12T04:06:56.223" v="101" actId="26606"/>
          <ac:spMkLst>
            <pc:docMk/>
            <pc:sldMk cId="2893177997" sldId="294"/>
            <ac:spMk id="3" creationId="{C5FA1901-6C12-624A-5710-6FE1132EBD02}"/>
          </ac:spMkLst>
        </pc:spChg>
        <pc:picChg chg="add mod">
          <ac:chgData name="Gusti Pangestu" userId="7768735c-5c0d-4d9b-b550-ead0b3c82a30" providerId="ADAL" clId="{F89C377E-197E-465E-A4E6-441D20C309D9}" dt="2022-12-12T04:06:56.223" v="101" actId="26606"/>
          <ac:picMkLst>
            <pc:docMk/>
            <pc:sldMk cId="2893177997" sldId="294"/>
            <ac:picMk id="5" creationId="{739E8D4F-2254-0515-76C1-03E8E08E8BB6}"/>
          </ac:picMkLst>
        </pc:picChg>
      </pc:sldChg>
      <pc:sldChg chg="del">
        <pc:chgData name="Gusti Pangestu" userId="7768735c-5c0d-4d9b-b550-ead0b3c82a30" providerId="ADAL" clId="{F89C377E-197E-465E-A4E6-441D20C309D9}" dt="2022-12-12T03:55:58.531" v="0" actId="47"/>
        <pc:sldMkLst>
          <pc:docMk/>
          <pc:sldMk cId="3050537162" sldId="294"/>
        </pc:sldMkLst>
      </pc:sldChg>
      <pc:sldChg chg="del">
        <pc:chgData name="Gusti Pangestu" userId="7768735c-5c0d-4d9b-b550-ead0b3c82a30" providerId="ADAL" clId="{F89C377E-197E-465E-A4E6-441D20C309D9}" dt="2022-12-12T03:55:58.531" v="0" actId="47"/>
        <pc:sldMkLst>
          <pc:docMk/>
          <pc:sldMk cId="212346741" sldId="295"/>
        </pc:sldMkLst>
      </pc:sldChg>
      <pc:sldChg chg="addSp delSp modSp new mod modClrScheme chgLayout">
        <pc:chgData name="Gusti Pangestu" userId="7768735c-5c0d-4d9b-b550-ead0b3c82a30" providerId="ADAL" clId="{F89C377E-197E-465E-A4E6-441D20C309D9}" dt="2022-12-12T04:09:35.553" v="113" actId="1076"/>
        <pc:sldMkLst>
          <pc:docMk/>
          <pc:sldMk cId="3348046177" sldId="295"/>
        </pc:sldMkLst>
        <pc:spChg chg="mod ord">
          <ac:chgData name="Gusti Pangestu" userId="7768735c-5c0d-4d9b-b550-ead0b3c82a30" providerId="ADAL" clId="{F89C377E-197E-465E-A4E6-441D20C309D9}" dt="2022-12-12T04:09:28.009" v="111" actId="26606"/>
          <ac:spMkLst>
            <pc:docMk/>
            <pc:sldMk cId="3348046177" sldId="295"/>
            <ac:spMk id="2" creationId="{1B3B131C-8929-07B1-8144-4ACBC06F7E9F}"/>
          </ac:spMkLst>
        </pc:spChg>
        <pc:spChg chg="del mod ord">
          <ac:chgData name="Gusti Pangestu" userId="7768735c-5c0d-4d9b-b550-ead0b3c82a30" providerId="ADAL" clId="{F89C377E-197E-465E-A4E6-441D20C309D9}" dt="2022-12-12T04:08:21.056" v="104" actId="700"/>
          <ac:spMkLst>
            <pc:docMk/>
            <pc:sldMk cId="3348046177" sldId="295"/>
            <ac:spMk id="3" creationId="{96B89D2D-2465-B169-C2FA-C3DCC67394E4}"/>
          </ac:spMkLst>
        </pc:spChg>
        <pc:spChg chg="del">
          <ac:chgData name="Gusti Pangestu" userId="7768735c-5c0d-4d9b-b550-ead0b3c82a30" providerId="ADAL" clId="{F89C377E-197E-465E-A4E6-441D20C309D9}" dt="2022-12-12T04:08:21.056" v="104" actId="700"/>
          <ac:spMkLst>
            <pc:docMk/>
            <pc:sldMk cId="3348046177" sldId="295"/>
            <ac:spMk id="4" creationId="{089CE6B3-AD87-8655-60F1-9C9AD6475A3F}"/>
          </ac:spMkLst>
        </pc:spChg>
        <pc:spChg chg="add mod ord">
          <ac:chgData name="Gusti Pangestu" userId="7768735c-5c0d-4d9b-b550-ead0b3c82a30" providerId="ADAL" clId="{F89C377E-197E-465E-A4E6-441D20C309D9}" dt="2022-12-12T04:09:28.009" v="111" actId="26606"/>
          <ac:spMkLst>
            <pc:docMk/>
            <pc:sldMk cId="3348046177" sldId="295"/>
            <ac:spMk id="5" creationId="{96956050-134C-4B4D-95EF-94CC337F7E10}"/>
          </ac:spMkLst>
        </pc:spChg>
        <pc:picChg chg="add mod">
          <ac:chgData name="Gusti Pangestu" userId="7768735c-5c0d-4d9b-b550-ead0b3c82a30" providerId="ADAL" clId="{F89C377E-197E-465E-A4E6-441D20C309D9}" dt="2022-12-12T04:09:35.553" v="113" actId="1076"/>
          <ac:picMkLst>
            <pc:docMk/>
            <pc:sldMk cId="3348046177" sldId="295"/>
            <ac:picMk id="7" creationId="{8ED4C68A-3D39-5696-BE24-3CB67180B1EC}"/>
          </ac:picMkLst>
        </pc:picChg>
      </pc:sldChg>
      <pc:sldChg chg="del">
        <pc:chgData name="Gusti Pangestu" userId="7768735c-5c0d-4d9b-b550-ead0b3c82a30" providerId="ADAL" clId="{F89C377E-197E-465E-A4E6-441D20C309D9}" dt="2022-12-12T03:55:58.531" v="0" actId="47"/>
        <pc:sldMkLst>
          <pc:docMk/>
          <pc:sldMk cId="2711160603" sldId="296"/>
        </pc:sldMkLst>
      </pc:sldChg>
      <pc:sldChg chg="addSp delSp modSp new mod modClrScheme chgLayout">
        <pc:chgData name="Gusti Pangestu" userId="7768735c-5c0d-4d9b-b550-ead0b3c82a30" providerId="ADAL" clId="{F89C377E-197E-465E-A4E6-441D20C309D9}" dt="2022-12-12T04:12:08.127" v="126" actId="1076"/>
        <pc:sldMkLst>
          <pc:docMk/>
          <pc:sldMk cId="3063669724" sldId="296"/>
        </pc:sldMkLst>
        <pc:spChg chg="del mod ord">
          <ac:chgData name="Gusti Pangestu" userId="7768735c-5c0d-4d9b-b550-ead0b3c82a30" providerId="ADAL" clId="{F89C377E-197E-465E-A4E6-441D20C309D9}" dt="2022-12-12T04:10:20.532" v="118" actId="700"/>
          <ac:spMkLst>
            <pc:docMk/>
            <pc:sldMk cId="3063669724" sldId="296"/>
            <ac:spMk id="2" creationId="{3ECAD0B6-D1BD-F3B6-A9B8-51EEFA43F74D}"/>
          </ac:spMkLst>
        </pc:spChg>
        <pc:spChg chg="del mod ord">
          <ac:chgData name="Gusti Pangestu" userId="7768735c-5c0d-4d9b-b550-ead0b3c82a30" providerId="ADAL" clId="{F89C377E-197E-465E-A4E6-441D20C309D9}" dt="2022-12-12T04:10:20.532" v="118" actId="700"/>
          <ac:spMkLst>
            <pc:docMk/>
            <pc:sldMk cId="3063669724" sldId="296"/>
            <ac:spMk id="3" creationId="{732B1A39-267C-45AF-37D9-FFA7FA97222D}"/>
          </ac:spMkLst>
        </pc:spChg>
        <pc:spChg chg="del">
          <ac:chgData name="Gusti Pangestu" userId="7768735c-5c0d-4d9b-b550-ead0b3c82a30" providerId="ADAL" clId="{F89C377E-197E-465E-A4E6-441D20C309D9}" dt="2022-12-12T04:10:20.532" v="118" actId="700"/>
          <ac:spMkLst>
            <pc:docMk/>
            <pc:sldMk cId="3063669724" sldId="296"/>
            <ac:spMk id="4" creationId="{5CF68DBE-841C-3DA8-244C-024F91F51017}"/>
          </ac:spMkLst>
        </pc:spChg>
        <pc:spChg chg="add mod ord">
          <ac:chgData name="Gusti Pangestu" userId="7768735c-5c0d-4d9b-b550-ead0b3c82a30" providerId="ADAL" clId="{F89C377E-197E-465E-A4E6-441D20C309D9}" dt="2022-12-12T04:11:31.838" v="122"/>
          <ac:spMkLst>
            <pc:docMk/>
            <pc:sldMk cId="3063669724" sldId="296"/>
            <ac:spMk id="5" creationId="{6254C7BE-A9EF-CB6A-02FE-6EF5A0DF5346}"/>
          </ac:spMkLst>
        </pc:spChg>
        <pc:spChg chg="add del mod ord">
          <ac:chgData name="Gusti Pangestu" userId="7768735c-5c0d-4d9b-b550-ead0b3c82a30" providerId="ADAL" clId="{F89C377E-197E-465E-A4E6-441D20C309D9}" dt="2022-12-12T04:11:49.235" v="123" actId="22"/>
          <ac:spMkLst>
            <pc:docMk/>
            <pc:sldMk cId="3063669724" sldId="296"/>
            <ac:spMk id="6" creationId="{F50BD830-4708-A2E8-18B6-847F4B916E70}"/>
          </ac:spMkLst>
        </pc:spChg>
        <pc:picChg chg="add mod ord">
          <ac:chgData name="Gusti Pangestu" userId="7768735c-5c0d-4d9b-b550-ead0b3c82a30" providerId="ADAL" clId="{F89C377E-197E-465E-A4E6-441D20C309D9}" dt="2022-12-12T04:11:52.210" v="124" actId="1076"/>
          <ac:picMkLst>
            <pc:docMk/>
            <pc:sldMk cId="3063669724" sldId="296"/>
            <ac:picMk id="8" creationId="{3538FB60-C180-B265-2EC3-DAC30425BAA7}"/>
          </ac:picMkLst>
        </pc:picChg>
        <pc:picChg chg="add mod">
          <ac:chgData name="Gusti Pangestu" userId="7768735c-5c0d-4d9b-b550-ead0b3c82a30" providerId="ADAL" clId="{F89C377E-197E-465E-A4E6-441D20C309D9}" dt="2022-12-12T04:12:08.127" v="126" actId="1076"/>
          <ac:picMkLst>
            <pc:docMk/>
            <pc:sldMk cId="3063669724" sldId="296"/>
            <ac:picMk id="10" creationId="{C5392B72-EEE8-FDC7-A133-825C93736497}"/>
          </ac:picMkLst>
        </pc:picChg>
      </pc:sldChg>
      <pc:sldChg chg="addSp modSp new mod">
        <pc:chgData name="Gusti Pangestu" userId="7768735c-5c0d-4d9b-b550-ead0b3c82a30" providerId="ADAL" clId="{F89C377E-197E-465E-A4E6-441D20C309D9}" dt="2022-12-12T04:22:00.240" v="153" actId="1076"/>
        <pc:sldMkLst>
          <pc:docMk/>
          <pc:sldMk cId="621401421" sldId="297"/>
        </pc:sldMkLst>
        <pc:spChg chg="mod">
          <ac:chgData name="Gusti Pangestu" userId="7768735c-5c0d-4d9b-b550-ead0b3c82a30" providerId="ADAL" clId="{F89C377E-197E-465E-A4E6-441D20C309D9}" dt="2022-12-12T04:18:04.061" v="143" actId="20577"/>
          <ac:spMkLst>
            <pc:docMk/>
            <pc:sldMk cId="621401421" sldId="297"/>
            <ac:spMk id="2" creationId="{452D5FDC-DA03-E658-F7E9-68D143A9F96A}"/>
          </ac:spMkLst>
        </pc:spChg>
        <pc:spChg chg="mod">
          <ac:chgData name="Gusti Pangestu" userId="7768735c-5c0d-4d9b-b550-ead0b3c82a30" providerId="ADAL" clId="{F89C377E-197E-465E-A4E6-441D20C309D9}" dt="2022-12-12T04:21:45.727" v="149"/>
          <ac:spMkLst>
            <pc:docMk/>
            <pc:sldMk cId="621401421" sldId="297"/>
            <ac:spMk id="3" creationId="{F70348FD-010B-6A2E-87EB-B9DA5F3AA1C9}"/>
          </ac:spMkLst>
        </pc:spChg>
        <pc:picChg chg="add mod">
          <ac:chgData name="Gusti Pangestu" userId="7768735c-5c0d-4d9b-b550-ead0b3c82a30" providerId="ADAL" clId="{F89C377E-197E-465E-A4E6-441D20C309D9}" dt="2022-12-12T04:22:00.240" v="153" actId="1076"/>
          <ac:picMkLst>
            <pc:docMk/>
            <pc:sldMk cId="621401421" sldId="297"/>
            <ac:picMk id="5" creationId="{F5FE04FC-EA88-C3EB-3A93-760D109BDA33}"/>
          </ac:picMkLst>
        </pc:picChg>
      </pc:sldChg>
      <pc:sldChg chg="del">
        <pc:chgData name="Gusti Pangestu" userId="7768735c-5c0d-4d9b-b550-ead0b3c82a30" providerId="ADAL" clId="{F89C377E-197E-465E-A4E6-441D20C309D9}" dt="2022-12-12T03:55:58.531" v="0" actId="47"/>
        <pc:sldMkLst>
          <pc:docMk/>
          <pc:sldMk cId="1881632681" sldId="297"/>
        </pc:sldMkLst>
      </pc:sldChg>
      <pc:sldChg chg="modSp new del mod">
        <pc:chgData name="Gusti Pangestu" userId="7768735c-5c0d-4d9b-b550-ead0b3c82a30" providerId="ADAL" clId="{F89C377E-197E-465E-A4E6-441D20C309D9}" dt="2022-12-12T04:10:15.729" v="117" actId="47"/>
        <pc:sldMkLst>
          <pc:docMk/>
          <pc:sldMk cId="2276760796" sldId="297"/>
        </pc:sldMkLst>
        <pc:spChg chg="mod">
          <ac:chgData name="Gusti Pangestu" userId="7768735c-5c0d-4d9b-b550-ead0b3c82a30" providerId="ADAL" clId="{F89C377E-197E-465E-A4E6-441D20C309D9}" dt="2022-12-12T04:10:06.051" v="116"/>
          <ac:spMkLst>
            <pc:docMk/>
            <pc:sldMk cId="2276760796" sldId="297"/>
            <ac:spMk id="2" creationId="{18948BA6-6A10-6BE9-66FA-5C1C98EE3ECE}"/>
          </ac:spMkLst>
        </pc:spChg>
      </pc:sldChg>
      <pc:sldChg chg="addSp delSp modSp new mod">
        <pc:chgData name="Gusti Pangestu" userId="7768735c-5c0d-4d9b-b550-ead0b3c82a30" providerId="ADAL" clId="{F89C377E-197E-465E-A4E6-441D20C309D9}" dt="2022-12-12T04:22:22.276" v="157" actId="1076"/>
        <pc:sldMkLst>
          <pc:docMk/>
          <pc:sldMk cId="1357288573" sldId="298"/>
        </pc:sldMkLst>
        <pc:spChg chg="del">
          <ac:chgData name="Gusti Pangestu" userId="7768735c-5c0d-4d9b-b550-ead0b3c82a30" providerId="ADAL" clId="{F89C377E-197E-465E-A4E6-441D20C309D9}" dt="2022-12-12T04:22:13.897" v="156" actId="478"/>
          <ac:spMkLst>
            <pc:docMk/>
            <pc:sldMk cId="1357288573" sldId="298"/>
            <ac:spMk id="2" creationId="{83D9939C-8FE4-CDB5-3D3C-87DD53859764}"/>
          </ac:spMkLst>
        </pc:spChg>
        <pc:spChg chg="del">
          <ac:chgData name="Gusti Pangestu" userId="7768735c-5c0d-4d9b-b550-ead0b3c82a30" providerId="ADAL" clId="{F89C377E-197E-465E-A4E6-441D20C309D9}" dt="2022-12-12T04:22:11.647" v="155" actId="22"/>
          <ac:spMkLst>
            <pc:docMk/>
            <pc:sldMk cId="1357288573" sldId="298"/>
            <ac:spMk id="3" creationId="{966E835B-EADC-9C9C-B817-C3317979AA77}"/>
          </ac:spMkLst>
        </pc:spChg>
        <pc:picChg chg="add mod ord">
          <ac:chgData name="Gusti Pangestu" userId="7768735c-5c0d-4d9b-b550-ead0b3c82a30" providerId="ADAL" clId="{F89C377E-197E-465E-A4E6-441D20C309D9}" dt="2022-12-12T04:22:22.276" v="157" actId="1076"/>
          <ac:picMkLst>
            <pc:docMk/>
            <pc:sldMk cId="1357288573" sldId="298"/>
            <ac:picMk id="5" creationId="{C86D2C45-B8FC-05CC-2B05-8E40F7AE9447}"/>
          </ac:picMkLst>
        </pc:picChg>
      </pc:sldChg>
      <pc:sldChg chg="del">
        <pc:chgData name="Gusti Pangestu" userId="7768735c-5c0d-4d9b-b550-ead0b3c82a30" providerId="ADAL" clId="{F89C377E-197E-465E-A4E6-441D20C309D9}" dt="2022-12-12T03:55:58.531" v="0" actId="47"/>
        <pc:sldMkLst>
          <pc:docMk/>
          <pc:sldMk cId="2531925851" sldId="298"/>
        </pc:sldMkLst>
      </pc:sldChg>
      <pc:sldChg chg="del">
        <pc:chgData name="Gusti Pangestu" userId="7768735c-5c0d-4d9b-b550-ead0b3c82a30" providerId="ADAL" clId="{F89C377E-197E-465E-A4E6-441D20C309D9}" dt="2022-12-12T03:55:58.531" v="0" actId="47"/>
        <pc:sldMkLst>
          <pc:docMk/>
          <pc:sldMk cId="1883384608" sldId="299"/>
        </pc:sldMkLst>
      </pc:sldChg>
      <pc:sldChg chg="addSp delSp modSp new mod">
        <pc:chgData name="Gusti Pangestu" userId="7768735c-5c0d-4d9b-b550-ead0b3c82a30" providerId="ADAL" clId="{F89C377E-197E-465E-A4E6-441D20C309D9}" dt="2022-12-12T04:32:51.874" v="169" actId="14100"/>
        <pc:sldMkLst>
          <pc:docMk/>
          <pc:sldMk cId="3892804438" sldId="299"/>
        </pc:sldMkLst>
        <pc:spChg chg="mod">
          <ac:chgData name="Gusti Pangestu" userId="7768735c-5c0d-4d9b-b550-ead0b3c82a30" providerId="ADAL" clId="{F89C377E-197E-465E-A4E6-441D20C309D9}" dt="2022-12-12T04:31:44.631" v="159"/>
          <ac:spMkLst>
            <pc:docMk/>
            <pc:sldMk cId="3892804438" sldId="299"/>
            <ac:spMk id="2" creationId="{843DF6D6-59BC-C212-6A9F-3A0960DCF985}"/>
          </ac:spMkLst>
        </pc:spChg>
        <pc:spChg chg="del">
          <ac:chgData name="Gusti Pangestu" userId="7768735c-5c0d-4d9b-b550-ead0b3c82a30" providerId="ADAL" clId="{F89C377E-197E-465E-A4E6-441D20C309D9}" dt="2022-12-12T04:32:03.624" v="160" actId="22"/>
          <ac:spMkLst>
            <pc:docMk/>
            <pc:sldMk cId="3892804438" sldId="299"/>
            <ac:spMk id="3" creationId="{7540F592-E92F-5605-0AE5-D3C32CA10702}"/>
          </ac:spMkLst>
        </pc:spChg>
        <pc:spChg chg="add mod">
          <ac:chgData name="Gusti Pangestu" userId="7768735c-5c0d-4d9b-b550-ead0b3c82a30" providerId="ADAL" clId="{F89C377E-197E-465E-A4E6-441D20C309D9}" dt="2022-12-12T04:32:51.874" v="169" actId="14100"/>
          <ac:spMkLst>
            <pc:docMk/>
            <pc:sldMk cId="3892804438" sldId="299"/>
            <ac:spMk id="7" creationId="{041220A7-A060-4714-BE56-B40B93436E6E}"/>
          </ac:spMkLst>
        </pc:spChg>
        <pc:picChg chg="add mod ord">
          <ac:chgData name="Gusti Pangestu" userId="7768735c-5c0d-4d9b-b550-ead0b3c82a30" providerId="ADAL" clId="{F89C377E-197E-465E-A4E6-441D20C309D9}" dt="2022-12-12T04:32:09.929" v="161" actId="1076"/>
          <ac:picMkLst>
            <pc:docMk/>
            <pc:sldMk cId="3892804438" sldId="299"/>
            <ac:picMk id="5" creationId="{5F05C273-1EDE-7F07-7C1F-C3C0CE73FE91}"/>
          </ac:picMkLst>
        </pc:picChg>
      </pc:sldChg>
      <pc:sldChg chg="del">
        <pc:chgData name="Gusti Pangestu" userId="7768735c-5c0d-4d9b-b550-ead0b3c82a30" providerId="ADAL" clId="{F89C377E-197E-465E-A4E6-441D20C309D9}" dt="2022-12-12T03:55:58.531" v="0" actId="47"/>
        <pc:sldMkLst>
          <pc:docMk/>
          <pc:sldMk cId="23841198" sldId="300"/>
        </pc:sldMkLst>
      </pc:sldChg>
      <pc:sldChg chg="addSp delSp modSp new mod">
        <pc:chgData name="Gusti Pangestu" userId="7768735c-5c0d-4d9b-b550-ead0b3c82a30" providerId="ADAL" clId="{F89C377E-197E-465E-A4E6-441D20C309D9}" dt="2022-12-12T04:34:43.590" v="190" actId="20577"/>
        <pc:sldMkLst>
          <pc:docMk/>
          <pc:sldMk cId="3986061941" sldId="300"/>
        </pc:sldMkLst>
        <pc:spChg chg="del">
          <ac:chgData name="Gusti Pangestu" userId="7768735c-5c0d-4d9b-b550-ead0b3c82a30" providerId="ADAL" clId="{F89C377E-197E-465E-A4E6-441D20C309D9}" dt="2022-12-12T04:33:06.266" v="171" actId="478"/>
          <ac:spMkLst>
            <pc:docMk/>
            <pc:sldMk cId="3986061941" sldId="300"/>
            <ac:spMk id="2" creationId="{DD55494B-D2FD-ECB3-5CDD-0BF906ABF22D}"/>
          </ac:spMkLst>
        </pc:spChg>
        <pc:spChg chg="del">
          <ac:chgData name="Gusti Pangestu" userId="7768735c-5c0d-4d9b-b550-ead0b3c82a30" providerId="ADAL" clId="{F89C377E-197E-465E-A4E6-441D20C309D9}" dt="2022-12-12T04:33:07.881" v="172" actId="478"/>
          <ac:spMkLst>
            <pc:docMk/>
            <pc:sldMk cId="3986061941" sldId="300"/>
            <ac:spMk id="3" creationId="{E9D49306-2F54-A3A7-6A61-26B481EA2EA9}"/>
          </ac:spMkLst>
        </pc:spChg>
        <pc:spChg chg="add mod">
          <ac:chgData name="Gusti Pangestu" userId="7768735c-5c0d-4d9b-b550-ead0b3c82a30" providerId="ADAL" clId="{F89C377E-197E-465E-A4E6-441D20C309D9}" dt="2022-12-12T04:34:43.590" v="190" actId="20577"/>
          <ac:spMkLst>
            <pc:docMk/>
            <pc:sldMk cId="3986061941" sldId="300"/>
            <ac:spMk id="9" creationId="{03545CA6-31C3-AEBE-B612-ECAAEFBE32AB}"/>
          </ac:spMkLst>
        </pc:spChg>
        <pc:picChg chg="add mod">
          <ac:chgData name="Gusti Pangestu" userId="7768735c-5c0d-4d9b-b550-ead0b3c82a30" providerId="ADAL" clId="{F89C377E-197E-465E-A4E6-441D20C309D9}" dt="2022-12-12T04:34:22.591" v="179" actId="1076"/>
          <ac:picMkLst>
            <pc:docMk/>
            <pc:sldMk cId="3986061941" sldId="300"/>
            <ac:picMk id="5" creationId="{C5BE5FF8-A686-55F2-0CE0-0E3ADED8EE2E}"/>
          </ac:picMkLst>
        </pc:picChg>
        <pc:picChg chg="add mod">
          <ac:chgData name="Gusti Pangestu" userId="7768735c-5c0d-4d9b-b550-ead0b3c82a30" providerId="ADAL" clId="{F89C377E-197E-465E-A4E6-441D20C309D9}" dt="2022-12-12T04:33:33.347" v="176" actId="1076"/>
          <ac:picMkLst>
            <pc:docMk/>
            <pc:sldMk cId="3986061941" sldId="300"/>
            <ac:picMk id="7" creationId="{D5234021-11BA-51B7-6E1F-9DBA714E04B7}"/>
          </ac:picMkLst>
        </pc:picChg>
      </pc:sldChg>
      <pc:sldChg chg="del">
        <pc:chgData name="Gusti Pangestu" userId="7768735c-5c0d-4d9b-b550-ead0b3c82a30" providerId="ADAL" clId="{F89C377E-197E-465E-A4E6-441D20C309D9}" dt="2022-12-12T03:55:58.531" v="0" actId="47"/>
        <pc:sldMkLst>
          <pc:docMk/>
          <pc:sldMk cId="2336243321" sldId="301"/>
        </pc:sldMkLst>
      </pc:sldChg>
      <pc:sldChg chg="addSp delSp modSp new mod">
        <pc:chgData name="Gusti Pangestu" userId="7768735c-5c0d-4d9b-b550-ead0b3c82a30" providerId="ADAL" clId="{F89C377E-197E-465E-A4E6-441D20C309D9}" dt="2022-12-12T04:36:05.277" v="215" actId="20577"/>
        <pc:sldMkLst>
          <pc:docMk/>
          <pc:sldMk cId="2956555080" sldId="301"/>
        </pc:sldMkLst>
        <pc:spChg chg="del">
          <ac:chgData name="Gusti Pangestu" userId="7768735c-5c0d-4d9b-b550-ead0b3c82a30" providerId="ADAL" clId="{F89C377E-197E-465E-A4E6-441D20C309D9}" dt="2022-12-12T04:34:55.823" v="193" actId="478"/>
          <ac:spMkLst>
            <pc:docMk/>
            <pc:sldMk cId="2956555080" sldId="301"/>
            <ac:spMk id="2" creationId="{F9493BD0-EF77-8A4B-0727-125FD8C6DE6B}"/>
          </ac:spMkLst>
        </pc:spChg>
        <pc:spChg chg="del">
          <ac:chgData name="Gusti Pangestu" userId="7768735c-5c0d-4d9b-b550-ead0b3c82a30" providerId="ADAL" clId="{F89C377E-197E-465E-A4E6-441D20C309D9}" dt="2022-12-12T04:34:53.857" v="192" actId="22"/>
          <ac:spMkLst>
            <pc:docMk/>
            <pc:sldMk cId="2956555080" sldId="301"/>
            <ac:spMk id="3" creationId="{9E1123CC-5E98-0BC5-7DAE-A923B98E7C21}"/>
          </ac:spMkLst>
        </pc:spChg>
        <pc:spChg chg="add mod">
          <ac:chgData name="Gusti Pangestu" userId="7768735c-5c0d-4d9b-b550-ead0b3c82a30" providerId="ADAL" clId="{F89C377E-197E-465E-A4E6-441D20C309D9}" dt="2022-12-12T04:36:05.277" v="215" actId="20577"/>
          <ac:spMkLst>
            <pc:docMk/>
            <pc:sldMk cId="2956555080" sldId="301"/>
            <ac:spMk id="7" creationId="{7F30A97F-3686-A475-5844-203D126530C4}"/>
          </ac:spMkLst>
        </pc:spChg>
        <pc:picChg chg="add mod ord">
          <ac:chgData name="Gusti Pangestu" userId="7768735c-5c0d-4d9b-b550-ead0b3c82a30" providerId="ADAL" clId="{F89C377E-197E-465E-A4E6-441D20C309D9}" dt="2022-12-12T04:35:46.693" v="204" actId="1076"/>
          <ac:picMkLst>
            <pc:docMk/>
            <pc:sldMk cId="2956555080" sldId="301"/>
            <ac:picMk id="5" creationId="{65A2DFD2-C0AF-A92A-7A87-5F5EBE1ACF21}"/>
          </ac:picMkLst>
        </pc:picChg>
      </pc:sldChg>
      <pc:sldChg chg="modSp new mod">
        <pc:chgData name="Gusti Pangestu" userId="7768735c-5c0d-4d9b-b550-ead0b3c82a30" providerId="ADAL" clId="{F89C377E-197E-465E-A4E6-441D20C309D9}" dt="2022-12-12T06:09:13.183" v="297" actId="20577"/>
        <pc:sldMkLst>
          <pc:docMk/>
          <pc:sldMk cId="687154644" sldId="302"/>
        </pc:sldMkLst>
        <pc:spChg chg="mod">
          <ac:chgData name="Gusti Pangestu" userId="7768735c-5c0d-4d9b-b550-ead0b3c82a30" providerId="ADAL" clId="{F89C377E-197E-465E-A4E6-441D20C309D9}" dt="2022-12-12T04:37:27.180" v="273" actId="20577"/>
          <ac:spMkLst>
            <pc:docMk/>
            <pc:sldMk cId="687154644" sldId="302"/>
            <ac:spMk id="2" creationId="{7E8B917B-D9E0-E6ED-7162-3BBE6A2AFA8A}"/>
          </ac:spMkLst>
        </pc:spChg>
        <pc:spChg chg="mod">
          <ac:chgData name="Gusti Pangestu" userId="7768735c-5c0d-4d9b-b550-ead0b3c82a30" providerId="ADAL" clId="{F89C377E-197E-465E-A4E6-441D20C309D9}" dt="2022-12-12T06:09:13.183" v="297" actId="20577"/>
          <ac:spMkLst>
            <pc:docMk/>
            <pc:sldMk cId="687154644" sldId="302"/>
            <ac:spMk id="3" creationId="{30C6F67E-1398-3833-A19E-16372D4FDB04}"/>
          </ac:spMkLst>
        </pc:spChg>
      </pc:sldChg>
      <pc:sldChg chg="del">
        <pc:chgData name="Gusti Pangestu" userId="7768735c-5c0d-4d9b-b550-ead0b3c82a30" providerId="ADAL" clId="{F89C377E-197E-465E-A4E6-441D20C309D9}" dt="2022-12-12T03:55:58.531" v="0" actId="47"/>
        <pc:sldMkLst>
          <pc:docMk/>
          <pc:sldMk cId="2246630029" sldId="302"/>
        </pc:sldMkLst>
      </pc:sldChg>
      <pc:sldChg chg="del">
        <pc:chgData name="Gusti Pangestu" userId="7768735c-5c0d-4d9b-b550-ead0b3c82a30" providerId="ADAL" clId="{F89C377E-197E-465E-A4E6-441D20C309D9}" dt="2022-12-12T03:55:58.531" v="0" actId="47"/>
        <pc:sldMkLst>
          <pc:docMk/>
          <pc:sldMk cId="2427825456" sldId="303"/>
        </pc:sldMkLst>
      </pc:sldChg>
      <pc:sldChg chg="addSp delSp modSp new mod">
        <pc:chgData name="Gusti Pangestu" userId="7768735c-5c0d-4d9b-b550-ead0b3c82a30" providerId="ADAL" clId="{F89C377E-197E-465E-A4E6-441D20C309D9}" dt="2022-12-12T04:36:50.189" v="258" actId="26606"/>
        <pc:sldMkLst>
          <pc:docMk/>
          <pc:sldMk cId="4200006546" sldId="303"/>
        </pc:sldMkLst>
        <pc:spChg chg="mod">
          <ac:chgData name="Gusti Pangestu" userId="7768735c-5c0d-4d9b-b550-ead0b3c82a30" providerId="ADAL" clId="{F89C377E-197E-465E-A4E6-441D20C309D9}" dt="2022-12-12T04:36:50.189" v="258" actId="26606"/>
          <ac:spMkLst>
            <pc:docMk/>
            <pc:sldMk cId="4200006546" sldId="303"/>
            <ac:spMk id="2" creationId="{095879F1-8A23-188B-7AC2-C780A87B5878}"/>
          </ac:spMkLst>
        </pc:spChg>
        <pc:spChg chg="del">
          <ac:chgData name="Gusti Pangestu" userId="7768735c-5c0d-4d9b-b550-ead0b3c82a30" providerId="ADAL" clId="{F89C377E-197E-465E-A4E6-441D20C309D9}" dt="2022-12-12T04:36:41.836" v="256" actId="22"/>
          <ac:spMkLst>
            <pc:docMk/>
            <pc:sldMk cId="4200006546" sldId="303"/>
            <ac:spMk id="3" creationId="{C7A507F8-33B2-7C86-C28F-83CEDF342ABB}"/>
          </ac:spMkLst>
        </pc:spChg>
        <pc:picChg chg="add mod ord">
          <ac:chgData name="Gusti Pangestu" userId="7768735c-5c0d-4d9b-b550-ead0b3c82a30" providerId="ADAL" clId="{F89C377E-197E-465E-A4E6-441D20C309D9}" dt="2022-12-12T04:36:50.189" v="258" actId="26606"/>
          <ac:picMkLst>
            <pc:docMk/>
            <pc:sldMk cId="4200006546" sldId="303"/>
            <ac:picMk id="5" creationId="{C46C37FA-973A-433C-23DE-092639AC63A9}"/>
          </ac:picMkLst>
        </pc:picChg>
      </pc:sldChg>
      <pc:sldChg chg="del">
        <pc:chgData name="Gusti Pangestu" userId="7768735c-5c0d-4d9b-b550-ead0b3c82a30" providerId="ADAL" clId="{F89C377E-197E-465E-A4E6-441D20C309D9}" dt="2022-12-12T03:55:58.531" v="0" actId="47"/>
        <pc:sldMkLst>
          <pc:docMk/>
          <pc:sldMk cId="1646206652" sldId="304"/>
        </pc:sldMkLst>
      </pc:sldChg>
      <pc:sldChg chg="del">
        <pc:chgData name="Gusti Pangestu" userId="7768735c-5c0d-4d9b-b550-ead0b3c82a30" providerId="ADAL" clId="{F89C377E-197E-465E-A4E6-441D20C309D9}" dt="2022-12-12T03:55:58.531" v="0" actId="47"/>
        <pc:sldMkLst>
          <pc:docMk/>
          <pc:sldMk cId="1188252766" sldId="305"/>
        </pc:sldMkLst>
      </pc:sldChg>
      <pc:sldChg chg="del">
        <pc:chgData name="Gusti Pangestu" userId="7768735c-5c0d-4d9b-b550-ead0b3c82a30" providerId="ADAL" clId="{F89C377E-197E-465E-A4E6-441D20C309D9}" dt="2022-12-12T03:55:58.531" v="0" actId="47"/>
        <pc:sldMkLst>
          <pc:docMk/>
          <pc:sldMk cId="3237010557" sldId="306"/>
        </pc:sldMkLst>
      </pc:sldChg>
      <pc:sldChg chg="del">
        <pc:chgData name="Gusti Pangestu" userId="7768735c-5c0d-4d9b-b550-ead0b3c82a30" providerId="ADAL" clId="{F89C377E-197E-465E-A4E6-441D20C309D9}" dt="2022-12-12T03:55:58.531" v="0" actId="47"/>
        <pc:sldMkLst>
          <pc:docMk/>
          <pc:sldMk cId="934571703" sldId="307"/>
        </pc:sldMkLst>
      </pc:sldChg>
      <pc:sldChg chg="del">
        <pc:chgData name="Gusti Pangestu" userId="7768735c-5c0d-4d9b-b550-ead0b3c82a30" providerId="ADAL" clId="{F89C377E-197E-465E-A4E6-441D20C309D9}" dt="2022-12-12T03:55:58.531" v="0" actId="47"/>
        <pc:sldMkLst>
          <pc:docMk/>
          <pc:sldMk cId="1490100694" sldId="308"/>
        </pc:sldMkLst>
      </pc:sldChg>
    </pc:docChg>
  </pc:docChgLst>
  <pc:docChgLst>
    <pc:chgData name="Gusti Pangestu" userId="S::gusti.pangestu@binus.ac.id::7768735c-5c0d-4d9b-b550-ead0b3c82a30" providerId="AD" clId="Web-{2D93CF2B-77F8-A25B-D210-87A5597154A1}"/>
    <pc:docChg chg="addSld modSld modSection">
      <pc:chgData name="Gusti Pangestu" userId="S::gusti.pangestu@binus.ac.id::7768735c-5c0d-4d9b-b550-ead0b3c82a30" providerId="AD" clId="Web-{2D93CF2B-77F8-A25B-D210-87A5597154A1}" dt="2022-11-08T02:40:13.934" v="3" actId="20577"/>
      <pc:docMkLst>
        <pc:docMk/>
      </pc:docMkLst>
      <pc:sldChg chg="modSp new">
        <pc:chgData name="Gusti Pangestu" userId="S::gusti.pangestu@binus.ac.id::7768735c-5c0d-4d9b-b550-ead0b3c82a30" providerId="AD" clId="Web-{2D93CF2B-77F8-A25B-D210-87A5597154A1}" dt="2022-11-08T02:40:13.934" v="3" actId="20577"/>
        <pc:sldMkLst>
          <pc:docMk/>
          <pc:sldMk cId="2349906427" sldId="308"/>
        </pc:sldMkLst>
        <pc:spChg chg="mod">
          <ac:chgData name="Gusti Pangestu" userId="S::gusti.pangestu@binus.ac.id::7768735c-5c0d-4d9b-b550-ead0b3c82a30" providerId="AD" clId="Web-{2D93CF2B-77F8-A25B-D210-87A5597154A1}" dt="2022-11-08T02:40:13.934" v="3" actId="20577"/>
          <ac:spMkLst>
            <pc:docMk/>
            <pc:sldMk cId="2349906427" sldId="308"/>
            <ac:spMk id="2" creationId="{8F985375-C6B8-C22E-CA8A-4D16C270F34C}"/>
          </ac:spMkLst>
        </pc:spChg>
      </pc:sldChg>
    </pc:docChg>
  </pc:docChgLst>
  <pc:docChgLst>
    <pc:chgData name="Gusti Pangestu" userId="S::gusti.pangestu@binus.ac.id::7768735c-5c0d-4d9b-b550-ead0b3c82a30" providerId="AD" clId="Web-{FEBE4CCC-5D25-1200-0545-AEF373003FC1}"/>
    <pc:docChg chg="addSld delSld modSld modSection">
      <pc:chgData name="Gusti Pangestu" userId="S::gusti.pangestu@binus.ac.id::7768735c-5c0d-4d9b-b550-ead0b3c82a30" providerId="AD" clId="Web-{FEBE4CCC-5D25-1200-0545-AEF373003FC1}" dt="2020-11-08T21:04:49.476" v="21"/>
      <pc:docMkLst>
        <pc:docMk/>
      </pc:docMkLst>
      <pc:sldChg chg="new">
        <pc:chgData name="Gusti Pangestu" userId="S::gusti.pangestu@binus.ac.id::7768735c-5c0d-4d9b-b550-ead0b3c82a30" providerId="AD" clId="Web-{FEBE4CCC-5D25-1200-0545-AEF373003FC1}" dt="2020-11-08T21:04:49.476" v="21"/>
        <pc:sldMkLst>
          <pc:docMk/>
          <pc:sldMk cId="654055134" sldId="256"/>
        </pc:sldMkLst>
      </pc:sldChg>
      <pc:sldChg chg="del">
        <pc:chgData name="Gusti Pangestu" userId="S::gusti.pangestu@binus.ac.id::7768735c-5c0d-4d9b-b550-ead0b3c82a30" providerId="AD" clId="Web-{FEBE4CCC-5D25-1200-0545-AEF373003FC1}" dt="2020-11-08T21:04:46.851" v="20"/>
        <pc:sldMkLst>
          <pc:docMk/>
          <pc:sldMk cId="4204421142" sldId="256"/>
        </pc:sldMkLst>
      </pc:sldChg>
      <pc:sldChg chg="del">
        <pc:chgData name="Gusti Pangestu" userId="S::gusti.pangestu@binus.ac.id::7768735c-5c0d-4d9b-b550-ead0b3c82a30" providerId="AD" clId="Web-{FEBE4CCC-5D25-1200-0545-AEF373003FC1}" dt="2020-11-08T21:04:46.851" v="19"/>
        <pc:sldMkLst>
          <pc:docMk/>
          <pc:sldMk cId="994908812" sldId="257"/>
        </pc:sldMkLst>
      </pc:sldChg>
      <pc:sldChg chg="del">
        <pc:chgData name="Gusti Pangestu" userId="S::gusti.pangestu@binus.ac.id::7768735c-5c0d-4d9b-b550-ead0b3c82a30" providerId="AD" clId="Web-{FEBE4CCC-5D25-1200-0545-AEF373003FC1}" dt="2020-11-08T21:04:46.835" v="3"/>
        <pc:sldMkLst>
          <pc:docMk/>
          <pc:sldMk cId="2516975436" sldId="259"/>
        </pc:sldMkLst>
      </pc:sldChg>
      <pc:sldChg chg="del">
        <pc:chgData name="Gusti Pangestu" userId="S::gusti.pangestu@binus.ac.id::7768735c-5c0d-4d9b-b550-ead0b3c82a30" providerId="AD" clId="Web-{FEBE4CCC-5D25-1200-0545-AEF373003FC1}" dt="2020-11-08T21:04:46.851" v="18"/>
        <pc:sldMkLst>
          <pc:docMk/>
          <pc:sldMk cId="4186271631" sldId="264"/>
        </pc:sldMkLst>
      </pc:sldChg>
      <pc:sldChg chg="del">
        <pc:chgData name="Gusti Pangestu" userId="S::gusti.pangestu@binus.ac.id::7768735c-5c0d-4d9b-b550-ead0b3c82a30" providerId="AD" clId="Web-{FEBE4CCC-5D25-1200-0545-AEF373003FC1}" dt="2020-11-08T21:04:46.851" v="17"/>
        <pc:sldMkLst>
          <pc:docMk/>
          <pc:sldMk cId="3688710690" sldId="287"/>
        </pc:sldMkLst>
      </pc:sldChg>
      <pc:sldChg chg="del">
        <pc:chgData name="Gusti Pangestu" userId="S::gusti.pangestu@binus.ac.id::7768735c-5c0d-4d9b-b550-ead0b3c82a30" providerId="AD" clId="Web-{FEBE4CCC-5D25-1200-0545-AEF373003FC1}" dt="2020-11-08T21:04:46.851" v="16"/>
        <pc:sldMkLst>
          <pc:docMk/>
          <pc:sldMk cId="1186381382" sldId="309"/>
        </pc:sldMkLst>
      </pc:sldChg>
      <pc:sldChg chg="del">
        <pc:chgData name="Gusti Pangestu" userId="S::gusti.pangestu@binus.ac.id::7768735c-5c0d-4d9b-b550-ead0b3c82a30" providerId="AD" clId="Web-{FEBE4CCC-5D25-1200-0545-AEF373003FC1}" dt="2020-11-08T21:04:46.851" v="8"/>
        <pc:sldMkLst>
          <pc:docMk/>
          <pc:sldMk cId="65465427" sldId="346"/>
        </pc:sldMkLst>
      </pc:sldChg>
      <pc:sldChg chg="del">
        <pc:chgData name="Gusti Pangestu" userId="S::gusti.pangestu@binus.ac.id::7768735c-5c0d-4d9b-b550-ead0b3c82a30" providerId="AD" clId="Web-{FEBE4CCC-5D25-1200-0545-AEF373003FC1}" dt="2020-11-08T21:04:46.835" v="6"/>
        <pc:sldMkLst>
          <pc:docMk/>
          <pc:sldMk cId="757693215" sldId="347"/>
        </pc:sldMkLst>
      </pc:sldChg>
      <pc:sldChg chg="del">
        <pc:chgData name="Gusti Pangestu" userId="S::gusti.pangestu@binus.ac.id::7768735c-5c0d-4d9b-b550-ead0b3c82a30" providerId="AD" clId="Web-{FEBE4CCC-5D25-1200-0545-AEF373003FC1}" dt="2020-11-08T21:04:46.835" v="4"/>
        <pc:sldMkLst>
          <pc:docMk/>
          <pc:sldMk cId="1465585602" sldId="348"/>
        </pc:sldMkLst>
      </pc:sldChg>
      <pc:sldChg chg="del">
        <pc:chgData name="Gusti Pangestu" userId="S::gusti.pangestu@binus.ac.id::7768735c-5c0d-4d9b-b550-ead0b3c82a30" providerId="AD" clId="Web-{FEBE4CCC-5D25-1200-0545-AEF373003FC1}" dt="2020-11-08T21:04:46.851" v="9"/>
        <pc:sldMkLst>
          <pc:docMk/>
          <pc:sldMk cId="1597360731" sldId="353"/>
        </pc:sldMkLst>
      </pc:sldChg>
      <pc:sldChg chg="del">
        <pc:chgData name="Gusti Pangestu" userId="S::gusti.pangestu@binus.ac.id::7768735c-5c0d-4d9b-b550-ead0b3c82a30" providerId="AD" clId="Web-{FEBE4CCC-5D25-1200-0545-AEF373003FC1}" dt="2020-11-08T21:04:46.851" v="7"/>
        <pc:sldMkLst>
          <pc:docMk/>
          <pc:sldMk cId="1597360731" sldId="354"/>
        </pc:sldMkLst>
      </pc:sldChg>
      <pc:sldChg chg="del">
        <pc:chgData name="Gusti Pangestu" userId="S::gusti.pangestu@binus.ac.id::7768735c-5c0d-4d9b-b550-ead0b3c82a30" providerId="AD" clId="Web-{FEBE4CCC-5D25-1200-0545-AEF373003FC1}" dt="2020-11-08T21:04:46.835" v="5"/>
        <pc:sldMkLst>
          <pc:docMk/>
          <pc:sldMk cId="1597360731" sldId="355"/>
        </pc:sldMkLst>
      </pc:sldChg>
      <pc:sldChg chg="del">
        <pc:chgData name="Gusti Pangestu" userId="S::gusti.pangestu@binus.ac.id::7768735c-5c0d-4d9b-b550-ead0b3c82a30" providerId="AD" clId="Web-{FEBE4CCC-5D25-1200-0545-AEF373003FC1}" dt="2020-11-08T21:04:46.851" v="15"/>
        <pc:sldMkLst>
          <pc:docMk/>
          <pc:sldMk cId="1165641375" sldId="356"/>
        </pc:sldMkLst>
      </pc:sldChg>
      <pc:sldChg chg="del">
        <pc:chgData name="Gusti Pangestu" userId="S::gusti.pangestu@binus.ac.id::7768735c-5c0d-4d9b-b550-ead0b3c82a30" providerId="AD" clId="Web-{FEBE4CCC-5D25-1200-0545-AEF373003FC1}" dt="2020-11-08T21:04:46.851" v="14"/>
        <pc:sldMkLst>
          <pc:docMk/>
          <pc:sldMk cId="2219033991" sldId="357"/>
        </pc:sldMkLst>
      </pc:sldChg>
      <pc:sldChg chg="del">
        <pc:chgData name="Gusti Pangestu" userId="S::gusti.pangestu@binus.ac.id::7768735c-5c0d-4d9b-b550-ead0b3c82a30" providerId="AD" clId="Web-{FEBE4CCC-5D25-1200-0545-AEF373003FC1}" dt="2020-11-08T21:04:46.851" v="13"/>
        <pc:sldMkLst>
          <pc:docMk/>
          <pc:sldMk cId="1265282280" sldId="358"/>
        </pc:sldMkLst>
      </pc:sldChg>
      <pc:sldChg chg="del">
        <pc:chgData name="Gusti Pangestu" userId="S::gusti.pangestu@binus.ac.id::7768735c-5c0d-4d9b-b550-ead0b3c82a30" providerId="AD" clId="Web-{FEBE4CCC-5D25-1200-0545-AEF373003FC1}" dt="2020-11-08T21:04:46.851" v="12"/>
        <pc:sldMkLst>
          <pc:docMk/>
          <pc:sldMk cId="3269180244" sldId="359"/>
        </pc:sldMkLst>
      </pc:sldChg>
      <pc:sldChg chg="del">
        <pc:chgData name="Gusti Pangestu" userId="S::gusti.pangestu@binus.ac.id::7768735c-5c0d-4d9b-b550-ead0b3c82a30" providerId="AD" clId="Web-{FEBE4CCC-5D25-1200-0545-AEF373003FC1}" dt="2020-11-08T21:04:46.851" v="11"/>
        <pc:sldMkLst>
          <pc:docMk/>
          <pc:sldMk cId="2273681120" sldId="360"/>
        </pc:sldMkLst>
      </pc:sldChg>
      <pc:sldChg chg="del">
        <pc:chgData name="Gusti Pangestu" userId="S::gusti.pangestu@binus.ac.id::7768735c-5c0d-4d9b-b550-ead0b3c82a30" providerId="AD" clId="Web-{FEBE4CCC-5D25-1200-0545-AEF373003FC1}" dt="2020-11-08T21:04:46.851" v="10"/>
        <pc:sldMkLst>
          <pc:docMk/>
          <pc:sldMk cId="270913358" sldId="361"/>
        </pc:sldMkLst>
      </pc:sldChg>
      <pc:sldChg chg="delSp modSp new del mod modClrScheme chgLayout">
        <pc:chgData name="Gusti Pangestu" userId="S::gusti.pangestu@binus.ac.id::7768735c-5c0d-4d9b-b550-ead0b3c82a30" providerId="AD" clId="Web-{FEBE4CCC-5D25-1200-0545-AEF373003FC1}" dt="2020-11-08T21:04:46.835" v="2"/>
        <pc:sldMkLst>
          <pc:docMk/>
          <pc:sldMk cId="253952621" sldId="362"/>
        </pc:sldMkLst>
        <pc:spChg chg="mod ord">
          <ac:chgData name="Gusti Pangestu" userId="S::gusti.pangestu@binus.ac.id::7768735c-5c0d-4d9b-b550-ead0b3c82a30" providerId="AD" clId="Web-{FEBE4CCC-5D25-1200-0545-AEF373003FC1}" dt="2020-11-08T21:04:11.022" v="1"/>
          <ac:spMkLst>
            <pc:docMk/>
            <pc:sldMk cId="253952621" sldId="362"/>
            <ac:spMk id="2" creationId="{224B20C3-5909-4D46-ACE5-428B22D07EE2}"/>
          </ac:spMkLst>
        </pc:spChg>
        <pc:spChg chg="mod ord">
          <ac:chgData name="Gusti Pangestu" userId="S::gusti.pangestu@binus.ac.id::7768735c-5c0d-4d9b-b550-ead0b3c82a30" providerId="AD" clId="Web-{FEBE4CCC-5D25-1200-0545-AEF373003FC1}" dt="2020-11-08T21:04:11.022" v="1"/>
          <ac:spMkLst>
            <pc:docMk/>
            <pc:sldMk cId="253952621" sldId="362"/>
            <ac:spMk id="3" creationId="{00F7404C-2094-4998-9909-91A645005070}"/>
          </ac:spMkLst>
        </pc:spChg>
        <pc:spChg chg="del">
          <ac:chgData name="Gusti Pangestu" userId="S::gusti.pangestu@binus.ac.id::7768735c-5c0d-4d9b-b550-ead0b3c82a30" providerId="AD" clId="Web-{FEBE4CCC-5D25-1200-0545-AEF373003FC1}" dt="2020-11-08T21:04:11.022" v="1"/>
          <ac:spMkLst>
            <pc:docMk/>
            <pc:sldMk cId="253952621" sldId="362"/>
            <ac:spMk id="4" creationId="{5956C5DF-25F3-4A6B-8E08-A088F163FAE3}"/>
          </ac:spMkLst>
        </pc:spChg>
      </pc:sldChg>
    </pc:docChg>
  </pc:docChgLst>
  <pc:docChgLst>
    <pc:chgData name="Gusti Pangestu" userId="S::gusti.pangestu@binus.ac.id::7768735c-5c0d-4d9b-b550-ead0b3c82a30" providerId="AD" clId="Web-{4A07B62D-5FC8-B8E7-56D8-8F436EB36271}"/>
    <pc:docChg chg="addSld delSld modSld modSection">
      <pc:chgData name="Gusti Pangestu" userId="S::gusti.pangestu@binus.ac.id::7768735c-5c0d-4d9b-b550-ead0b3c82a30" providerId="AD" clId="Web-{4A07B62D-5FC8-B8E7-56D8-8F436EB36271}" dt="2022-10-27T04:20:36.460" v="197" actId="20577"/>
      <pc:docMkLst>
        <pc:docMk/>
      </pc:docMkLst>
      <pc:sldChg chg="modSp">
        <pc:chgData name="Gusti Pangestu" userId="S::gusti.pangestu@binus.ac.id::7768735c-5c0d-4d9b-b550-ead0b3c82a30" providerId="AD" clId="Web-{4A07B62D-5FC8-B8E7-56D8-8F436EB36271}" dt="2022-10-27T03:33:00.608" v="67" actId="20577"/>
        <pc:sldMkLst>
          <pc:docMk/>
          <pc:sldMk cId="109857222" sldId="258"/>
        </pc:sldMkLst>
        <pc:spChg chg="mod">
          <ac:chgData name="Gusti Pangestu" userId="S::gusti.pangestu@binus.ac.id::7768735c-5c0d-4d9b-b550-ead0b3c82a30" providerId="AD" clId="Web-{4A07B62D-5FC8-B8E7-56D8-8F436EB36271}" dt="2022-10-27T03:32:47.155" v="55" actId="20577"/>
          <ac:spMkLst>
            <pc:docMk/>
            <pc:sldMk cId="109857222" sldId="258"/>
            <ac:spMk id="2" creationId="{00000000-0000-0000-0000-000000000000}"/>
          </ac:spMkLst>
        </pc:spChg>
        <pc:spChg chg="mod">
          <ac:chgData name="Gusti Pangestu" userId="S::gusti.pangestu@binus.ac.id::7768735c-5c0d-4d9b-b550-ead0b3c82a30" providerId="AD" clId="Web-{4A07B62D-5FC8-B8E7-56D8-8F436EB36271}" dt="2022-10-27T03:33:00.608" v="67" actId="20577"/>
          <ac:spMkLst>
            <pc:docMk/>
            <pc:sldMk cId="109857222" sldId="258"/>
            <ac:spMk id="3" creationId="{00000000-0000-0000-0000-000000000000}"/>
          </ac:spMkLst>
        </pc:spChg>
      </pc:sldChg>
      <pc:sldChg chg="del">
        <pc:chgData name="Gusti Pangestu" userId="S::gusti.pangestu@binus.ac.id::7768735c-5c0d-4d9b-b550-ead0b3c82a30" providerId="AD" clId="Web-{4A07B62D-5FC8-B8E7-56D8-8F436EB36271}" dt="2022-10-27T03:32:17.654" v="28"/>
        <pc:sldMkLst>
          <pc:docMk/>
          <pc:sldMk cId="1744550803" sldId="259"/>
        </pc:sldMkLst>
      </pc:sldChg>
      <pc:sldChg chg="del">
        <pc:chgData name="Gusti Pangestu" userId="S::gusti.pangestu@binus.ac.id::7768735c-5c0d-4d9b-b550-ead0b3c82a30" providerId="AD" clId="Web-{4A07B62D-5FC8-B8E7-56D8-8F436EB36271}" dt="2022-10-27T03:32:17.654" v="27"/>
        <pc:sldMkLst>
          <pc:docMk/>
          <pc:sldMk cId="2444400246" sldId="260"/>
        </pc:sldMkLst>
      </pc:sldChg>
      <pc:sldChg chg="del">
        <pc:chgData name="Gusti Pangestu" userId="S::gusti.pangestu@binus.ac.id::7768735c-5c0d-4d9b-b550-ead0b3c82a30" providerId="AD" clId="Web-{4A07B62D-5FC8-B8E7-56D8-8F436EB36271}" dt="2022-10-27T03:32:17.623" v="26"/>
        <pc:sldMkLst>
          <pc:docMk/>
          <pc:sldMk cId="3227208170" sldId="261"/>
        </pc:sldMkLst>
      </pc:sldChg>
      <pc:sldChg chg="del">
        <pc:chgData name="Gusti Pangestu" userId="S::gusti.pangestu@binus.ac.id::7768735c-5c0d-4d9b-b550-ead0b3c82a30" providerId="AD" clId="Web-{4A07B62D-5FC8-B8E7-56D8-8F436EB36271}" dt="2022-10-27T03:32:17.623" v="25"/>
        <pc:sldMkLst>
          <pc:docMk/>
          <pc:sldMk cId="3586522301" sldId="262"/>
        </pc:sldMkLst>
      </pc:sldChg>
      <pc:sldChg chg="del">
        <pc:chgData name="Gusti Pangestu" userId="S::gusti.pangestu@binus.ac.id::7768735c-5c0d-4d9b-b550-ead0b3c82a30" providerId="AD" clId="Web-{4A07B62D-5FC8-B8E7-56D8-8F436EB36271}" dt="2022-10-27T03:32:17.591" v="24"/>
        <pc:sldMkLst>
          <pc:docMk/>
          <pc:sldMk cId="1358273460" sldId="263"/>
        </pc:sldMkLst>
      </pc:sldChg>
      <pc:sldChg chg="del">
        <pc:chgData name="Gusti Pangestu" userId="S::gusti.pangestu@binus.ac.id::7768735c-5c0d-4d9b-b550-ead0b3c82a30" providerId="AD" clId="Web-{4A07B62D-5FC8-B8E7-56D8-8F436EB36271}" dt="2022-10-27T03:32:17.591" v="23"/>
        <pc:sldMkLst>
          <pc:docMk/>
          <pc:sldMk cId="4186271631" sldId="264"/>
        </pc:sldMkLst>
      </pc:sldChg>
      <pc:sldChg chg="del">
        <pc:chgData name="Gusti Pangestu" userId="S::gusti.pangestu@binus.ac.id::7768735c-5c0d-4d9b-b550-ead0b3c82a30" providerId="AD" clId="Web-{4A07B62D-5FC8-B8E7-56D8-8F436EB36271}" dt="2022-10-27T03:32:17.591" v="22"/>
        <pc:sldMkLst>
          <pc:docMk/>
          <pc:sldMk cId="640388395" sldId="265"/>
        </pc:sldMkLst>
      </pc:sldChg>
      <pc:sldChg chg="del">
        <pc:chgData name="Gusti Pangestu" userId="S::gusti.pangestu@binus.ac.id::7768735c-5c0d-4d9b-b550-ead0b3c82a30" providerId="AD" clId="Web-{4A07B62D-5FC8-B8E7-56D8-8F436EB36271}" dt="2022-10-27T03:32:17.560" v="21"/>
        <pc:sldMkLst>
          <pc:docMk/>
          <pc:sldMk cId="2731352854" sldId="266"/>
        </pc:sldMkLst>
      </pc:sldChg>
      <pc:sldChg chg="del">
        <pc:chgData name="Gusti Pangestu" userId="S::gusti.pangestu@binus.ac.id::7768735c-5c0d-4d9b-b550-ead0b3c82a30" providerId="AD" clId="Web-{4A07B62D-5FC8-B8E7-56D8-8F436EB36271}" dt="2022-10-27T03:32:17.560" v="20"/>
        <pc:sldMkLst>
          <pc:docMk/>
          <pc:sldMk cId="2491614461" sldId="267"/>
        </pc:sldMkLst>
      </pc:sldChg>
      <pc:sldChg chg="del">
        <pc:chgData name="Gusti Pangestu" userId="S::gusti.pangestu@binus.ac.id::7768735c-5c0d-4d9b-b550-ead0b3c82a30" providerId="AD" clId="Web-{4A07B62D-5FC8-B8E7-56D8-8F436EB36271}" dt="2022-10-27T03:32:17.560" v="19"/>
        <pc:sldMkLst>
          <pc:docMk/>
          <pc:sldMk cId="2148684292" sldId="268"/>
        </pc:sldMkLst>
      </pc:sldChg>
      <pc:sldChg chg="del">
        <pc:chgData name="Gusti Pangestu" userId="S::gusti.pangestu@binus.ac.id::7768735c-5c0d-4d9b-b550-ead0b3c82a30" providerId="AD" clId="Web-{4A07B62D-5FC8-B8E7-56D8-8F436EB36271}" dt="2022-10-27T03:32:17.545" v="18"/>
        <pc:sldMkLst>
          <pc:docMk/>
          <pc:sldMk cId="3556607782" sldId="269"/>
        </pc:sldMkLst>
      </pc:sldChg>
      <pc:sldChg chg="del">
        <pc:chgData name="Gusti Pangestu" userId="S::gusti.pangestu@binus.ac.id::7768735c-5c0d-4d9b-b550-ead0b3c82a30" providerId="AD" clId="Web-{4A07B62D-5FC8-B8E7-56D8-8F436EB36271}" dt="2022-10-27T03:32:17.545" v="17"/>
        <pc:sldMkLst>
          <pc:docMk/>
          <pc:sldMk cId="1547233532" sldId="270"/>
        </pc:sldMkLst>
      </pc:sldChg>
      <pc:sldChg chg="del">
        <pc:chgData name="Gusti Pangestu" userId="S::gusti.pangestu@binus.ac.id::7768735c-5c0d-4d9b-b550-ead0b3c82a30" providerId="AD" clId="Web-{4A07B62D-5FC8-B8E7-56D8-8F436EB36271}" dt="2022-10-27T03:32:17.545" v="16"/>
        <pc:sldMkLst>
          <pc:docMk/>
          <pc:sldMk cId="536712598" sldId="271"/>
        </pc:sldMkLst>
      </pc:sldChg>
      <pc:sldChg chg="del">
        <pc:chgData name="Gusti Pangestu" userId="S::gusti.pangestu@binus.ac.id::7768735c-5c0d-4d9b-b550-ead0b3c82a30" providerId="AD" clId="Web-{4A07B62D-5FC8-B8E7-56D8-8F436EB36271}" dt="2022-10-27T03:32:17.545" v="15"/>
        <pc:sldMkLst>
          <pc:docMk/>
          <pc:sldMk cId="871585317" sldId="272"/>
        </pc:sldMkLst>
      </pc:sldChg>
      <pc:sldChg chg="del">
        <pc:chgData name="Gusti Pangestu" userId="S::gusti.pangestu@binus.ac.id::7768735c-5c0d-4d9b-b550-ead0b3c82a30" providerId="AD" clId="Web-{4A07B62D-5FC8-B8E7-56D8-8F436EB36271}" dt="2022-10-27T03:32:17.545" v="14"/>
        <pc:sldMkLst>
          <pc:docMk/>
          <pc:sldMk cId="2571191043" sldId="273"/>
        </pc:sldMkLst>
      </pc:sldChg>
      <pc:sldChg chg="del">
        <pc:chgData name="Gusti Pangestu" userId="S::gusti.pangestu@binus.ac.id::7768735c-5c0d-4d9b-b550-ead0b3c82a30" providerId="AD" clId="Web-{4A07B62D-5FC8-B8E7-56D8-8F436EB36271}" dt="2022-10-27T03:32:17.545" v="13"/>
        <pc:sldMkLst>
          <pc:docMk/>
          <pc:sldMk cId="3225170664" sldId="274"/>
        </pc:sldMkLst>
      </pc:sldChg>
      <pc:sldChg chg="del">
        <pc:chgData name="Gusti Pangestu" userId="S::gusti.pangestu@binus.ac.id::7768735c-5c0d-4d9b-b550-ead0b3c82a30" providerId="AD" clId="Web-{4A07B62D-5FC8-B8E7-56D8-8F436EB36271}" dt="2022-10-27T03:32:17.545" v="12"/>
        <pc:sldMkLst>
          <pc:docMk/>
          <pc:sldMk cId="785895188" sldId="275"/>
        </pc:sldMkLst>
      </pc:sldChg>
      <pc:sldChg chg="del">
        <pc:chgData name="Gusti Pangestu" userId="S::gusti.pangestu@binus.ac.id::7768735c-5c0d-4d9b-b550-ead0b3c82a30" providerId="AD" clId="Web-{4A07B62D-5FC8-B8E7-56D8-8F436EB36271}" dt="2022-10-27T03:32:17.529" v="11"/>
        <pc:sldMkLst>
          <pc:docMk/>
          <pc:sldMk cId="4271303309" sldId="276"/>
        </pc:sldMkLst>
      </pc:sldChg>
      <pc:sldChg chg="del">
        <pc:chgData name="Gusti Pangestu" userId="S::gusti.pangestu@binus.ac.id::7768735c-5c0d-4d9b-b550-ead0b3c82a30" providerId="AD" clId="Web-{4A07B62D-5FC8-B8E7-56D8-8F436EB36271}" dt="2022-10-27T03:32:17.529" v="10"/>
        <pc:sldMkLst>
          <pc:docMk/>
          <pc:sldMk cId="2117260491" sldId="277"/>
        </pc:sldMkLst>
      </pc:sldChg>
      <pc:sldChg chg="del">
        <pc:chgData name="Gusti Pangestu" userId="S::gusti.pangestu@binus.ac.id::7768735c-5c0d-4d9b-b550-ead0b3c82a30" providerId="AD" clId="Web-{4A07B62D-5FC8-B8E7-56D8-8F436EB36271}" dt="2022-10-27T03:32:17.529" v="9"/>
        <pc:sldMkLst>
          <pc:docMk/>
          <pc:sldMk cId="1015955173" sldId="278"/>
        </pc:sldMkLst>
      </pc:sldChg>
      <pc:sldChg chg="del">
        <pc:chgData name="Gusti Pangestu" userId="S::gusti.pangestu@binus.ac.id::7768735c-5c0d-4d9b-b550-ead0b3c82a30" providerId="AD" clId="Web-{4A07B62D-5FC8-B8E7-56D8-8F436EB36271}" dt="2022-10-27T03:32:17.513" v="8"/>
        <pc:sldMkLst>
          <pc:docMk/>
          <pc:sldMk cId="344992624" sldId="279"/>
        </pc:sldMkLst>
      </pc:sldChg>
      <pc:sldChg chg="del">
        <pc:chgData name="Gusti Pangestu" userId="S::gusti.pangestu@binus.ac.id::7768735c-5c0d-4d9b-b550-ead0b3c82a30" providerId="AD" clId="Web-{4A07B62D-5FC8-B8E7-56D8-8F436EB36271}" dt="2022-10-27T03:32:17.513" v="7"/>
        <pc:sldMkLst>
          <pc:docMk/>
          <pc:sldMk cId="90282252" sldId="280"/>
        </pc:sldMkLst>
      </pc:sldChg>
      <pc:sldChg chg="del">
        <pc:chgData name="Gusti Pangestu" userId="S::gusti.pangestu@binus.ac.id::7768735c-5c0d-4d9b-b550-ead0b3c82a30" providerId="AD" clId="Web-{4A07B62D-5FC8-B8E7-56D8-8F436EB36271}" dt="2022-10-27T03:32:17.513" v="6"/>
        <pc:sldMkLst>
          <pc:docMk/>
          <pc:sldMk cId="3410787883" sldId="281"/>
        </pc:sldMkLst>
      </pc:sldChg>
      <pc:sldChg chg="del">
        <pc:chgData name="Gusti Pangestu" userId="S::gusti.pangestu@binus.ac.id::7768735c-5c0d-4d9b-b550-ead0b3c82a30" providerId="AD" clId="Web-{4A07B62D-5FC8-B8E7-56D8-8F436EB36271}" dt="2022-10-27T03:32:17.513" v="5"/>
        <pc:sldMkLst>
          <pc:docMk/>
          <pc:sldMk cId="1227478321" sldId="282"/>
        </pc:sldMkLst>
      </pc:sldChg>
      <pc:sldChg chg="del">
        <pc:chgData name="Gusti Pangestu" userId="S::gusti.pangestu@binus.ac.id::7768735c-5c0d-4d9b-b550-ead0b3c82a30" providerId="AD" clId="Web-{4A07B62D-5FC8-B8E7-56D8-8F436EB36271}" dt="2022-10-27T03:32:17.513" v="4"/>
        <pc:sldMkLst>
          <pc:docMk/>
          <pc:sldMk cId="292231376" sldId="283"/>
        </pc:sldMkLst>
      </pc:sldChg>
      <pc:sldChg chg="del">
        <pc:chgData name="Gusti Pangestu" userId="S::gusti.pangestu@binus.ac.id::7768735c-5c0d-4d9b-b550-ead0b3c82a30" providerId="AD" clId="Web-{4A07B62D-5FC8-B8E7-56D8-8F436EB36271}" dt="2022-10-27T03:32:17.513" v="3"/>
        <pc:sldMkLst>
          <pc:docMk/>
          <pc:sldMk cId="2152450951" sldId="284"/>
        </pc:sldMkLst>
      </pc:sldChg>
      <pc:sldChg chg="del">
        <pc:chgData name="Gusti Pangestu" userId="S::gusti.pangestu@binus.ac.id::7768735c-5c0d-4d9b-b550-ead0b3c82a30" providerId="AD" clId="Web-{4A07B62D-5FC8-B8E7-56D8-8F436EB36271}" dt="2022-10-27T03:32:17.513" v="2"/>
        <pc:sldMkLst>
          <pc:docMk/>
          <pc:sldMk cId="2554036173" sldId="285"/>
        </pc:sldMkLst>
      </pc:sldChg>
      <pc:sldChg chg="del">
        <pc:chgData name="Gusti Pangestu" userId="S::gusti.pangestu@binus.ac.id::7768735c-5c0d-4d9b-b550-ead0b3c82a30" providerId="AD" clId="Web-{4A07B62D-5FC8-B8E7-56D8-8F436EB36271}" dt="2022-10-27T03:32:17.513" v="1"/>
        <pc:sldMkLst>
          <pc:docMk/>
          <pc:sldMk cId="1741353849" sldId="286"/>
        </pc:sldMkLst>
      </pc:sldChg>
      <pc:sldChg chg="del">
        <pc:chgData name="Gusti Pangestu" userId="S::gusti.pangestu@binus.ac.id::7768735c-5c0d-4d9b-b550-ead0b3c82a30" providerId="AD" clId="Web-{4A07B62D-5FC8-B8E7-56D8-8F436EB36271}" dt="2022-10-27T03:32:17.513" v="0"/>
        <pc:sldMkLst>
          <pc:docMk/>
          <pc:sldMk cId="2486734919" sldId="287"/>
        </pc:sldMkLst>
      </pc:sldChg>
      <pc:sldChg chg="modSp">
        <pc:chgData name="Gusti Pangestu" userId="S::gusti.pangestu@binus.ac.id::7768735c-5c0d-4d9b-b550-ead0b3c82a30" providerId="AD" clId="Web-{4A07B62D-5FC8-B8E7-56D8-8F436EB36271}" dt="2022-10-27T04:20:36.460" v="197" actId="20577"/>
        <pc:sldMkLst>
          <pc:docMk/>
          <pc:sldMk cId="1365886943" sldId="289"/>
        </pc:sldMkLst>
        <pc:spChg chg="mod">
          <ac:chgData name="Gusti Pangestu" userId="S::gusti.pangestu@binus.ac.id::7768735c-5c0d-4d9b-b550-ead0b3c82a30" providerId="AD" clId="Web-{4A07B62D-5FC8-B8E7-56D8-8F436EB36271}" dt="2022-10-27T04:20:36.460" v="197" actId="20577"/>
          <ac:spMkLst>
            <pc:docMk/>
            <pc:sldMk cId="1365886943" sldId="289"/>
            <ac:spMk id="5" creationId="{BFC9FBC7-A7B5-44F5-875A-9C78EE947DD2}"/>
          </ac:spMkLst>
        </pc:spChg>
      </pc:sldChg>
      <pc:sldChg chg="modSp new">
        <pc:chgData name="Gusti Pangestu" userId="S::gusti.pangestu@binus.ac.id::7768735c-5c0d-4d9b-b550-ead0b3c82a30" providerId="AD" clId="Web-{4A07B62D-5FC8-B8E7-56D8-8F436EB36271}" dt="2022-10-27T03:33:38.797" v="76" actId="20577"/>
        <pc:sldMkLst>
          <pc:docMk/>
          <pc:sldMk cId="1545682022" sldId="290"/>
        </pc:sldMkLst>
        <pc:spChg chg="mod">
          <ac:chgData name="Gusti Pangestu" userId="S::gusti.pangestu@binus.ac.id::7768735c-5c0d-4d9b-b550-ead0b3c82a30" providerId="AD" clId="Web-{4A07B62D-5FC8-B8E7-56D8-8F436EB36271}" dt="2022-10-27T03:33:24.281" v="73" actId="20577"/>
          <ac:spMkLst>
            <pc:docMk/>
            <pc:sldMk cId="1545682022" sldId="290"/>
            <ac:spMk id="2" creationId="{0D127130-CB93-C8BE-7021-F7979E8208C3}"/>
          </ac:spMkLst>
        </pc:spChg>
        <pc:spChg chg="mod">
          <ac:chgData name="Gusti Pangestu" userId="S::gusti.pangestu@binus.ac.id::7768735c-5c0d-4d9b-b550-ead0b3c82a30" providerId="AD" clId="Web-{4A07B62D-5FC8-B8E7-56D8-8F436EB36271}" dt="2022-10-27T03:33:38.797" v="76" actId="20577"/>
          <ac:spMkLst>
            <pc:docMk/>
            <pc:sldMk cId="1545682022" sldId="290"/>
            <ac:spMk id="3" creationId="{CFBE6DC7-A61F-27FA-B9A7-7018AFBF0075}"/>
          </ac:spMkLst>
        </pc:spChg>
      </pc:sldChg>
      <pc:sldChg chg="modSp new mod modClrScheme chgLayout">
        <pc:chgData name="Gusti Pangestu" userId="S::gusti.pangestu@binus.ac.id::7768735c-5c0d-4d9b-b550-ead0b3c82a30" providerId="AD" clId="Web-{4A07B62D-5FC8-B8E7-56D8-8F436EB36271}" dt="2022-10-27T03:33:55.203" v="83" actId="20577"/>
        <pc:sldMkLst>
          <pc:docMk/>
          <pc:sldMk cId="2466898216" sldId="291"/>
        </pc:sldMkLst>
        <pc:spChg chg="mod ord">
          <ac:chgData name="Gusti Pangestu" userId="S::gusti.pangestu@binus.ac.id::7768735c-5c0d-4d9b-b550-ead0b3c82a30" providerId="AD" clId="Web-{4A07B62D-5FC8-B8E7-56D8-8F436EB36271}" dt="2022-10-27T03:33:55.203" v="83" actId="20577"/>
          <ac:spMkLst>
            <pc:docMk/>
            <pc:sldMk cId="2466898216" sldId="291"/>
            <ac:spMk id="2" creationId="{1DA5B708-FC9B-00A9-922A-708391EAA17E}"/>
          </ac:spMkLst>
        </pc:spChg>
        <pc:spChg chg="mod ord">
          <ac:chgData name="Gusti Pangestu" userId="S::gusti.pangestu@binus.ac.id::7768735c-5c0d-4d9b-b550-ead0b3c82a30" providerId="AD" clId="Web-{4A07B62D-5FC8-B8E7-56D8-8F436EB36271}" dt="2022-10-27T03:33:48.531" v="78"/>
          <ac:spMkLst>
            <pc:docMk/>
            <pc:sldMk cId="2466898216" sldId="291"/>
            <ac:spMk id="3" creationId="{37081DDC-E11D-4A37-319D-F18FF771B1D3}"/>
          </ac:spMkLst>
        </pc:spChg>
      </pc:sldChg>
      <pc:sldChg chg="modSp new mod modClrScheme chgLayout">
        <pc:chgData name="Gusti Pangestu" userId="S::gusti.pangestu@binus.ac.id::7768735c-5c0d-4d9b-b550-ead0b3c82a30" providerId="AD" clId="Web-{4A07B62D-5FC8-B8E7-56D8-8F436EB36271}" dt="2022-10-27T03:34:48.205" v="93" actId="20577"/>
        <pc:sldMkLst>
          <pc:docMk/>
          <pc:sldMk cId="3525839078" sldId="292"/>
        </pc:sldMkLst>
        <pc:spChg chg="mod ord">
          <ac:chgData name="Gusti Pangestu" userId="S::gusti.pangestu@binus.ac.id::7768735c-5c0d-4d9b-b550-ead0b3c82a30" providerId="AD" clId="Web-{4A07B62D-5FC8-B8E7-56D8-8F436EB36271}" dt="2022-10-27T03:34:31.876" v="87" actId="20577"/>
          <ac:spMkLst>
            <pc:docMk/>
            <pc:sldMk cId="3525839078" sldId="292"/>
            <ac:spMk id="2" creationId="{0FD1391C-7614-D478-65D1-524193E45FC7}"/>
          </ac:spMkLst>
        </pc:spChg>
        <pc:spChg chg="mod ord">
          <ac:chgData name="Gusti Pangestu" userId="S::gusti.pangestu@binus.ac.id::7768735c-5c0d-4d9b-b550-ead0b3c82a30" providerId="AD" clId="Web-{4A07B62D-5FC8-B8E7-56D8-8F436EB36271}" dt="2022-10-27T03:34:48.205" v="93" actId="20577"/>
          <ac:spMkLst>
            <pc:docMk/>
            <pc:sldMk cId="3525839078" sldId="292"/>
            <ac:spMk id="3" creationId="{0873727D-BA01-A799-46C8-EC7DCCB11A3E}"/>
          </ac:spMkLst>
        </pc:spChg>
      </pc:sldChg>
      <pc:sldChg chg="modSp new">
        <pc:chgData name="Gusti Pangestu" userId="S::gusti.pangestu@binus.ac.id::7768735c-5c0d-4d9b-b550-ead0b3c82a30" providerId="AD" clId="Web-{4A07B62D-5FC8-B8E7-56D8-8F436EB36271}" dt="2022-10-27T03:36:31.973" v="121" actId="20577"/>
        <pc:sldMkLst>
          <pc:docMk/>
          <pc:sldMk cId="4076145057" sldId="293"/>
        </pc:sldMkLst>
        <pc:spChg chg="mod">
          <ac:chgData name="Gusti Pangestu" userId="S::gusti.pangestu@binus.ac.id::7768735c-5c0d-4d9b-b550-ead0b3c82a30" providerId="AD" clId="Web-{4A07B62D-5FC8-B8E7-56D8-8F436EB36271}" dt="2022-10-27T03:35:08.486" v="98" actId="20577"/>
          <ac:spMkLst>
            <pc:docMk/>
            <pc:sldMk cId="4076145057" sldId="293"/>
            <ac:spMk id="2" creationId="{33FB5CBE-178D-8513-456F-A822E6C8BEFF}"/>
          </ac:spMkLst>
        </pc:spChg>
        <pc:spChg chg="mod">
          <ac:chgData name="Gusti Pangestu" userId="S::gusti.pangestu@binus.ac.id::7768735c-5c0d-4d9b-b550-ead0b3c82a30" providerId="AD" clId="Web-{4A07B62D-5FC8-B8E7-56D8-8F436EB36271}" dt="2022-10-27T03:36:31.973" v="121" actId="20577"/>
          <ac:spMkLst>
            <pc:docMk/>
            <pc:sldMk cId="4076145057" sldId="293"/>
            <ac:spMk id="3" creationId="{E2727E9A-CE48-1885-0EF5-7B67BFB3EC92}"/>
          </ac:spMkLst>
        </pc:spChg>
      </pc:sldChg>
      <pc:sldChg chg="addSp delSp modSp new">
        <pc:chgData name="Gusti Pangestu" userId="S::gusti.pangestu@binus.ac.id::7768735c-5c0d-4d9b-b550-ead0b3c82a30" providerId="AD" clId="Web-{4A07B62D-5FC8-B8E7-56D8-8F436EB36271}" dt="2022-10-27T03:38:10.178" v="129" actId="1076"/>
        <pc:sldMkLst>
          <pc:docMk/>
          <pc:sldMk cId="1654806926" sldId="294"/>
        </pc:sldMkLst>
        <pc:spChg chg="del">
          <ac:chgData name="Gusti Pangestu" userId="S::gusti.pangestu@binus.ac.id::7768735c-5c0d-4d9b-b550-ead0b3c82a30" providerId="AD" clId="Web-{4A07B62D-5FC8-B8E7-56D8-8F436EB36271}" dt="2022-10-27T03:37:52.803" v="126"/>
          <ac:spMkLst>
            <pc:docMk/>
            <pc:sldMk cId="1654806926" sldId="294"/>
            <ac:spMk id="2" creationId="{B677F81A-B775-8269-F1F2-ACB6D365B45D}"/>
          </ac:spMkLst>
        </pc:spChg>
        <pc:spChg chg="del mod">
          <ac:chgData name="Gusti Pangestu" userId="S::gusti.pangestu@binus.ac.id::7768735c-5c0d-4d9b-b550-ead0b3c82a30" providerId="AD" clId="Web-{4A07B62D-5FC8-B8E7-56D8-8F436EB36271}" dt="2022-10-27T03:37:49.897" v="125"/>
          <ac:spMkLst>
            <pc:docMk/>
            <pc:sldMk cId="1654806926" sldId="294"/>
            <ac:spMk id="3" creationId="{A4F7337D-CF28-B38C-4966-E35FAD344E22}"/>
          </ac:spMkLst>
        </pc:spChg>
        <pc:spChg chg="add del">
          <ac:chgData name="Gusti Pangestu" userId="S::gusti.pangestu@binus.ac.id::7768735c-5c0d-4d9b-b550-ead0b3c82a30" providerId="AD" clId="Web-{4A07B62D-5FC8-B8E7-56D8-8F436EB36271}" dt="2022-10-27T03:38:00.178" v="127"/>
          <ac:spMkLst>
            <pc:docMk/>
            <pc:sldMk cId="1654806926" sldId="294"/>
            <ac:spMk id="9" creationId="{88CAE940-2F6D-D49B-1D77-795AE626C153}"/>
          </ac:spMkLst>
        </pc:spChg>
        <pc:picChg chg="add mod ord">
          <ac:chgData name="Gusti Pangestu" userId="S::gusti.pangestu@binus.ac.id::7768735c-5c0d-4d9b-b550-ead0b3c82a30" providerId="AD" clId="Web-{4A07B62D-5FC8-B8E7-56D8-8F436EB36271}" dt="2022-10-27T03:38:10.178" v="129" actId="1076"/>
          <ac:picMkLst>
            <pc:docMk/>
            <pc:sldMk cId="1654806926" sldId="294"/>
            <ac:picMk id="4" creationId="{32F0B99C-3514-5360-2C0F-FE302CBC16D1}"/>
          </ac:picMkLst>
        </pc:picChg>
      </pc:sldChg>
      <pc:sldChg chg="modSp new">
        <pc:chgData name="Gusti Pangestu" userId="S::gusti.pangestu@binus.ac.id::7768735c-5c0d-4d9b-b550-ead0b3c82a30" providerId="AD" clId="Web-{4A07B62D-5FC8-B8E7-56D8-8F436EB36271}" dt="2022-10-27T04:17:28.532" v="147" actId="20577"/>
        <pc:sldMkLst>
          <pc:docMk/>
          <pc:sldMk cId="1695190657" sldId="295"/>
        </pc:sldMkLst>
        <pc:spChg chg="mod">
          <ac:chgData name="Gusti Pangestu" userId="S::gusti.pangestu@binus.ac.id::7768735c-5c0d-4d9b-b550-ead0b3c82a30" providerId="AD" clId="Web-{4A07B62D-5FC8-B8E7-56D8-8F436EB36271}" dt="2022-10-27T04:17:28.532" v="147" actId="20577"/>
          <ac:spMkLst>
            <pc:docMk/>
            <pc:sldMk cId="1695190657" sldId="295"/>
            <ac:spMk id="2" creationId="{CE9CDD7E-610C-104F-E4D9-E4E57DECAC2C}"/>
          </ac:spMkLst>
        </pc:spChg>
        <pc:spChg chg="mod">
          <ac:chgData name="Gusti Pangestu" userId="S::gusti.pangestu@binus.ac.id::7768735c-5c0d-4d9b-b550-ead0b3c82a30" providerId="AD" clId="Web-{4A07B62D-5FC8-B8E7-56D8-8F436EB36271}" dt="2022-10-27T04:17:24.922" v="144" actId="20577"/>
          <ac:spMkLst>
            <pc:docMk/>
            <pc:sldMk cId="1695190657" sldId="295"/>
            <ac:spMk id="3" creationId="{868B0950-9FB9-A836-EF04-095A7B5E2363}"/>
          </ac:spMkLst>
        </pc:spChg>
      </pc:sldChg>
      <pc:sldChg chg="modSp new">
        <pc:chgData name="Gusti Pangestu" userId="S::gusti.pangestu@binus.ac.id::7768735c-5c0d-4d9b-b550-ead0b3c82a30" providerId="AD" clId="Web-{4A07B62D-5FC8-B8E7-56D8-8F436EB36271}" dt="2022-10-27T04:18:16.017" v="167" actId="20577"/>
        <pc:sldMkLst>
          <pc:docMk/>
          <pc:sldMk cId="1038788887" sldId="296"/>
        </pc:sldMkLst>
        <pc:spChg chg="mod">
          <ac:chgData name="Gusti Pangestu" userId="S::gusti.pangestu@binus.ac.id::7768735c-5c0d-4d9b-b550-ead0b3c82a30" providerId="AD" clId="Web-{4A07B62D-5FC8-B8E7-56D8-8F436EB36271}" dt="2022-10-27T04:17:35.547" v="154" actId="20577"/>
          <ac:spMkLst>
            <pc:docMk/>
            <pc:sldMk cId="1038788887" sldId="296"/>
            <ac:spMk id="2" creationId="{379435EB-2F4D-F994-FEBE-E84669BFF995}"/>
          </ac:spMkLst>
        </pc:spChg>
        <pc:spChg chg="mod">
          <ac:chgData name="Gusti Pangestu" userId="S::gusti.pangestu@binus.ac.id::7768735c-5c0d-4d9b-b550-ead0b3c82a30" providerId="AD" clId="Web-{4A07B62D-5FC8-B8E7-56D8-8F436EB36271}" dt="2022-10-27T04:18:16.017" v="167" actId="20577"/>
          <ac:spMkLst>
            <pc:docMk/>
            <pc:sldMk cId="1038788887" sldId="296"/>
            <ac:spMk id="3" creationId="{2A8DCDF0-75EE-995B-B3D4-3D2783C8D05E}"/>
          </ac:spMkLst>
        </pc:spChg>
      </pc:sldChg>
      <pc:sldChg chg="modSp new">
        <pc:chgData name="Gusti Pangestu" userId="S::gusti.pangestu@binus.ac.id::7768735c-5c0d-4d9b-b550-ead0b3c82a30" providerId="AD" clId="Web-{4A07B62D-5FC8-B8E7-56D8-8F436EB36271}" dt="2022-10-27T04:19:09.379" v="187" actId="20577"/>
        <pc:sldMkLst>
          <pc:docMk/>
          <pc:sldMk cId="1449165949" sldId="297"/>
        </pc:sldMkLst>
        <pc:spChg chg="mod">
          <ac:chgData name="Gusti Pangestu" userId="S::gusti.pangestu@binus.ac.id::7768735c-5c0d-4d9b-b550-ead0b3c82a30" providerId="AD" clId="Web-{4A07B62D-5FC8-B8E7-56D8-8F436EB36271}" dt="2022-10-27T04:18:21.565" v="173" actId="20577"/>
          <ac:spMkLst>
            <pc:docMk/>
            <pc:sldMk cId="1449165949" sldId="297"/>
            <ac:spMk id="2" creationId="{1BDB89C4-9F38-C573-7FEB-DBF372FEE009}"/>
          </ac:spMkLst>
        </pc:spChg>
        <pc:spChg chg="mod">
          <ac:chgData name="Gusti Pangestu" userId="S::gusti.pangestu@binus.ac.id::7768735c-5c0d-4d9b-b550-ead0b3c82a30" providerId="AD" clId="Web-{4A07B62D-5FC8-B8E7-56D8-8F436EB36271}" dt="2022-10-27T04:19:09.379" v="187" actId="20577"/>
          <ac:spMkLst>
            <pc:docMk/>
            <pc:sldMk cId="1449165949" sldId="297"/>
            <ac:spMk id="3" creationId="{7C1388C6-98A5-18A5-BD6E-039461A1C138}"/>
          </ac:spMkLst>
        </pc:spChg>
      </pc:sldChg>
      <pc:sldChg chg="modSp new">
        <pc:chgData name="Gusti Pangestu" userId="S::gusti.pangestu@binus.ac.id::7768735c-5c0d-4d9b-b550-ead0b3c82a30" providerId="AD" clId="Web-{4A07B62D-5FC8-B8E7-56D8-8F436EB36271}" dt="2022-10-27T04:19:35.583" v="193" actId="20577"/>
        <pc:sldMkLst>
          <pc:docMk/>
          <pc:sldMk cId="1604491517" sldId="298"/>
        </pc:sldMkLst>
        <pc:spChg chg="mod">
          <ac:chgData name="Gusti Pangestu" userId="S::gusti.pangestu@binus.ac.id::7768735c-5c0d-4d9b-b550-ead0b3c82a30" providerId="AD" clId="Web-{4A07B62D-5FC8-B8E7-56D8-8F436EB36271}" dt="2022-10-27T04:19:35.583" v="193" actId="20577"/>
          <ac:spMkLst>
            <pc:docMk/>
            <pc:sldMk cId="1604491517" sldId="298"/>
            <ac:spMk id="2" creationId="{60A60F9B-7090-48B0-C099-79A4FCD87C9C}"/>
          </ac:spMkLst>
        </pc:spChg>
        <pc:spChg chg="mod">
          <ac:chgData name="Gusti Pangestu" userId="S::gusti.pangestu@binus.ac.id::7768735c-5c0d-4d9b-b550-ead0b3c82a30" providerId="AD" clId="Web-{4A07B62D-5FC8-B8E7-56D8-8F436EB36271}" dt="2022-10-27T04:19:33.145" v="192" actId="20577"/>
          <ac:spMkLst>
            <pc:docMk/>
            <pc:sldMk cId="1604491517" sldId="298"/>
            <ac:spMk id="3" creationId="{9565EA00-A502-2E60-9160-59751FEB0489}"/>
          </ac:spMkLst>
        </pc:spChg>
      </pc:sldChg>
    </pc:docChg>
  </pc:docChgLst>
  <pc:docChgLst>
    <pc:chgData name="Gusti Pangestu" userId="S::gusti.pangestu@binus.ac.id::7768735c-5c0d-4d9b-b550-ead0b3c82a30" providerId="AD" clId="Web-{C85BC696-B738-F53D-98D5-65753C315CC0}"/>
    <pc:docChg chg="addSld delSld modSld modSection">
      <pc:chgData name="Gusti Pangestu" userId="S::gusti.pangestu@binus.ac.id::7768735c-5c0d-4d9b-b550-ead0b3c82a30" providerId="AD" clId="Web-{C85BC696-B738-F53D-98D5-65753C315CC0}" dt="2022-11-17T07:11:17.053" v="77" actId="20577"/>
      <pc:docMkLst>
        <pc:docMk/>
      </pc:docMkLst>
      <pc:sldChg chg="modSp">
        <pc:chgData name="Gusti Pangestu" userId="S::gusti.pangestu@binus.ac.id::7768735c-5c0d-4d9b-b550-ead0b3c82a30" providerId="AD" clId="Web-{C85BC696-B738-F53D-98D5-65753C315CC0}" dt="2022-11-17T06:32:55.635" v="2" actId="20577"/>
        <pc:sldMkLst>
          <pc:docMk/>
          <pc:sldMk cId="1545682022" sldId="290"/>
        </pc:sldMkLst>
        <pc:spChg chg="mod">
          <ac:chgData name="Gusti Pangestu" userId="S::gusti.pangestu@binus.ac.id::7768735c-5c0d-4d9b-b550-ead0b3c82a30" providerId="AD" clId="Web-{C85BC696-B738-F53D-98D5-65753C315CC0}" dt="2022-11-17T06:32:55.635" v="2" actId="20577"/>
          <ac:spMkLst>
            <pc:docMk/>
            <pc:sldMk cId="1545682022" sldId="290"/>
            <ac:spMk id="3" creationId="{CFBE6DC7-A61F-27FA-B9A7-7018AFBF0075}"/>
          </ac:spMkLst>
        </pc:spChg>
      </pc:sldChg>
      <pc:sldChg chg="addSp modSp new">
        <pc:chgData name="Gusti Pangestu" userId="S::gusti.pangestu@binus.ac.id::7768735c-5c0d-4d9b-b550-ead0b3c82a30" providerId="AD" clId="Web-{C85BC696-B738-F53D-98D5-65753C315CC0}" dt="2022-11-17T06:37:53.437" v="44" actId="14100"/>
        <pc:sldMkLst>
          <pc:docMk/>
          <pc:sldMk cId="862529639" sldId="291"/>
        </pc:sldMkLst>
        <pc:spChg chg="mod">
          <ac:chgData name="Gusti Pangestu" userId="S::gusti.pangestu@binus.ac.id::7768735c-5c0d-4d9b-b550-ead0b3c82a30" providerId="AD" clId="Web-{C85BC696-B738-F53D-98D5-65753C315CC0}" dt="2022-11-17T06:34:03.261" v="33" actId="20577"/>
          <ac:spMkLst>
            <pc:docMk/>
            <pc:sldMk cId="862529639" sldId="291"/>
            <ac:spMk id="2" creationId="{244DCDDE-684F-4312-619A-1B0E60F01277}"/>
          </ac:spMkLst>
        </pc:spChg>
        <pc:spChg chg="mod">
          <ac:chgData name="Gusti Pangestu" userId="S::gusti.pangestu@binus.ac.id::7768735c-5c0d-4d9b-b550-ead0b3c82a30" providerId="AD" clId="Web-{C85BC696-B738-F53D-98D5-65753C315CC0}" dt="2022-11-17T06:37:46.906" v="41" actId="20577"/>
          <ac:spMkLst>
            <pc:docMk/>
            <pc:sldMk cId="862529639" sldId="291"/>
            <ac:spMk id="3" creationId="{B6F4EBE5-9772-CE07-35BD-983FAFE4DE40}"/>
          </ac:spMkLst>
        </pc:spChg>
        <pc:picChg chg="add mod">
          <ac:chgData name="Gusti Pangestu" userId="S::gusti.pangestu@binus.ac.id::7768735c-5c0d-4d9b-b550-ead0b3c82a30" providerId="AD" clId="Web-{C85BC696-B738-F53D-98D5-65753C315CC0}" dt="2022-11-17T06:37:53.437" v="44" actId="14100"/>
          <ac:picMkLst>
            <pc:docMk/>
            <pc:sldMk cId="862529639" sldId="291"/>
            <ac:picMk id="4" creationId="{70D5BA5C-FA3A-0440-DE06-470582C8BDA3}"/>
          </ac:picMkLst>
        </pc:picChg>
      </pc:sldChg>
      <pc:sldChg chg="del">
        <pc:chgData name="Gusti Pangestu" userId="S::gusti.pangestu@binus.ac.id::7768735c-5c0d-4d9b-b550-ead0b3c82a30" providerId="AD" clId="Web-{C85BC696-B738-F53D-98D5-65753C315CC0}" dt="2022-11-17T06:33:01.244" v="27"/>
        <pc:sldMkLst>
          <pc:docMk/>
          <pc:sldMk cId="3825084955" sldId="291"/>
        </pc:sldMkLst>
      </pc:sldChg>
      <pc:sldChg chg="addSp delSp modSp new">
        <pc:chgData name="Gusti Pangestu" userId="S::gusti.pangestu@binus.ac.id::7768735c-5c0d-4d9b-b550-ead0b3c82a30" providerId="AD" clId="Web-{C85BC696-B738-F53D-98D5-65753C315CC0}" dt="2022-11-17T07:10:35.130" v="68" actId="1076"/>
        <pc:sldMkLst>
          <pc:docMk/>
          <pc:sldMk cId="389853168" sldId="292"/>
        </pc:sldMkLst>
        <pc:spChg chg="del">
          <ac:chgData name="Gusti Pangestu" userId="S::gusti.pangestu@binus.ac.id::7768735c-5c0d-4d9b-b550-ead0b3c82a30" providerId="AD" clId="Web-{C85BC696-B738-F53D-98D5-65753C315CC0}" dt="2022-11-17T06:38:07.391" v="46"/>
          <ac:spMkLst>
            <pc:docMk/>
            <pc:sldMk cId="389853168" sldId="292"/>
            <ac:spMk id="2" creationId="{AFC24774-3A58-F649-0FFD-536B83B88AB0}"/>
          </ac:spMkLst>
        </pc:spChg>
        <pc:spChg chg="mod">
          <ac:chgData name="Gusti Pangestu" userId="S::gusti.pangestu@binus.ac.id::7768735c-5c0d-4d9b-b550-ead0b3c82a30" providerId="AD" clId="Web-{C85BC696-B738-F53D-98D5-65753C315CC0}" dt="2022-11-17T07:10:26.161" v="64" actId="20577"/>
          <ac:spMkLst>
            <pc:docMk/>
            <pc:sldMk cId="389853168" sldId="292"/>
            <ac:spMk id="3" creationId="{069F0CBE-BF2F-2E87-932C-82337BE12E1D}"/>
          </ac:spMkLst>
        </pc:spChg>
        <pc:picChg chg="add mod">
          <ac:chgData name="Gusti Pangestu" userId="S::gusti.pangestu@binus.ac.id::7768735c-5c0d-4d9b-b550-ead0b3c82a30" providerId="AD" clId="Web-{C85BC696-B738-F53D-98D5-65753C315CC0}" dt="2022-11-17T07:01:19.381" v="53" actId="1076"/>
          <ac:picMkLst>
            <pc:docMk/>
            <pc:sldMk cId="389853168" sldId="292"/>
            <ac:picMk id="2" creationId="{B798C832-8BC3-6D81-BBB8-D67155B95F57}"/>
          </ac:picMkLst>
        </pc:picChg>
        <pc:picChg chg="add del">
          <ac:chgData name="Gusti Pangestu" userId="S::gusti.pangestu@binus.ac.id::7768735c-5c0d-4d9b-b550-ead0b3c82a30" providerId="AD" clId="Web-{C85BC696-B738-F53D-98D5-65753C315CC0}" dt="2022-11-17T07:09:57.489" v="59"/>
          <ac:picMkLst>
            <pc:docMk/>
            <pc:sldMk cId="389853168" sldId="292"/>
            <ac:picMk id="4" creationId="{5E39D01C-490A-1C84-05EF-D37719F24D7A}"/>
          </ac:picMkLst>
        </pc:picChg>
        <pc:picChg chg="add mod">
          <ac:chgData name="Gusti Pangestu" userId="S::gusti.pangestu@binus.ac.id::7768735c-5c0d-4d9b-b550-ead0b3c82a30" providerId="AD" clId="Web-{C85BC696-B738-F53D-98D5-65753C315CC0}" dt="2022-11-17T07:10:35.130" v="68" actId="1076"/>
          <ac:picMkLst>
            <pc:docMk/>
            <pc:sldMk cId="389853168" sldId="292"/>
            <ac:picMk id="5" creationId="{A4B19CA3-4795-14F0-0103-63A109236D89}"/>
          </ac:picMkLst>
        </pc:picChg>
      </pc:sldChg>
      <pc:sldChg chg="del">
        <pc:chgData name="Gusti Pangestu" userId="S::gusti.pangestu@binus.ac.id::7768735c-5c0d-4d9b-b550-ead0b3c82a30" providerId="AD" clId="Web-{C85BC696-B738-F53D-98D5-65753C315CC0}" dt="2022-11-17T06:33:01.229" v="26"/>
        <pc:sldMkLst>
          <pc:docMk/>
          <pc:sldMk cId="1339754843" sldId="292"/>
        </pc:sldMkLst>
      </pc:sldChg>
      <pc:sldChg chg="del">
        <pc:chgData name="Gusti Pangestu" userId="S::gusti.pangestu@binus.ac.id::7768735c-5c0d-4d9b-b550-ead0b3c82a30" providerId="AD" clId="Web-{C85BC696-B738-F53D-98D5-65753C315CC0}" dt="2022-11-17T06:33:01.229" v="25"/>
        <pc:sldMkLst>
          <pc:docMk/>
          <pc:sldMk cId="1054886527" sldId="293"/>
        </pc:sldMkLst>
      </pc:sldChg>
      <pc:sldChg chg="modSp new">
        <pc:chgData name="Gusti Pangestu" userId="S::gusti.pangestu@binus.ac.id::7768735c-5c0d-4d9b-b550-ead0b3c82a30" providerId="AD" clId="Web-{C85BC696-B738-F53D-98D5-65753C315CC0}" dt="2022-11-17T07:11:17.053" v="77" actId="20577"/>
        <pc:sldMkLst>
          <pc:docMk/>
          <pc:sldMk cId="3520273111" sldId="293"/>
        </pc:sldMkLst>
        <pc:spChg chg="mod">
          <ac:chgData name="Gusti Pangestu" userId="S::gusti.pangestu@binus.ac.id::7768735c-5c0d-4d9b-b550-ead0b3c82a30" providerId="AD" clId="Web-{C85BC696-B738-F53D-98D5-65753C315CC0}" dt="2022-11-17T07:11:00.537" v="72" actId="20577"/>
          <ac:spMkLst>
            <pc:docMk/>
            <pc:sldMk cId="3520273111" sldId="293"/>
            <ac:spMk id="2" creationId="{A824AE3C-3D9A-98B0-604B-30A020B57517}"/>
          </ac:spMkLst>
        </pc:spChg>
        <pc:spChg chg="mod">
          <ac:chgData name="Gusti Pangestu" userId="S::gusti.pangestu@binus.ac.id::7768735c-5c0d-4d9b-b550-ead0b3c82a30" providerId="AD" clId="Web-{C85BC696-B738-F53D-98D5-65753C315CC0}" dt="2022-11-17T07:11:17.053" v="77" actId="20577"/>
          <ac:spMkLst>
            <pc:docMk/>
            <pc:sldMk cId="3520273111" sldId="293"/>
            <ac:spMk id="3" creationId="{7332E425-2FBF-9FAC-F086-989178224689}"/>
          </ac:spMkLst>
        </pc:spChg>
      </pc:sldChg>
      <pc:sldChg chg="del">
        <pc:chgData name="Gusti Pangestu" userId="S::gusti.pangestu@binus.ac.id::7768735c-5c0d-4d9b-b550-ead0b3c82a30" providerId="AD" clId="Web-{C85BC696-B738-F53D-98D5-65753C315CC0}" dt="2022-11-17T06:33:01.229" v="24"/>
        <pc:sldMkLst>
          <pc:docMk/>
          <pc:sldMk cId="684104041" sldId="294"/>
        </pc:sldMkLst>
      </pc:sldChg>
      <pc:sldChg chg="del">
        <pc:chgData name="Gusti Pangestu" userId="S::gusti.pangestu@binus.ac.id::7768735c-5c0d-4d9b-b550-ead0b3c82a30" providerId="AD" clId="Web-{C85BC696-B738-F53D-98D5-65753C315CC0}" dt="2022-11-17T06:33:01.229" v="23"/>
        <pc:sldMkLst>
          <pc:docMk/>
          <pc:sldMk cId="3833624046" sldId="295"/>
        </pc:sldMkLst>
      </pc:sldChg>
      <pc:sldChg chg="del">
        <pc:chgData name="Gusti Pangestu" userId="S::gusti.pangestu@binus.ac.id::7768735c-5c0d-4d9b-b550-ead0b3c82a30" providerId="AD" clId="Web-{C85BC696-B738-F53D-98D5-65753C315CC0}" dt="2022-11-17T06:33:01.229" v="22"/>
        <pc:sldMkLst>
          <pc:docMk/>
          <pc:sldMk cId="2301636605" sldId="296"/>
        </pc:sldMkLst>
      </pc:sldChg>
      <pc:sldChg chg="del">
        <pc:chgData name="Gusti Pangestu" userId="S::gusti.pangestu@binus.ac.id::7768735c-5c0d-4d9b-b550-ead0b3c82a30" providerId="AD" clId="Web-{C85BC696-B738-F53D-98D5-65753C315CC0}" dt="2022-11-17T06:33:01.229" v="21"/>
        <pc:sldMkLst>
          <pc:docMk/>
          <pc:sldMk cId="2568124687" sldId="297"/>
        </pc:sldMkLst>
      </pc:sldChg>
      <pc:sldChg chg="del">
        <pc:chgData name="Gusti Pangestu" userId="S::gusti.pangestu@binus.ac.id::7768735c-5c0d-4d9b-b550-ead0b3c82a30" providerId="AD" clId="Web-{C85BC696-B738-F53D-98D5-65753C315CC0}" dt="2022-11-17T06:33:01.229" v="20"/>
        <pc:sldMkLst>
          <pc:docMk/>
          <pc:sldMk cId="1685238828" sldId="298"/>
        </pc:sldMkLst>
      </pc:sldChg>
      <pc:sldChg chg="del">
        <pc:chgData name="Gusti Pangestu" userId="S::gusti.pangestu@binus.ac.id::7768735c-5c0d-4d9b-b550-ead0b3c82a30" providerId="AD" clId="Web-{C85BC696-B738-F53D-98D5-65753C315CC0}" dt="2022-11-17T06:33:01.229" v="19"/>
        <pc:sldMkLst>
          <pc:docMk/>
          <pc:sldMk cId="2835585452" sldId="299"/>
        </pc:sldMkLst>
      </pc:sldChg>
      <pc:sldChg chg="del">
        <pc:chgData name="Gusti Pangestu" userId="S::gusti.pangestu@binus.ac.id::7768735c-5c0d-4d9b-b550-ead0b3c82a30" providerId="AD" clId="Web-{C85BC696-B738-F53D-98D5-65753C315CC0}" dt="2022-11-17T06:33:01.229" v="18"/>
        <pc:sldMkLst>
          <pc:docMk/>
          <pc:sldMk cId="317275369" sldId="300"/>
        </pc:sldMkLst>
      </pc:sldChg>
      <pc:sldChg chg="del">
        <pc:chgData name="Gusti Pangestu" userId="S::gusti.pangestu@binus.ac.id::7768735c-5c0d-4d9b-b550-ead0b3c82a30" providerId="AD" clId="Web-{C85BC696-B738-F53D-98D5-65753C315CC0}" dt="2022-11-17T06:33:01.229" v="17"/>
        <pc:sldMkLst>
          <pc:docMk/>
          <pc:sldMk cId="340465697" sldId="301"/>
        </pc:sldMkLst>
      </pc:sldChg>
      <pc:sldChg chg="del">
        <pc:chgData name="Gusti Pangestu" userId="S::gusti.pangestu@binus.ac.id::7768735c-5c0d-4d9b-b550-ead0b3c82a30" providerId="AD" clId="Web-{C85BC696-B738-F53D-98D5-65753C315CC0}" dt="2022-11-17T06:33:01.229" v="16"/>
        <pc:sldMkLst>
          <pc:docMk/>
          <pc:sldMk cId="270357174" sldId="302"/>
        </pc:sldMkLst>
      </pc:sldChg>
      <pc:sldChg chg="del">
        <pc:chgData name="Gusti Pangestu" userId="S::gusti.pangestu@binus.ac.id::7768735c-5c0d-4d9b-b550-ead0b3c82a30" providerId="AD" clId="Web-{C85BC696-B738-F53D-98D5-65753C315CC0}" dt="2022-11-17T06:33:01.229" v="15"/>
        <pc:sldMkLst>
          <pc:docMk/>
          <pc:sldMk cId="3376913443" sldId="303"/>
        </pc:sldMkLst>
      </pc:sldChg>
      <pc:sldChg chg="del">
        <pc:chgData name="Gusti Pangestu" userId="S::gusti.pangestu@binus.ac.id::7768735c-5c0d-4d9b-b550-ead0b3c82a30" providerId="AD" clId="Web-{C85BC696-B738-F53D-98D5-65753C315CC0}" dt="2022-11-17T06:33:01.229" v="14"/>
        <pc:sldMkLst>
          <pc:docMk/>
          <pc:sldMk cId="1025671823" sldId="304"/>
        </pc:sldMkLst>
      </pc:sldChg>
      <pc:sldChg chg="del">
        <pc:chgData name="Gusti Pangestu" userId="S::gusti.pangestu@binus.ac.id::7768735c-5c0d-4d9b-b550-ead0b3c82a30" providerId="AD" clId="Web-{C85BC696-B738-F53D-98D5-65753C315CC0}" dt="2022-11-17T06:33:01.229" v="13"/>
        <pc:sldMkLst>
          <pc:docMk/>
          <pc:sldMk cId="3455937725" sldId="305"/>
        </pc:sldMkLst>
      </pc:sldChg>
      <pc:sldChg chg="del">
        <pc:chgData name="Gusti Pangestu" userId="S::gusti.pangestu@binus.ac.id::7768735c-5c0d-4d9b-b550-ead0b3c82a30" providerId="AD" clId="Web-{C85BC696-B738-F53D-98D5-65753C315CC0}" dt="2022-11-17T06:33:01.229" v="12"/>
        <pc:sldMkLst>
          <pc:docMk/>
          <pc:sldMk cId="3782674666" sldId="306"/>
        </pc:sldMkLst>
      </pc:sldChg>
      <pc:sldChg chg="del">
        <pc:chgData name="Gusti Pangestu" userId="S::gusti.pangestu@binus.ac.id::7768735c-5c0d-4d9b-b550-ead0b3c82a30" providerId="AD" clId="Web-{C85BC696-B738-F53D-98D5-65753C315CC0}" dt="2022-11-17T06:33:01.229" v="11"/>
        <pc:sldMkLst>
          <pc:docMk/>
          <pc:sldMk cId="88950683" sldId="307"/>
        </pc:sldMkLst>
      </pc:sldChg>
      <pc:sldChg chg="del">
        <pc:chgData name="Gusti Pangestu" userId="S::gusti.pangestu@binus.ac.id::7768735c-5c0d-4d9b-b550-ead0b3c82a30" providerId="AD" clId="Web-{C85BC696-B738-F53D-98D5-65753C315CC0}" dt="2022-11-17T06:33:01.229" v="10"/>
        <pc:sldMkLst>
          <pc:docMk/>
          <pc:sldMk cId="1661426597" sldId="308"/>
        </pc:sldMkLst>
      </pc:sldChg>
      <pc:sldChg chg="del">
        <pc:chgData name="Gusti Pangestu" userId="S::gusti.pangestu@binus.ac.id::7768735c-5c0d-4d9b-b550-ead0b3c82a30" providerId="AD" clId="Web-{C85BC696-B738-F53D-98D5-65753C315CC0}" dt="2022-11-17T06:33:01.229" v="9"/>
        <pc:sldMkLst>
          <pc:docMk/>
          <pc:sldMk cId="2364365303" sldId="309"/>
        </pc:sldMkLst>
      </pc:sldChg>
      <pc:sldChg chg="del">
        <pc:chgData name="Gusti Pangestu" userId="S::gusti.pangestu@binus.ac.id::7768735c-5c0d-4d9b-b550-ead0b3c82a30" providerId="AD" clId="Web-{C85BC696-B738-F53D-98D5-65753C315CC0}" dt="2022-11-17T06:33:01.213" v="8"/>
        <pc:sldMkLst>
          <pc:docMk/>
          <pc:sldMk cId="636280278" sldId="310"/>
        </pc:sldMkLst>
      </pc:sldChg>
      <pc:sldChg chg="del">
        <pc:chgData name="Gusti Pangestu" userId="S::gusti.pangestu@binus.ac.id::7768735c-5c0d-4d9b-b550-ead0b3c82a30" providerId="AD" clId="Web-{C85BC696-B738-F53D-98D5-65753C315CC0}" dt="2022-11-17T06:33:01.213" v="7"/>
        <pc:sldMkLst>
          <pc:docMk/>
          <pc:sldMk cId="781249497" sldId="311"/>
        </pc:sldMkLst>
      </pc:sldChg>
      <pc:sldChg chg="del">
        <pc:chgData name="Gusti Pangestu" userId="S::gusti.pangestu@binus.ac.id::7768735c-5c0d-4d9b-b550-ead0b3c82a30" providerId="AD" clId="Web-{C85BC696-B738-F53D-98D5-65753C315CC0}" dt="2022-11-17T06:33:01.213" v="6"/>
        <pc:sldMkLst>
          <pc:docMk/>
          <pc:sldMk cId="1569435913" sldId="312"/>
        </pc:sldMkLst>
      </pc:sldChg>
      <pc:sldChg chg="del">
        <pc:chgData name="Gusti Pangestu" userId="S::gusti.pangestu@binus.ac.id::7768735c-5c0d-4d9b-b550-ead0b3c82a30" providerId="AD" clId="Web-{C85BC696-B738-F53D-98D5-65753C315CC0}" dt="2022-11-17T06:33:01.213" v="5"/>
        <pc:sldMkLst>
          <pc:docMk/>
          <pc:sldMk cId="604071880" sldId="313"/>
        </pc:sldMkLst>
      </pc:sldChg>
      <pc:sldChg chg="del">
        <pc:chgData name="Gusti Pangestu" userId="S::gusti.pangestu@binus.ac.id::7768735c-5c0d-4d9b-b550-ead0b3c82a30" providerId="AD" clId="Web-{C85BC696-B738-F53D-98D5-65753C315CC0}" dt="2022-11-17T06:33:01.213" v="4"/>
        <pc:sldMkLst>
          <pc:docMk/>
          <pc:sldMk cId="3205491912" sldId="314"/>
        </pc:sldMkLst>
      </pc:sldChg>
      <pc:sldChg chg="del">
        <pc:chgData name="Gusti Pangestu" userId="S::gusti.pangestu@binus.ac.id::7768735c-5c0d-4d9b-b550-ead0b3c82a30" providerId="AD" clId="Web-{C85BC696-B738-F53D-98D5-65753C315CC0}" dt="2022-11-17T06:33:01.213" v="3"/>
        <pc:sldMkLst>
          <pc:docMk/>
          <pc:sldMk cId="1587019659" sldId="315"/>
        </pc:sldMkLst>
      </pc:sldChg>
    </pc:docChg>
  </pc:docChgLst>
  <pc:docChgLst>
    <pc:chgData name="Gusti Pangestu" userId="7768735c-5c0d-4d9b-b550-ead0b3c82a30" providerId="ADAL" clId="{A228A050-C777-4D68-9F08-432EC40BDDDD}"/>
    <pc:docChg chg="custSel addSld delSld modSld sldOrd modSection">
      <pc:chgData name="Gusti Pangestu" userId="7768735c-5c0d-4d9b-b550-ead0b3c82a30" providerId="ADAL" clId="{A228A050-C777-4D68-9F08-432EC40BDDDD}" dt="2021-01-07T20:53:19.184" v="61" actId="12"/>
      <pc:docMkLst>
        <pc:docMk/>
      </pc:docMkLst>
      <pc:sldChg chg="del">
        <pc:chgData name="Gusti Pangestu" userId="7768735c-5c0d-4d9b-b550-ead0b3c82a30" providerId="ADAL" clId="{A228A050-C777-4D68-9F08-432EC40BDDDD}" dt="2021-01-07T20:50:36.705" v="15" actId="47"/>
        <pc:sldMkLst>
          <pc:docMk/>
          <pc:sldMk cId="654055134" sldId="256"/>
        </pc:sldMkLst>
      </pc:sldChg>
      <pc:sldChg chg="new del">
        <pc:chgData name="Gusti Pangestu" userId="7768735c-5c0d-4d9b-b550-ead0b3c82a30" providerId="ADAL" clId="{A228A050-C777-4D68-9F08-432EC40BDDDD}" dt="2021-01-07T20:50:36.705" v="15" actId="47"/>
        <pc:sldMkLst>
          <pc:docMk/>
          <pc:sldMk cId="2630684662" sldId="257"/>
        </pc:sldMkLst>
      </pc:sldChg>
      <pc:sldChg chg="modSp add mod ord">
        <pc:chgData name="Gusti Pangestu" userId="7768735c-5c0d-4d9b-b550-ead0b3c82a30" providerId="ADAL" clId="{A228A050-C777-4D68-9F08-432EC40BDDDD}" dt="2021-01-07T20:50:42.926" v="17"/>
        <pc:sldMkLst>
          <pc:docMk/>
          <pc:sldMk cId="109857222" sldId="258"/>
        </pc:sldMkLst>
        <pc:spChg chg="mod">
          <ac:chgData name="Gusti Pangestu" userId="7768735c-5c0d-4d9b-b550-ead0b3c82a30" providerId="ADAL" clId="{A228A050-C777-4D68-9F08-432EC40BDDDD}" dt="2021-01-07T20:50:31.032" v="10" actId="27636"/>
          <ac:spMkLst>
            <pc:docMk/>
            <pc:sldMk cId="109857222" sldId="258"/>
            <ac:spMk id="3" creationId="{00000000-0000-0000-0000-000000000000}"/>
          </ac:spMkLst>
        </pc:spChg>
      </pc:sldChg>
      <pc:sldChg chg="add">
        <pc:chgData name="Gusti Pangestu" userId="7768735c-5c0d-4d9b-b550-ead0b3c82a30" providerId="ADAL" clId="{A228A050-C777-4D68-9F08-432EC40BDDDD}" dt="2021-01-07T20:50:30.890" v="9"/>
        <pc:sldMkLst>
          <pc:docMk/>
          <pc:sldMk cId="1744550803" sldId="259"/>
        </pc:sldMkLst>
      </pc:sldChg>
      <pc:sldChg chg="delSp add setBg delDesignElem">
        <pc:chgData name="Gusti Pangestu" userId="7768735c-5c0d-4d9b-b550-ead0b3c82a30" providerId="ADAL" clId="{A228A050-C777-4D68-9F08-432EC40BDDDD}" dt="2021-01-07T20:50:30.890" v="9"/>
        <pc:sldMkLst>
          <pc:docMk/>
          <pc:sldMk cId="2444400246" sldId="260"/>
        </pc:sldMkLst>
        <pc:spChg chg="del">
          <ac:chgData name="Gusti Pangestu" userId="7768735c-5c0d-4d9b-b550-ead0b3c82a30" providerId="ADAL" clId="{A228A050-C777-4D68-9F08-432EC40BDDDD}" dt="2021-01-07T20:50:30.890" v="9"/>
          <ac:spMkLst>
            <pc:docMk/>
            <pc:sldMk cId="2444400246" sldId="260"/>
            <ac:spMk id="11" creationId="{46C2E80F-49A6-4372-B103-219D417A55ED}"/>
          </ac:spMkLst>
        </pc:spChg>
      </pc:sldChg>
      <pc:sldChg chg="delSp add setBg delDesignElem">
        <pc:chgData name="Gusti Pangestu" userId="7768735c-5c0d-4d9b-b550-ead0b3c82a30" providerId="ADAL" clId="{A228A050-C777-4D68-9F08-432EC40BDDDD}" dt="2021-01-07T20:50:30.890" v="9"/>
        <pc:sldMkLst>
          <pc:docMk/>
          <pc:sldMk cId="3227208170" sldId="261"/>
        </pc:sldMkLst>
        <pc:spChg chg="del">
          <ac:chgData name="Gusti Pangestu" userId="7768735c-5c0d-4d9b-b550-ead0b3c82a30" providerId="ADAL" clId="{A228A050-C777-4D68-9F08-432EC40BDDDD}" dt="2021-01-07T20:50:30.890" v="9"/>
          <ac:spMkLst>
            <pc:docMk/>
            <pc:sldMk cId="3227208170" sldId="261"/>
            <ac:spMk id="8" creationId="{5A292AEA-2528-46C0-B426-95822B6141FB}"/>
          </ac:spMkLst>
        </pc:spChg>
        <pc:spChg chg="del">
          <ac:chgData name="Gusti Pangestu" userId="7768735c-5c0d-4d9b-b550-ead0b3c82a30" providerId="ADAL" clId="{A228A050-C777-4D68-9F08-432EC40BDDDD}" dt="2021-01-07T20:50:30.890" v="9"/>
          <ac:spMkLst>
            <pc:docMk/>
            <pc:sldMk cId="3227208170" sldId="261"/>
            <ac:spMk id="10" creationId="{D8B7B198-E4DF-43CD-AD8C-199884323745}"/>
          </ac:spMkLst>
        </pc:spChg>
        <pc:spChg chg="del">
          <ac:chgData name="Gusti Pangestu" userId="7768735c-5c0d-4d9b-b550-ead0b3c82a30" providerId="ADAL" clId="{A228A050-C777-4D68-9F08-432EC40BDDDD}" dt="2021-01-07T20:50:30.890" v="9"/>
          <ac:spMkLst>
            <pc:docMk/>
            <pc:sldMk cId="3227208170" sldId="261"/>
            <ac:spMk id="12" creationId="{2BE67753-EA0E-4819-8D22-0B6600CF7231}"/>
          </ac:spMkLst>
        </pc:spChg>
        <pc:grpChg chg="del">
          <ac:chgData name="Gusti Pangestu" userId="7768735c-5c0d-4d9b-b550-ead0b3c82a30" providerId="ADAL" clId="{A228A050-C777-4D68-9F08-432EC40BDDDD}" dt="2021-01-07T20:50:30.890" v="9"/>
          <ac:grpSpMkLst>
            <pc:docMk/>
            <pc:sldMk cId="3227208170" sldId="261"/>
            <ac:grpSpMk id="14" creationId="{D76D63AC-0421-45EC-B383-E79A61A78C6B}"/>
          </ac:grpSpMkLst>
        </pc:grpChg>
        <pc:grpChg chg="del">
          <ac:chgData name="Gusti Pangestu" userId="7768735c-5c0d-4d9b-b550-ead0b3c82a30" providerId="ADAL" clId="{A228A050-C777-4D68-9F08-432EC40BDDDD}" dt="2021-01-07T20:50:30.890" v="9"/>
          <ac:grpSpMkLst>
            <pc:docMk/>
            <pc:sldMk cId="3227208170" sldId="261"/>
            <ac:grpSpMk id="23" creationId="{87F87F1B-42BA-4AC7-A4E2-41544DDB2CE3}"/>
          </ac:grpSpMkLst>
        </pc:grpChg>
        <pc:grpChg chg="del">
          <ac:chgData name="Gusti Pangestu" userId="7768735c-5c0d-4d9b-b550-ead0b3c82a30" providerId="ADAL" clId="{A228A050-C777-4D68-9F08-432EC40BDDDD}" dt="2021-01-07T20:50:30.890" v="9"/>
          <ac:grpSpMkLst>
            <pc:docMk/>
            <pc:sldMk cId="3227208170" sldId="261"/>
            <ac:grpSpMk id="29" creationId="{967346A5-7569-4F15-AB5D-BE3DADF192C0}"/>
          </ac:grpSpMkLst>
        </pc:grpChg>
      </pc:sldChg>
      <pc:sldChg chg="add">
        <pc:chgData name="Gusti Pangestu" userId="7768735c-5c0d-4d9b-b550-ead0b3c82a30" providerId="ADAL" clId="{A228A050-C777-4D68-9F08-432EC40BDDDD}" dt="2021-01-07T20:50:30.890" v="9"/>
        <pc:sldMkLst>
          <pc:docMk/>
          <pc:sldMk cId="3586522301" sldId="262"/>
        </pc:sldMkLst>
      </pc:sldChg>
      <pc:sldChg chg="delSp modSp add mod setBg delDesignElem">
        <pc:chgData name="Gusti Pangestu" userId="7768735c-5c0d-4d9b-b550-ead0b3c82a30" providerId="ADAL" clId="{A228A050-C777-4D68-9F08-432EC40BDDDD}" dt="2021-01-07T20:50:31.144" v="11" actId="27636"/>
        <pc:sldMkLst>
          <pc:docMk/>
          <pc:sldMk cId="1358273460" sldId="263"/>
        </pc:sldMkLst>
        <pc:spChg chg="mod">
          <ac:chgData name="Gusti Pangestu" userId="7768735c-5c0d-4d9b-b550-ead0b3c82a30" providerId="ADAL" clId="{A228A050-C777-4D68-9F08-432EC40BDDDD}" dt="2021-01-07T20:50:31.144" v="11" actId="27636"/>
          <ac:spMkLst>
            <pc:docMk/>
            <pc:sldMk cId="1358273460" sldId="263"/>
            <ac:spMk id="4" creationId="{C89EFB6E-43D7-4C58-8CA4-240152F0CFE6}"/>
          </ac:spMkLst>
        </pc:spChg>
        <pc:spChg chg="del">
          <ac:chgData name="Gusti Pangestu" userId="7768735c-5c0d-4d9b-b550-ead0b3c82a30" providerId="ADAL" clId="{A228A050-C777-4D68-9F08-432EC40BDDDD}" dt="2021-01-07T20:50:30.890" v="9"/>
          <ac:spMkLst>
            <pc:docMk/>
            <pc:sldMk cId="1358273460" sldId="263"/>
            <ac:spMk id="14" creationId="{C413D172-8B6A-47F5-9813-DE455773F3FB}"/>
          </ac:spMkLst>
        </pc:spChg>
      </pc:sldChg>
      <pc:sldChg chg="delSp add setBg delDesignElem">
        <pc:chgData name="Gusti Pangestu" userId="7768735c-5c0d-4d9b-b550-ead0b3c82a30" providerId="ADAL" clId="{A228A050-C777-4D68-9F08-432EC40BDDDD}" dt="2021-01-07T20:50:30.890" v="9"/>
        <pc:sldMkLst>
          <pc:docMk/>
          <pc:sldMk cId="4186271631" sldId="264"/>
        </pc:sldMkLst>
        <pc:cxnChg chg="del">
          <ac:chgData name="Gusti Pangestu" userId="7768735c-5c0d-4d9b-b550-ead0b3c82a30" providerId="ADAL" clId="{A228A050-C777-4D68-9F08-432EC40BDDDD}" dt="2021-01-07T20:50:30.890" v="9"/>
          <ac:cxnSpMkLst>
            <pc:docMk/>
            <pc:sldMk cId="4186271631" sldId="264"/>
            <ac:cxnSpMk id="11" creationId="{A7F400EE-A8A5-48AF-B4D6-291B52C6F0B0}"/>
          </ac:cxnSpMkLst>
        </pc:cxnChg>
      </pc:sldChg>
      <pc:sldChg chg="add">
        <pc:chgData name="Gusti Pangestu" userId="7768735c-5c0d-4d9b-b550-ead0b3c82a30" providerId="ADAL" clId="{A228A050-C777-4D68-9F08-432EC40BDDDD}" dt="2021-01-07T20:50:30.890" v="9"/>
        <pc:sldMkLst>
          <pc:docMk/>
          <pc:sldMk cId="640388395" sldId="265"/>
        </pc:sldMkLst>
      </pc:sldChg>
      <pc:sldChg chg="delSp add setBg delDesignElem">
        <pc:chgData name="Gusti Pangestu" userId="7768735c-5c0d-4d9b-b550-ead0b3c82a30" providerId="ADAL" clId="{A228A050-C777-4D68-9F08-432EC40BDDDD}" dt="2021-01-07T20:50:30.890" v="9"/>
        <pc:sldMkLst>
          <pc:docMk/>
          <pc:sldMk cId="2731352854" sldId="266"/>
        </pc:sldMkLst>
        <pc:spChg chg="del">
          <ac:chgData name="Gusti Pangestu" userId="7768735c-5c0d-4d9b-b550-ead0b3c82a30" providerId="ADAL" clId="{A228A050-C777-4D68-9F08-432EC40BDDDD}" dt="2021-01-07T20:50:30.890" v="9"/>
          <ac:spMkLst>
            <pc:docMk/>
            <pc:sldMk cId="2731352854" sldId="266"/>
            <ac:spMk id="10" creationId="{F13C74B1-5B17-4795-BED0-7140497B445A}"/>
          </ac:spMkLst>
        </pc:spChg>
        <pc:spChg chg="del">
          <ac:chgData name="Gusti Pangestu" userId="7768735c-5c0d-4d9b-b550-ead0b3c82a30" providerId="ADAL" clId="{A228A050-C777-4D68-9F08-432EC40BDDDD}" dt="2021-01-07T20:50:30.890" v="9"/>
          <ac:spMkLst>
            <pc:docMk/>
            <pc:sldMk cId="2731352854" sldId="266"/>
            <ac:spMk id="12" creationId="{D4974D33-8DC5-464E-8C6D-BE58F0669C17}"/>
          </ac:spMkLst>
        </pc:spChg>
      </pc:sldChg>
      <pc:sldChg chg="delSp add setBg delDesignElem">
        <pc:chgData name="Gusti Pangestu" userId="7768735c-5c0d-4d9b-b550-ead0b3c82a30" providerId="ADAL" clId="{A228A050-C777-4D68-9F08-432EC40BDDDD}" dt="2021-01-07T20:50:30.890" v="9"/>
        <pc:sldMkLst>
          <pc:docMk/>
          <pc:sldMk cId="2491614461" sldId="267"/>
        </pc:sldMkLst>
        <pc:spChg chg="del">
          <ac:chgData name="Gusti Pangestu" userId="7768735c-5c0d-4d9b-b550-ead0b3c82a30" providerId="ADAL" clId="{A228A050-C777-4D68-9F08-432EC40BDDDD}" dt="2021-01-07T20:50:30.890" v="9"/>
          <ac:spMkLst>
            <pc:docMk/>
            <pc:sldMk cId="2491614461" sldId="267"/>
            <ac:spMk id="8" creationId="{2A8AA5BC-4F7A-4226-8F99-6D824B226A97}"/>
          </ac:spMkLst>
        </pc:spChg>
        <pc:spChg chg="del">
          <ac:chgData name="Gusti Pangestu" userId="7768735c-5c0d-4d9b-b550-ead0b3c82a30" providerId="ADAL" clId="{A228A050-C777-4D68-9F08-432EC40BDDDD}" dt="2021-01-07T20:50:30.890" v="9"/>
          <ac:spMkLst>
            <pc:docMk/>
            <pc:sldMk cId="2491614461" sldId="267"/>
            <ac:spMk id="10" creationId="{3E5445C6-DD42-4979-86FF-03730E8C6DB0}"/>
          </ac:spMkLst>
        </pc:spChg>
        <pc:cxnChg chg="del">
          <ac:chgData name="Gusti Pangestu" userId="7768735c-5c0d-4d9b-b550-ead0b3c82a30" providerId="ADAL" clId="{A228A050-C777-4D68-9F08-432EC40BDDDD}" dt="2021-01-07T20:50:30.890" v="9"/>
          <ac:cxnSpMkLst>
            <pc:docMk/>
            <pc:sldMk cId="2491614461" sldId="267"/>
            <ac:cxnSpMk id="12" creationId="{45000665-DFC7-417E-8FD7-516A0F15C975}"/>
          </ac:cxnSpMkLst>
        </pc:cxnChg>
      </pc:sldChg>
      <pc:sldChg chg="add">
        <pc:chgData name="Gusti Pangestu" userId="7768735c-5c0d-4d9b-b550-ead0b3c82a30" providerId="ADAL" clId="{A228A050-C777-4D68-9F08-432EC40BDDDD}" dt="2021-01-07T20:50:30.890" v="9"/>
        <pc:sldMkLst>
          <pc:docMk/>
          <pc:sldMk cId="2148684292" sldId="268"/>
        </pc:sldMkLst>
      </pc:sldChg>
      <pc:sldChg chg="add">
        <pc:chgData name="Gusti Pangestu" userId="7768735c-5c0d-4d9b-b550-ead0b3c82a30" providerId="ADAL" clId="{A228A050-C777-4D68-9F08-432EC40BDDDD}" dt="2021-01-07T20:50:30.890" v="9"/>
        <pc:sldMkLst>
          <pc:docMk/>
          <pc:sldMk cId="3556607782" sldId="269"/>
        </pc:sldMkLst>
      </pc:sldChg>
      <pc:sldChg chg="delSp add setBg delDesignElem">
        <pc:chgData name="Gusti Pangestu" userId="7768735c-5c0d-4d9b-b550-ead0b3c82a30" providerId="ADAL" clId="{A228A050-C777-4D68-9F08-432EC40BDDDD}" dt="2021-01-07T20:50:30.890" v="9"/>
        <pc:sldMkLst>
          <pc:docMk/>
          <pc:sldMk cId="1547233532" sldId="270"/>
        </pc:sldMkLst>
        <pc:spChg chg="del">
          <ac:chgData name="Gusti Pangestu" userId="7768735c-5c0d-4d9b-b550-ead0b3c82a30" providerId="ADAL" clId="{A228A050-C777-4D68-9F08-432EC40BDDDD}" dt="2021-01-07T20:50:30.890" v="9"/>
          <ac:spMkLst>
            <pc:docMk/>
            <pc:sldMk cId="1547233532" sldId="270"/>
            <ac:spMk id="7" creationId="{60E9A6ED-B880-44EA-8D60-C9D3C82CCBD2}"/>
          </ac:spMkLst>
        </pc:spChg>
      </pc:sldChg>
      <pc:sldChg chg="add">
        <pc:chgData name="Gusti Pangestu" userId="7768735c-5c0d-4d9b-b550-ead0b3c82a30" providerId="ADAL" clId="{A228A050-C777-4D68-9F08-432EC40BDDDD}" dt="2021-01-07T20:50:30.890" v="9"/>
        <pc:sldMkLst>
          <pc:docMk/>
          <pc:sldMk cId="536712598" sldId="271"/>
        </pc:sldMkLst>
      </pc:sldChg>
      <pc:sldChg chg="add">
        <pc:chgData name="Gusti Pangestu" userId="7768735c-5c0d-4d9b-b550-ead0b3c82a30" providerId="ADAL" clId="{A228A050-C777-4D68-9F08-432EC40BDDDD}" dt="2021-01-07T20:50:30.890" v="9"/>
        <pc:sldMkLst>
          <pc:docMk/>
          <pc:sldMk cId="871585317" sldId="272"/>
        </pc:sldMkLst>
      </pc:sldChg>
      <pc:sldChg chg="add">
        <pc:chgData name="Gusti Pangestu" userId="7768735c-5c0d-4d9b-b550-ead0b3c82a30" providerId="ADAL" clId="{A228A050-C777-4D68-9F08-432EC40BDDDD}" dt="2021-01-07T20:50:30.890" v="9"/>
        <pc:sldMkLst>
          <pc:docMk/>
          <pc:sldMk cId="2571191043" sldId="273"/>
        </pc:sldMkLst>
      </pc:sldChg>
      <pc:sldChg chg="add">
        <pc:chgData name="Gusti Pangestu" userId="7768735c-5c0d-4d9b-b550-ead0b3c82a30" providerId="ADAL" clId="{A228A050-C777-4D68-9F08-432EC40BDDDD}" dt="2021-01-07T20:50:30.890" v="9"/>
        <pc:sldMkLst>
          <pc:docMk/>
          <pc:sldMk cId="3225170664" sldId="274"/>
        </pc:sldMkLst>
      </pc:sldChg>
      <pc:sldChg chg="delSp add setBg delDesignElem">
        <pc:chgData name="Gusti Pangestu" userId="7768735c-5c0d-4d9b-b550-ead0b3c82a30" providerId="ADAL" clId="{A228A050-C777-4D68-9F08-432EC40BDDDD}" dt="2021-01-07T20:50:30.890" v="9"/>
        <pc:sldMkLst>
          <pc:docMk/>
          <pc:sldMk cId="785895188" sldId="275"/>
        </pc:sldMkLst>
        <pc:spChg chg="del">
          <ac:chgData name="Gusti Pangestu" userId="7768735c-5c0d-4d9b-b550-ead0b3c82a30" providerId="ADAL" clId="{A228A050-C777-4D68-9F08-432EC40BDDDD}" dt="2021-01-07T20:50:30.890" v="9"/>
          <ac:spMkLst>
            <pc:docMk/>
            <pc:sldMk cId="785895188" sldId="275"/>
            <ac:spMk id="9" creationId="{46C2E80F-49A6-4372-B103-219D417A55ED}"/>
          </ac:spMkLst>
        </pc:spChg>
      </pc:sldChg>
      <pc:sldChg chg="modSp add mod">
        <pc:chgData name="Gusti Pangestu" userId="7768735c-5c0d-4d9b-b550-ead0b3c82a30" providerId="ADAL" clId="{A228A050-C777-4D68-9F08-432EC40BDDDD}" dt="2021-01-07T20:50:31.223" v="12" actId="27636"/>
        <pc:sldMkLst>
          <pc:docMk/>
          <pc:sldMk cId="4271303309" sldId="276"/>
        </pc:sldMkLst>
        <pc:spChg chg="mod">
          <ac:chgData name="Gusti Pangestu" userId="7768735c-5c0d-4d9b-b550-ead0b3c82a30" providerId="ADAL" clId="{A228A050-C777-4D68-9F08-432EC40BDDDD}" dt="2021-01-07T20:50:31.223" v="12" actId="27636"/>
          <ac:spMkLst>
            <pc:docMk/>
            <pc:sldMk cId="4271303309" sldId="276"/>
            <ac:spMk id="3" creationId="{51B93F0A-E9F7-46C2-8E5B-DE6787A459FA}"/>
          </ac:spMkLst>
        </pc:spChg>
      </pc:sldChg>
      <pc:sldChg chg="add">
        <pc:chgData name="Gusti Pangestu" userId="7768735c-5c0d-4d9b-b550-ead0b3c82a30" providerId="ADAL" clId="{A228A050-C777-4D68-9F08-432EC40BDDDD}" dt="2021-01-07T20:50:30.890" v="9"/>
        <pc:sldMkLst>
          <pc:docMk/>
          <pc:sldMk cId="2117260491" sldId="277"/>
        </pc:sldMkLst>
      </pc:sldChg>
      <pc:sldChg chg="add">
        <pc:chgData name="Gusti Pangestu" userId="7768735c-5c0d-4d9b-b550-ead0b3c82a30" providerId="ADAL" clId="{A228A050-C777-4D68-9F08-432EC40BDDDD}" dt="2021-01-07T20:50:30.890" v="9"/>
        <pc:sldMkLst>
          <pc:docMk/>
          <pc:sldMk cId="1015955173" sldId="278"/>
        </pc:sldMkLst>
      </pc:sldChg>
      <pc:sldChg chg="add">
        <pc:chgData name="Gusti Pangestu" userId="7768735c-5c0d-4d9b-b550-ead0b3c82a30" providerId="ADAL" clId="{A228A050-C777-4D68-9F08-432EC40BDDDD}" dt="2021-01-07T20:50:30.890" v="9"/>
        <pc:sldMkLst>
          <pc:docMk/>
          <pc:sldMk cId="344992624" sldId="279"/>
        </pc:sldMkLst>
      </pc:sldChg>
      <pc:sldChg chg="add">
        <pc:chgData name="Gusti Pangestu" userId="7768735c-5c0d-4d9b-b550-ead0b3c82a30" providerId="ADAL" clId="{A228A050-C777-4D68-9F08-432EC40BDDDD}" dt="2021-01-07T20:50:30.890" v="9"/>
        <pc:sldMkLst>
          <pc:docMk/>
          <pc:sldMk cId="90282252" sldId="280"/>
        </pc:sldMkLst>
      </pc:sldChg>
      <pc:sldChg chg="add">
        <pc:chgData name="Gusti Pangestu" userId="7768735c-5c0d-4d9b-b550-ead0b3c82a30" providerId="ADAL" clId="{A228A050-C777-4D68-9F08-432EC40BDDDD}" dt="2021-01-07T20:50:30.890" v="9"/>
        <pc:sldMkLst>
          <pc:docMk/>
          <pc:sldMk cId="3410787883" sldId="281"/>
        </pc:sldMkLst>
      </pc:sldChg>
      <pc:sldChg chg="add">
        <pc:chgData name="Gusti Pangestu" userId="7768735c-5c0d-4d9b-b550-ead0b3c82a30" providerId="ADAL" clId="{A228A050-C777-4D68-9F08-432EC40BDDDD}" dt="2021-01-07T20:50:30.890" v="9"/>
        <pc:sldMkLst>
          <pc:docMk/>
          <pc:sldMk cId="1227478321" sldId="282"/>
        </pc:sldMkLst>
      </pc:sldChg>
      <pc:sldChg chg="modSp add mod">
        <pc:chgData name="Gusti Pangestu" userId="7768735c-5c0d-4d9b-b550-ead0b3c82a30" providerId="ADAL" clId="{A228A050-C777-4D68-9F08-432EC40BDDDD}" dt="2021-01-07T20:50:31.277" v="13" actId="27636"/>
        <pc:sldMkLst>
          <pc:docMk/>
          <pc:sldMk cId="292231376" sldId="283"/>
        </pc:sldMkLst>
        <pc:spChg chg="mod">
          <ac:chgData name="Gusti Pangestu" userId="7768735c-5c0d-4d9b-b550-ead0b3c82a30" providerId="ADAL" clId="{A228A050-C777-4D68-9F08-432EC40BDDDD}" dt="2021-01-07T20:50:31.277" v="13" actId="27636"/>
          <ac:spMkLst>
            <pc:docMk/>
            <pc:sldMk cId="292231376" sldId="283"/>
            <ac:spMk id="3" creationId="{1DD5EFC8-2115-4E3E-89B5-91646468B7F1}"/>
          </ac:spMkLst>
        </pc:spChg>
      </pc:sldChg>
      <pc:sldChg chg="modSp add mod">
        <pc:chgData name="Gusti Pangestu" userId="7768735c-5c0d-4d9b-b550-ead0b3c82a30" providerId="ADAL" clId="{A228A050-C777-4D68-9F08-432EC40BDDDD}" dt="2021-01-07T20:50:31.289" v="14" actId="27636"/>
        <pc:sldMkLst>
          <pc:docMk/>
          <pc:sldMk cId="2152450951" sldId="284"/>
        </pc:sldMkLst>
        <pc:spChg chg="mod">
          <ac:chgData name="Gusti Pangestu" userId="7768735c-5c0d-4d9b-b550-ead0b3c82a30" providerId="ADAL" clId="{A228A050-C777-4D68-9F08-432EC40BDDDD}" dt="2021-01-07T20:50:31.289" v="14" actId="27636"/>
          <ac:spMkLst>
            <pc:docMk/>
            <pc:sldMk cId="2152450951" sldId="284"/>
            <ac:spMk id="3" creationId="{E7B1C3F7-9691-4C1B-8220-DEADB47A784A}"/>
          </ac:spMkLst>
        </pc:spChg>
      </pc:sldChg>
      <pc:sldChg chg="add">
        <pc:chgData name="Gusti Pangestu" userId="7768735c-5c0d-4d9b-b550-ead0b3c82a30" providerId="ADAL" clId="{A228A050-C777-4D68-9F08-432EC40BDDDD}" dt="2021-01-07T20:50:30.890" v="9"/>
        <pc:sldMkLst>
          <pc:docMk/>
          <pc:sldMk cId="2554036173" sldId="285"/>
        </pc:sldMkLst>
      </pc:sldChg>
      <pc:sldChg chg="add">
        <pc:chgData name="Gusti Pangestu" userId="7768735c-5c0d-4d9b-b550-ead0b3c82a30" providerId="ADAL" clId="{A228A050-C777-4D68-9F08-432EC40BDDDD}" dt="2021-01-07T20:50:30.890" v="9"/>
        <pc:sldMkLst>
          <pc:docMk/>
          <pc:sldMk cId="1741353849" sldId="286"/>
        </pc:sldMkLst>
      </pc:sldChg>
      <pc:sldChg chg="add">
        <pc:chgData name="Gusti Pangestu" userId="7768735c-5c0d-4d9b-b550-ead0b3c82a30" providerId="ADAL" clId="{A228A050-C777-4D68-9F08-432EC40BDDDD}" dt="2021-01-07T20:50:30.890" v="9"/>
        <pc:sldMkLst>
          <pc:docMk/>
          <pc:sldMk cId="2486734919" sldId="287"/>
        </pc:sldMkLst>
      </pc:sldChg>
      <pc:sldChg chg="modSp new mod">
        <pc:chgData name="Gusti Pangestu" userId="7768735c-5c0d-4d9b-b550-ead0b3c82a30" providerId="ADAL" clId="{A228A050-C777-4D68-9F08-432EC40BDDDD}" dt="2021-01-07T20:51:51.029" v="39" actId="20577"/>
        <pc:sldMkLst>
          <pc:docMk/>
          <pc:sldMk cId="1727291188" sldId="288"/>
        </pc:sldMkLst>
        <pc:spChg chg="mod">
          <ac:chgData name="Gusti Pangestu" userId="7768735c-5c0d-4d9b-b550-ead0b3c82a30" providerId="ADAL" clId="{A228A050-C777-4D68-9F08-432EC40BDDDD}" dt="2021-01-07T20:51:13.661" v="36" actId="20577"/>
          <ac:spMkLst>
            <pc:docMk/>
            <pc:sldMk cId="1727291188" sldId="288"/>
            <ac:spMk id="2" creationId="{F85E616B-94C1-4821-AA95-497C64ADBC5C}"/>
          </ac:spMkLst>
        </pc:spChg>
        <pc:spChg chg="mod">
          <ac:chgData name="Gusti Pangestu" userId="7768735c-5c0d-4d9b-b550-ead0b3c82a30" providerId="ADAL" clId="{A228A050-C777-4D68-9F08-432EC40BDDDD}" dt="2021-01-07T20:51:51.029" v="39" actId="20577"/>
          <ac:spMkLst>
            <pc:docMk/>
            <pc:sldMk cId="1727291188" sldId="288"/>
            <ac:spMk id="3" creationId="{4C14D8CF-1B8B-4AE4-B51C-5D619267E8B5}"/>
          </ac:spMkLst>
        </pc:spChg>
      </pc:sldChg>
      <pc:sldChg chg="addSp delSp modSp new mod modClrScheme chgLayout">
        <pc:chgData name="Gusti Pangestu" userId="7768735c-5c0d-4d9b-b550-ead0b3c82a30" providerId="ADAL" clId="{A228A050-C777-4D68-9F08-432EC40BDDDD}" dt="2021-01-07T20:53:19.184" v="61" actId="12"/>
        <pc:sldMkLst>
          <pc:docMk/>
          <pc:sldMk cId="1365886943" sldId="289"/>
        </pc:sldMkLst>
        <pc:spChg chg="del mod ord">
          <ac:chgData name="Gusti Pangestu" userId="7768735c-5c0d-4d9b-b550-ead0b3c82a30" providerId="ADAL" clId="{A228A050-C777-4D68-9F08-432EC40BDDDD}" dt="2021-01-07T20:52:08.873" v="41" actId="700"/>
          <ac:spMkLst>
            <pc:docMk/>
            <pc:sldMk cId="1365886943" sldId="289"/>
            <ac:spMk id="2" creationId="{9DD15A01-3AEE-426F-B062-2806FFB72997}"/>
          </ac:spMkLst>
        </pc:spChg>
        <pc:spChg chg="del mod ord">
          <ac:chgData name="Gusti Pangestu" userId="7768735c-5c0d-4d9b-b550-ead0b3c82a30" providerId="ADAL" clId="{A228A050-C777-4D68-9F08-432EC40BDDDD}" dt="2021-01-07T20:52:08.873" v="41" actId="700"/>
          <ac:spMkLst>
            <pc:docMk/>
            <pc:sldMk cId="1365886943" sldId="289"/>
            <ac:spMk id="3" creationId="{69D1B3AA-25D4-44A2-8BF3-27FB567A1E55}"/>
          </ac:spMkLst>
        </pc:spChg>
        <pc:spChg chg="add mod ord">
          <ac:chgData name="Gusti Pangestu" userId="7768735c-5c0d-4d9b-b550-ead0b3c82a30" providerId="ADAL" clId="{A228A050-C777-4D68-9F08-432EC40BDDDD}" dt="2021-01-07T20:52:13.414" v="51" actId="20577"/>
          <ac:spMkLst>
            <pc:docMk/>
            <pc:sldMk cId="1365886943" sldId="289"/>
            <ac:spMk id="4" creationId="{F28D8085-CEF9-4899-944F-A4EBC89804E1}"/>
          </ac:spMkLst>
        </pc:spChg>
        <pc:spChg chg="add mod ord">
          <ac:chgData name="Gusti Pangestu" userId="7768735c-5c0d-4d9b-b550-ead0b3c82a30" providerId="ADAL" clId="{A228A050-C777-4D68-9F08-432EC40BDDDD}" dt="2021-01-07T20:53:19.184" v="61" actId="12"/>
          <ac:spMkLst>
            <pc:docMk/>
            <pc:sldMk cId="1365886943" sldId="289"/>
            <ac:spMk id="5" creationId="{BFC9FBC7-A7B5-44F5-875A-9C78EE947DD2}"/>
          </ac:spMkLst>
        </pc:spChg>
        <pc:spChg chg="add mod ord">
          <ac:chgData name="Gusti Pangestu" userId="7768735c-5c0d-4d9b-b550-ead0b3c82a30" providerId="ADAL" clId="{A228A050-C777-4D68-9F08-432EC40BDDDD}" dt="2021-01-07T20:52:08.873" v="41" actId="700"/>
          <ac:spMkLst>
            <pc:docMk/>
            <pc:sldMk cId="1365886943" sldId="289"/>
            <ac:spMk id="6" creationId="{64CE016D-E953-4FF6-AB64-3D5523725FF4}"/>
          </ac:spMkLst>
        </pc:spChg>
      </pc:sldChg>
    </pc:docChg>
  </pc:docChgLst>
  <pc:docChgLst>
    <pc:chgData name="Gusti Pangestu" userId="S::gusti.pangestu@binus.ac.id::7768735c-5c0d-4d9b-b550-ead0b3c82a30" providerId="AD" clId="Web-{4723764F-4FB6-2621-BCB5-1B2AA75B9DEF}"/>
    <pc:docChg chg="addSld modSld modSection">
      <pc:chgData name="Gusti Pangestu" userId="S::gusti.pangestu@binus.ac.id::7768735c-5c0d-4d9b-b550-ead0b3c82a30" providerId="AD" clId="Web-{4723764F-4FB6-2621-BCB5-1B2AA75B9DEF}" dt="2022-11-03T03:17:22.866" v="178" actId="1076"/>
      <pc:docMkLst>
        <pc:docMk/>
      </pc:docMkLst>
      <pc:sldChg chg="modSp">
        <pc:chgData name="Gusti Pangestu" userId="S::gusti.pangestu@binus.ac.id::7768735c-5c0d-4d9b-b550-ead0b3c82a30" providerId="AD" clId="Web-{4723764F-4FB6-2621-BCB5-1B2AA75B9DEF}" dt="2022-11-03T02:43:24.724" v="5" actId="20577"/>
        <pc:sldMkLst>
          <pc:docMk/>
          <pc:sldMk cId="109857222" sldId="258"/>
        </pc:sldMkLst>
        <pc:spChg chg="mod">
          <ac:chgData name="Gusti Pangestu" userId="S::gusti.pangestu@binus.ac.id::7768735c-5c0d-4d9b-b550-ead0b3c82a30" providerId="AD" clId="Web-{4723764F-4FB6-2621-BCB5-1B2AA75B9DEF}" dt="2022-11-03T02:43:24.724" v="5" actId="20577"/>
          <ac:spMkLst>
            <pc:docMk/>
            <pc:sldMk cId="109857222" sldId="258"/>
            <ac:spMk id="3" creationId="{00000000-0000-0000-0000-000000000000}"/>
          </ac:spMkLst>
        </pc:spChg>
      </pc:sldChg>
      <pc:sldChg chg="modSp">
        <pc:chgData name="Gusti Pangestu" userId="S::gusti.pangestu@binus.ac.id::7768735c-5c0d-4d9b-b550-ead0b3c82a30" providerId="AD" clId="Web-{4723764F-4FB6-2621-BCB5-1B2AA75B9DEF}" dt="2022-11-03T02:44:14.991" v="7" actId="20577"/>
        <pc:sldMkLst>
          <pc:docMk/>
          <pc:sldMk cId="1545682022" sldId="290"/>
        </pc:sldMkLst>
        <pc:spChg chg="mod">
          <ac:chgData name="Gusti Pangestu" userId="S::gusti.pangestu@binus.ac.id::7768735c-5c0d-4d9b-b550-ead0b3c82a30" providerId="AD" clId="Web-{4723764F-4FB6-2621-BCB5-1B2AA75B9DEF}" dt="2022-11-03T02:44:14.991" v="7" actId="20577"/>
          <ac:spMkLst>
            <pc:docMk/>
            <pc:sldMk cId="1545682022" sldId="290"/>
            <ac:spMk id="3" creationId="{CFBE6DC7-A61F-27FA-B9A7-7018AFBF0075}"/>
          </ac:spMkLst>
        </pc:spChg>
      </pc:sldChg>
      <pc:sldChg chg="addSp delSp modSp new mod modClrScheme chgLayout">
        <pc:chgData name="Gusti Pangestu" userId="S::gusti.pangestu@binus.ac.id::7768735c-5c0d-4d9b-b550-ead0b3c82a30" providerId="AD" clId="Web-{4723764F-4FB6-2621-BCB5-1B2AA75B9DEF}" dt="2022-11-03T02:45:49.603" v="26"/>
        <pc:sldMkLst>
          <pc:docMk/>
          <pc:sldMk cId="3239910030" sldId="291"/>
        </pc:sldMkLst>
        <pc:spChg chg="mod ord">
          <ac:chgData name="Gusti Pangestu" userId="S::gusti.pangestu@binus.ac.id::7768735c-5c0d-4d9b-b550-ead0b3c82a30" providerId="AD" clId="Web-{4723764F-4FB6-2621-BCB5-1B2AA75B9DEF}" dt="2022-11-03T02:45:49.603" v="26"/>
          <ac:spMkLst>
            <pc:docMk/>
            <pc:sldMk cId="3239910030" sldId="291"/>
            <ac:spMk id="2" creationId="{06BE8195-C27D-70D7-28E0-726710B91B9D}"/>
          </ac:spMkLst>
        </pc:spChg>
        <pc:spChg chg="mod ord">
          <ac:chgData name="Gusti Pangestu" userId="S::gusti.pangestu@binus.ac.id::7768735c-5c0d-4d9b-b550-ead0b3c82a30" providerId="AD" clId="Web-{4723764F-4FB6-2621-BCB5-1B2AA75B9DEF}" dt="2022-11-03T02:45:49.603" v="26"/>
          <ac:spMkLst>
            <pc:docMk/>
            <pc:sldMk cId="3239910030" sldId="291"/>
            <ac:spMk id="3" creationId="{499B5FB4-6AD2-6720-5F06-982D62089E73}"/>
          </ac:spMkLst>
        </pc:spChg>
        <pc:spChg chg="add del mod ord">
          <ac:chgData name="Gusti Pangestu" userId="S::gusti.pangestu@binus.ac.id::7768735c-5c0d-4d9b-b550-ead0b3c82a30" providerId="AD" clId="Web-{4723764F-4FB6-2621-BCB5-1B2AA75B9DEF}" dt="2022-11-03T02:45:46.759" v="25"/>
          <ac:spMkLst>
            <pc:docMk/>
            <pc:sldMk cId="3239910030" sldId="291"/>
            <ac:spMk id="4" creationId="{92C9719A-CC46-2504-EF4C-6C78CFE1199F}"/>
          </ac:spMkLst>
        </pc:spChg>
        <pc:picChg chg="add mod ord">
          <ac:chgData name="Gusti Pangestu" userId="S::gusti.pangestu@binus.ac.id::7768735c-5c0d-4d9b-b550-ead0b3c82a30" providerId="AD" clId="Web-{4723764F-4FB6-2621-BCB5-1B2AA75B9DEF}" dt="2022-11-03T02:45:49.603" v="26"/>
          <ac:picMkLst>
            <pc:docMk/>
            <pc:sldMk cId="3239910030" sldId="291"/>
            <ac:picMk id="5" creationId="{6F7C705D-3C75-F52D-FC70-362D5330B2A4}"/>
          </ac:picMkLst>
        </pc:picChg>
      </pc:sldChg>
      <pc:sldChg chg="addSp delSp modSp new mod modClrScheme chgLayout">
        <pc:chgData name="Gusti Pangestu" userId="S::gusti.pangestu@binus.ac.id::7768735c-5c0d-4d9b-b550-ead0b3c82a30" providerId="AD" clId="Web-{4723764F-4FB6-2621-BCB5-1B2AA75B9DEF}" dt="2022-11-03T02:48:31.202" v="81" actId="1076"/>
        <pc:sldMkLst>
          <pc:docMk/>
          <pc:sldMk cId="989727377" sldId="292"/>
        </pc:sldMkLst>
        <pc:spChg chg="mod ord">
          <ac:chgData name="Gusti Pangestu" userId="S::gusti.pangestu@binus.ac.id::7768735c-5c0d-4d9b-b550-ead0b3c82a30" providerId="AD" clId="Web-{4723764F-4FB6-2621-BCB5-1B2AA75B9DEF}" dt="2022-11-03T02:46:34.573" v="48" actId="20577"/>
          <ac:spMkLst>
            <pc:docMk/>
            <pc:sldMk cId="989727377" sldId="292"/>
            <ac:spMk id="2" creationId="{41CCD47F-9B6B-3569-DEBA-A2401F2D11CC}"/>
          </ac:spMkLst>
        </pc:spChg>
        <pc:spChg chg="mod ord">
          <ac:chgData name="Gusti Pangestu" userId="S::gusti.pangestu@binus.ac.id::7768735c-5c0d-4d9b-b550-ead0b3c82a30" providerId="AD" clId="Web-{4723764F-4FB6-2621-BCB5-1B2AA75B9DEF}" dt="2022-11-03T02:48:28.889" v="80" actId="20577"/>
          <ac:spMkLst>
            <pc:docMk/>
            <pc:sldMk cId="989727377" sldId="292"/>
            <ac:spMk id="3" creationId="{E1706120-D971-3F2E-FDC1-F729C1BBB272}"/>
          </ac:spMkLst>
        </pc:spChg>
        <pc:spChg chg="del">
          <ac:chgData name="Gusti Pangestu" userId="S::gusti.pangestu@binus.ac.id::7768735c-5c0d-4d9b-b550-ead0b3c82a30" providerId="AD" clId="Web-{4723764F-4FB6-2621-BCB5-1B2AA75B9DEF}" dt="2022-11-03T02:46:19.901" v="28"/>
          <ac:spMkLst>
            <pc:docMk/>
            <pc:sldMk cId="989727377" sldId="292"/>
            <ac:spMk id="4" creationId="{89EA1DC5-C250-477F-D5F8-983F8BF98A58}"/>
          </ac:spMkLst>
        </pc:spChg>
        <pc:picChg chg="add mod">
          <ac:chgData name="Gusti Pangestu" userId="S::gusti.pangestu@binus.ac.id::7768735c-5c0d-4d9b-b550-ead0b3c82a30" providerId="AD" clId="Web-{4723764F-4FB6-2621-BCB5-1B2AA75B9DEF}" dt="2022-11-03T02:48:31.202" v="81" actId="1076"/>
          <ac:picMkLst>
            <pc:docMk/>
            <pc:sldMk cId="989727377" sldId="292"/>
            <ac:picMk id="5" creationId="{2288BEF4-E51F-B242-1C73-FACBF9FEDC23}"/>
          </ac:picMkLst>
        </pc:picChg>
      </pc:sldChg>
      <pc:sldChg chg="addSp modSp new">
        <pc:chgData name="Gusti Pangestu" userId="S::gusti.pangestu@binus.ac.id::7768735c-5c0d-4d9b-b550-ead0b3c82a30" providerId="AD" clId="Web-{4723764F-4FB6-2621-BCB5-1B2AA75B9DEF}" dt="2022-11-03T02:49:58.080" v="106" actId="1076"/>
        <pc:sldMkLst>
          <pc:docMk/>
          <pc:sldMk cId="1956832009" sldId="293"/>
        </pc:sldMkLst>
        <pc:spChg chg="mod">
          <ac:chgData name="Gusti Pangestu" userId="S::gusti.pangestu@binus.ac.id::7768735c-5c0d-4d9b-b550-ead0b3c82a30" providerId="AD" clId="Web-{4723764F-4FB6-2621-BCB5-1B2AA75B9DEF}" dt="2022-11-03T02:48:57.406" v="87" actId="20577"/>
          <ac:spMkLst>
            <pc:docMk/>
            <pc:sldMk cId="1956832009" sldId="293"/>
            <ac:spMk id="2" creationId="{0974A77D-DC1B-EC55-1E0D-780FFB7B6171}"/>
          </ac:spMkLst>
        </pc:spChg>
        <pc:spChg chg="mod">
          <ac:chgData name="Gusti Pangestu" userId="S::gusti.pangestu@binus.ac.id::7768735c-5c0d-4d9b-b550-ead0b3c82a30" providerId="AD" clId="Web-{4723764F-4FB6-2621-BCB5-1B2AA75B9DEF}" dt="2022-11-03T02:49:51.908" v="102" actId="20577"/>
          <ac:spMkLst>
            <pc:docMk/>
            <pc:sldMk cId="1956832009" sldId="293"/>
            <ac:spMk id="3" creationId="{4CD220FE-80E2-DAFC-E049-FE571AF85D59}"/>
          </ac:spMkLst>
        </pc:spChg>
        <pc:picChg chg="add mod">
          <ac:chgData name="Gusti Pangestu" userId="S::gusti.pangestu@binus.ac.id::7768735c-5c0d-4d9b-b550-ead0b3c82a30" providerId="AD" clId="Web-{4723764F-4FB6-2621-BCB5-1B2AA75B9DEF}" dt="2022-11-03T02:49:24.860" v="95" actId="1076"/>
          <ac:picMkLst>
            <pc:docMk/>
            <pc:sldMk cId="1956832009" sldId="293"/>
            <ac:picMk id="4" creationId="{C6272345-3F9B-AB2B-AF9A-9063808F84D5}"/>
          </ac:picMkLst>
        </pc:picChg>
        <pc:picChg chg="add mod">
          <ac:chgData name="Gusti Pangestu" userId="S::gusti.pangestu@binus.ac.id::7768735c-5c0d-4d9b-b550-ead0b3c82a30" providerId="AD" clId="Web-{4723764F-4FB6-2621-BCB5-1B2AA75B9DEF}" dt="2022-11-03T02:49:58.080" v="106" actId="1076"/>
          <ac:picMkLst>
            <pc:docMk/>
            <pc:sldMk cId="1956832009" sldId="293"/>
            <ac:picMk id="5" creationId="{39A73783-942A-3DAD-C268-F150A84B9582}"/>
          </ac:picMkLst>
        </pc:picChg>
      </pc:sldChg>
      <pc:sldChg chg="modSp new">
        <pc:chgData name="Gusti Pangestu" userId="S::gusti.pangestu@binus.ac.id::7768735c-5c0d-4d9b-b550-ead0b3c82a30" providerId="AD" clId="Web-{4723764F-4FB6-2621-BCB5-1B2AA75B9DEF}" dt="2022-11-03T03:06:42.893" v="136" actId="20577"/>
        <pc:sldMkLst>
          <pc:docMk/>
          <pc:sldMk cId="2857808774" sldId="294"/>
        </pc:sldMkLst>
        <pc:spChg chg="mod">
          <ac:chgData name="Gusti Pangestu" userId="S::gusti.pangestu@binus.ac.id::7768735c-5c0d-4d9b-b550-ead0b3c82a30" providerId="AD" clId="Web-{4723764F-4FB6-2621-BCB5-1B2AA75B9DEF}" dt="2022-11-03T02:51:03.097" v="115" actId="20577"/>
          <ac:spMkLst>
            <pc:docMk/>
            <pc:sldMk cId="2857808774" sldId="294"/>
            <ac:spMk id="2" creationId="{80D8ED6B-1F91-FA76-8442-3BD92848D259}"/>
          </ac:spMkLst>
        </pc:spChg>
        <pc:spChg chg="mod">
          <ac:chgData name="Gusti Pangestu" userId="S::gusti.pangestu@binus.ac.id::7768735c-5c0d-4d9b-b550-ead0b3c82a30" providerId="AD" clId="Web-{4723764F-4FB6-2621-BCB5-1B2AA75B9DEF}" dt="2022-11-03T03:06:42.893" v="136" actId="20577"/>
          <ac:spMkLst>
            <pc:docMk/>
            <pc:sldMk cId="2857808774" sldId="294"/>
            <ac:spMk id="3" creationId="{67F7FC30-C4BB-4163-B058-F8921BEF2568}"/>
          </ac:spMkLst>
        </pc:spChg>
      </pc:sldChg>
      <pc:sldChg chg="addSp modSp new">
        <pc:chgData name="Gusti Pangestu" userId="S::gusti.pangestu@binus.ac.id::7768735c-5c0d-4d9b-b550-ead0b3c82a30" providerId="AD" clId="Web-{4723764F-4FB6-2621-BCB5-1B2AA75B9DEF}" dt="2022-11-03T03:17:22.866" v="178" actId="1076"/>
        <pc:sldMkLst>
          <pc:docMk/>
          <pc:sldMk cId="1684321161" sldId="295"/>
        </pc:sldMkLst>
        <pc:spChg chg="mod">
          <ac:chgData name="Gusti Pangestu" userId="S::gusti.pangestu@binus.ac.id::7768735c-5c0d-4d9b-b550-ead0b3c82a30" providerId="AD" clId="Web-{4723764F-4FB6-2621-BCB5-1B2AA75B9DEF}" dt="2022-11-03T03:09:11.507" v="154" actId="20577"/>
          <ac:spMkLst>
            <pc:docMk/>
            <pc:sldMk cId="1684321161" sldId="295"/>
            <ac:spMk id="2" creationId="{3D7D28F3-975D-21FF-3DFD-F779FEBED9AA}"/>
          </ac:spMkLst>
        </pc:spChg>
        <pc:spChg chg="mod">
          <ac:chgData name="Gusti Pangestu" userId="S::gusti.pangestu@binus.ac.id::7768735c-5c0d-4d9b-b550-ead0b3c82a30" providerId="AD" clId="Web-{4723764F-4FB6-2621-BCB5-1B2AA75B9DEF}" dt="2022-11-03T03:12:03.450" v="161" actId="20577"/>
          <ac:spMkLst>
            <pc:docMk/>
            <pc:sldMk cId="1684321161" sldId="295"/>
            <ac:spMk id="3" creationId="{96D19530-4A52-9542-D14E-51F0CB915FF7}"/>
          </ac:spMkLst>
        </pc:spChg>
        <pc:picChg chg="add mod">
          <ac:chgData name="Gusti Pangestu" userId="S::gusti.pangestu@binus.ac.id::7768735c-5c0d-4d9b-b550-ead0b3c82a30" providerId="AD" clId="Web-{4723764F-4FB6-2621-BCB5-1B2AA75B9DEF}" dt="2022-11-03T03:17:09.491" v="174" actId="1076"/>
          <ac:picMkLst>
            <pc:docMk/>
            <pc:sldMk cId="1684321161" sldId="295"/>
            <ac:picMk id="4" creationId="{D19ABB9B-B821-9820-6C45-7CEDDF2D4136}"/>
          </ac:picMkLst>
        </pc:picChg>
        <pc:picChg chg="add mod">
          <ac:chgData name="Gusti Pangestu" userId="S::gusti.pangestu@binus.ac.id::7768735c-5c0d-4d9b-b550-ead0b3c82a30" providerId="AD" clId="Web-{4723764F-4FB6-2621-BCB5-1B2AA75B9DEF}" dt="2022-11-03T03:17:22.866" v="178" actId="1076"/>
          <ac:picMkLst>
            <pc:docMk/>
            <pc:sldMk cId="1684321161" sldId="295"/>
            <ac:picMk id="5" creationId="{6644DA4B-20A8-41DD-48CB-19F74E0D69A9}"/>
          </ac:picMkLst>
        </pc:picChg>
      </pc:sldChg>
      <pc:sldChg chg="modSp new">
        <pc:chgData name="Gusti Pangestu" userId="S::gusti.pangestu@binus.ac.id::7768735c-5c0d-4d9b-b550-ead0b3c82a30" providerId="AD" clId="Web-{4723764F-4FB6-2621-BCB5-1B2AA75B9DEF}" dt="2022-11-03T03:17:07.538" v="173" actId="20577"/>
        <pc:sldMkLst>
          <pc:docMk/>
          <pc:sldMk cId="832701779" sldId="296"/>
        </pc:sldMkLst>
        <pc:spChg chg="mod">
          <ac:chgData name="Gusti Pangestu" userId="S::gusti.pangestu@binus.ac.id::7768735c-5c0d-4d9b-b550-ead0b3c82a30" providerId="AD" clId="Web-{4723764F-4FB6-2621-BCB5-1B2AA75B9DEF}" dt="2022-11-03T03:16:22.239" v="167" actId="20577"/>
          <ac:spMkLst>
            <pc:docMk/>
            <pc:sldMk cId="832701779" sldId="296"/>
            <ac:spMk id="2" creationId="{A9D638A7-C878-DBC6-BCA3-94CAB5E6CBE5}"/>
          </ac:spMkLst>
        </pc:spChg>
        <pc:spChg chg="mod">
          <ac:chgData name="Gusti Pangestu" userId="S::gusti.pangestu@binus.ac.id::7768735c-5c0d-4d9b-b550-ead0b3c82a30" providerId="AD" clId="Web-{4723764F-4FB6-2621-BCB5-1B2AA75B9DEF}" dt="2022-11-03T03:17:07.538" v="173" actId="20577"/>
          <ac:spMkLst>
            <pc:docMk/>
            <pc:sldMk cId="832701779" sldId="296"/>
            <ac:spMk id="3" creationId="{FF0687D8-F186-C0BE-FEF2-00D857C5D11E}"/>
          </ac:spMkLst>
        </pc:spChg>
      </pc:sldChg>
    </pc:docChg>
  </pc:docChgLst>
  <pc:docChgLst>
    <pc:chgData name="Gusti Pangestu" userId="7768735c-5c0d-4d9b-b550-ead0b3c82a30" providerId="ADAL" clId="{0974B6E2-91C7-436A-9E64-4860392AB98F}"/>
    <pc:docChg chg="undo custSel modSld">
      <pc:chgData name="Gusti Pangestu" userId="7768735c-5c0d-4d9b-b550-ead0b3c82a30" providerId="ADAL" clId="{0974B6E2-91C7-436A-9E64-4860392AB98F}" dt="2023-01-02T09:22:00.684" v="36"/>
      <pc:docMkLst>
        <pc:docMk/>
      </pc:docMkLst>
      <pc:sldChg chg="modSp mod">
        <pc:chgData name="Gusti Pangestu" userId="7768735c-5c0d-4d9b-b550-ead0b3c82a30" providerId="ADAL" clId="{0974B6E2-91C7-436A-9E64-4860392AB98F}" dt="2023-01-02T09:22:00.684" v="36"/>
        <pc:sldMkLst>
          <pc:docMk/>
          <pc:sldMk cId="1727291188" sldId="288"/>
        </pc:sldMkLst>
        <pc:spChg chg="mod">
          <ac:chgData name="Gusti Pangestu" userId="7768735c-5c0d-4d9b-b550-ead0b3c82a30" providerId="ADAL" clId="{0974B6E2-91C7-436A-9E64-4860392AB98F}" dt="2023-01-02T09:22:00.684" v="36"/>
          <ac:spMkLst>
            <pc:docMk/>
            <pc:sldMk cId="1727291188" sldId="288"/>
            <ac:spMk id="3" creationId="{4C14D8CF-1B8B-4AE4-B51C-5D619267E8B5}"/>
          </ac:spMkLst>
        </pc:spChg>
      </pc:sldChg>
      <pc:sldChg chg="modSp mod">
        <pc:chgData name="Gusti Pangestu" userId="7768735c-5c0d-4d9b-b550-ead0b3c82a30" providerId="ADAL" clId="{0974B6E2-91C7-436A-9E64-4860392AB98F}" dt="2023-01-02T09:20:46.301" v="35" actId="20577"/>
        <pc:sldMkLst>
          <pc:docMk/>
          <pc:sldMk cId="1365886943" sldId="289"/>
        </pc:sldMkLst>
        <pc:spChg chg="mod">
          <ac:chgData name="Gusti Pangestu" userId="7768735c-5c0d-4d9b-b550-ead0b3c82a30" providerId="ADAL" clId="{0974B6E2-91C7-436A-9E64-4860392AB98F}" dt="2023-01-02T09:20:46.301" v="35" actId="20577"/>
          <ac:spMkLst>
            <pc:docMk/>
            <pc:sldMk cId="1365886943" sldId="289"/>
            <ac:spMk id="5" creationId="{BFC9FBC7-A7B5-44F5-875A-9C78EE947DD2}"/>
          </ac:spMkLst>
        </pc:spChg>
      </pc:sldChg>
    </pc:docChg>
  </pc:docChgLst>
  <pc:docChgLst>
    <pc:chgData clId="Web-{A223DC79-8A1C-ABAE-1F9B-158E890A425E}"/>
    <pc:docChg chg="modSld">
      <pc:chgData name="" userId="" providerId="" clId="Web-{A223DC79-8A1C-ABAE-1F9B-158E890A425E}" dt="2022-11-08T02:41:15.832" v="1" actId="20577"/>
      <pc:docMkLst>
        <pc:docMk/>
      </pc:docMkLst>
      <pc:sldChg chg="modSp">
        <pc:chgData name="" userId="" providerId="" clId="Web-{A223DC79-8A1C-ABAE-1F9B-158E890A425E}" dt="2022-11-08T02:41:15.832" v="1" actId="20577"/>
        <pc:sldMkLst>
          <pc:docMk/>
          <pc:sldMk cId="109857222" sldId="258"/>
        </pc:sldMkLst>
        <pc:spChg chg="mod">
          <ac:chgData name="" userId="" providerId="" clId="Web-{A223DC79-8A1C-ABAE-1F9B-158E890A425E}" dt="2022-11-08T02:41:15.832" v="1" actId="20577"/>
          <ac:spMkLst>
            <pc:docMk/>
            <pc:sldMk cId="109857222" sldId="258"/>
            <ac:spMk id="3" creationId="{00000000-0000-0000-0000-000000000000}"/>
          </ac:spMkLst>
        </pc:spChg>
      </pc:sldChg>
    </pc:docChg>
  </pc:docChgLst>
  <pc:docChgLst>
    <pc:chgData name="Gusti Pangestu" userId="S::gusti.pangestu@binus.ac.id::7768735c-5c0d-4d9b-b550-ead0b3c82a30" providerId="AD" clId="Web-{2FA84BC7-0DF4-93B0-D36B-F11A4D65BA38}"/>
    <pc:docChg chg="addSld modSld modSection">
      <pc:chgData name="Gusti Pangestu" userId="S::gusti.pangestu@binus.ac.id::7768735c-5c0d-4d9b-b550-ead0b3c82a30" providerId="AD" clId="Web-{2FA84BC7-0DF4-93B0-D36B-F11A4D65BA38}" dt="2022-11-16T03:43:24.938" v="81"/>
      <pc:docMkLst>
        <pc:docMk/>
      </pc:docMkLst>
      <pc:sldChg chg="addSp modSp new">
        <pc:chgData name="Gusti Pangestu" userId="S::gusti.pangestu@binus.ac.id::7768735c-5c0d-4d9b-b550-ead0b3c82a30" providerId="AD" clId="Web-{2FA84BC7-0DF4-93B0-D36B-F11A4D65BA38}" dt="2022-11-16T03:21:00.599" v="13" actId="1076"/>
        <pc:sldMkLst>
          <pc:docMk/>
          <pc:sldMk cId="1670407441" sldId="307"/>
        </pc:sldMkLst>
        <pc:spChg chg="mod">
          <ac:chgData name="Gusti Pangestu" userId="S::gusti.pangestu@binus.ac.id::7768735c-5c0d-4d9b-b550-ead0b3c82a30" providerId="AD" clId="Web-{2FA84BC7-0DF4-93B0-D36B-F11A4D65BA38}" dt="2022-11-16T03:20:15.457" v="3" actId="20577"/>
          <ac:spMkLst>
            <pc:docMk/>
            <pc:sldMk cId="1670407441" sldId="307"/>
            <ac:spMk id="2" creationId="{B79219DF-2158-C720-BF0C-28637317CCA6}"/>
          </ac:spMkLst>
        </pc:spChg>
        <pc:spChg chg="mod">
          <ac:chgData name="Gusti Pangestu" userId="S::gusti.pangestu@binus.ac.id::7768735c-5c0d-4d9b-b550-ead0b3c82a30" providerId="AD" clId="Web-{2FA84BC7-0DF4-93B0-D36B-F11A4D65BA38}" dt="2022-11-16T03:20:38.630" v="8" actId="20577"/>
          <ac:spMkLst>
            <pc:docMk/>
            <pc:sldMk cId="1670407441" sldId="307"/>
            <ac:spMk id="3" creationId="{6559D7BC-1734-D462-7CC2-F873A7F69513}"/>
          </ac:spMkLst>
        </pc:spChg>
        <pc:picChg chg="add mod">
          <ac:chgData name="Gusti Pangestu" userId="S::gusti.pangestu@binus.ac.id::7768735c-5c0d-4d9b-b550-ead0b3c82a30" providerId="AD" clId="Web-{2FA84BC7-0DF4-93B0-D36B-F11A4D65BA38}" dt="2022-11-16T03:21:00.599" v="13" actId="1076"/>
          <ac:picMkLst>
            <pc:docMk/>
            <pc:sldMk cId="1670407441" sldId="307"/>
            <ac:picMk id="4" creationId="{3FBBDF4A-F9BD-27BE-570A-A9F52F76876B}"/>
          </ac:picMkLst>
        </pc:picChg>
      </pc:sldChg>
      <pc:sldChg chg="addSp modSp new mod modClrScheme chgLayout">
        <pc:chgData name="Gusti Pangestu" userId="S::gusti.pangestu@binus.ac.id::7768735c-5c0d-4d9b-b550-ead0b3c82a30" providerId="AD" clId="Web-{2FA84BC7-0DF4-93B0-D36B-F11A4D65BA38}" dt="2022-11-16T03:26:33.797" v="29"/>
        <pc:sldMkLst>
          <pc:docMk/>
          <pc:sldMk cId="939406171" sldId="308"/>
        </pc:sldMkLst>
        <pc:spChg chg="mod">
          <ac:chgData name="Gusti Pangestu" userId="S::gusti.pangestu@binus.ac.id::7768735c-5c0d-4d9b-b550-ead0b3c82a30" providerId="AD" clId="Web-{2FA84BC7-0DF4-93B0-D36B-F11A4D65BA38}" dt="2022-11-16T03:26:33.797" v="29"/>
          <ac:spMkLst>
            <pc:docMk/>
            <pc:sldMk cId="939406171" sldId="308"/>
            <ac:spMk id="2" creationId="{639DBAA0-4964-43F7-7A0B-B19D0D06E916}"/>
          </ac:spMkLst>
        </pc:spChg>
        <pc:spChg chg="mod">
          <ac:chgData name="Gusti Pangestu" userId="S::gusti.pangestu@binus.ac.id::7768735c-5c0d-4d9b-b550-ead0b3c82a30" providerId="AD" clId="Web-{2FA84BC7-0DF4-93B0-D36B-F11A4D65BA38}" dt="2022-11-16T03:26:33.797" v="29"/>
          <ac:spMkLst>
            <pc:docMk/>
            <pc:sldMk cId="939406171" sldId="308"/>
            <ac:spMk id="3" creationId="{A9858694-CC64-65F7-3715-13963E4A38B5}"/>
          </ac:spMkLst>
        </pc:spChg>
        <pc:picChg chg="add mod">
          <ac:chgData name="Gusti Pangestu" userId="S::gusti.pangestu@binus.ac.id::7768735c-5c0d-4d9b-b550-ead0b3c82a30" providerId="AD" clId="Web-{2FA84BC7-0DF4-93B0-D36B-F11A4D65BA38}" dt="2022-11-16T03:26:33.797" v="29"/>
          <ac:picMkLst>
            <pc:docMk/>
            <pc:sldMk cId="939406171" sldId="308"/>
            <ac:picMk id="4" creationId="{70940EAF-D350-0449-4897-7325A1835114}"/>
          </ac:picMkLst>
        </pc:picChg>
      </pc:sldChg>
      <pc:sldChg chg="addSp delSp modSp new mod modClrScheme chgLayout">
        <pc:chgData name="Gusti Pangestu" userId="S::gusti.pangestu@binus.ac.id::7768735c-5c0d-4d9b-b550-ead0b3c82a30" providerId="AD" clId="Web-{2FA84BC7-0DF4-93B0-D36B-F11A4D65BA38}" dt="2022-11-16T03:32:05.073" v="45"/>
        <pc:sldMkLst>
          <pc:docMk/>
          <pc:sldMk cId="3236511058" sldId="309"/>
        </pc:sldMkLst>
        <pc:spChg chg="mod ord">
          <ac:chgData name="Gusti Pangestu" userId="S::gusti.pangestu@binus.ac.id::7768735c-5c0d-4d9b-b550-ead0b3c82a30" providerId="AD" clId="Web-{2FA84BC7-0DF4-93B0-D36B-F11A4D65BA38}" dt="2022-11-16T03:32:05.073" v="45"/>
          <ac:spMkLst>
            <pc:docMk/>
            <pc:sldMk cId="3236511058" sldId="309"/>
            <ac:spMk id="2" creationId="{A673CB3E-1E46-8F2B-15CE-D189D441CF9F}"/>
          </ac:spMkLst>
        </pc:spChg>
        <pc:spChg chg="mod ord">
          <ac:chgData name="Gusti Pangestu" userId="S::gusti.pangestu@binus.ac.id::7768735c-5c0d-4d9b-b550-ead0b3c82a30" providerId="AD" clId="Web-{2FA84BC7-0DF4-93B0-D36B-F11A4D65BA38}" dt="2022-11-16T03:32:05.073" v="45"/>
          <ac:spMkLst>
            <pc:docMk/>
            <pc:sldMk cId="3236511058" sldId="309"/>
            <ac:spMk id="3" creationId="{B3A41967-6CBA-A0B1-E2CC-6254DB5FEC2E}"/>
          </ac:spMkLst>
        </pc:spChg>
        <pc:spChg chg="del">
          <ac:chgData name="Gusti Pangestu" userId="S::gusti.pangestu@binus.ac.id::7768735c-5c0d-4d9b-b550-ead0b3c82a30" providerId="AD" clId="Web-{2FA84BC7-0DF4-93B0-D36B-F11A4D65BA38}" dt="2022-11-16T03:27:05.189" v="31"/>
          <ac:spMkLst>
            <pc:docMk/>
            <pc:sldMk cId="3236511058" sldId="309"/>
            <ac:spMk id="4" creationId="{44886346-50DD-5A66-BF26-72D0C1656945}"/>
          </ac:spMkLst>
        </pc:spChg>
        <pc:picChg chg="add mod">
          <ac:chgData name="Gusti Pangestu" userId="S::gusti.pangestu@binus.ac.id::7768735c-5c0d-4d9b-b550-ead0b3c82a30" providerId="AD" clId="Web-{2FA84BC7-0DF4-93B0-D36B-F11A4D65BA38}" dt="2022-11-16T03:32:05.073" v="45"/>
          <ac:picMkLst>
            <pc:docMk/>
            <pc:sldMk cId="3236511058" sldId="309"/>
            <ac:picMk id="5" creationId="{522E6B07-B1B1-AAB5-8AB9-6BD40D5610BB}"/>
          </ac:picMkLst>
        </pc:picChg>
      </pc:sldChg>
      <pc:sldChg chg="addSp delSp modSp new">
        <pc:chgData name="Gusti Pangestu" userId="S::gusti.pangestu@binus.ac.id::7768735c-5c0d-4d9b-b550-ead0b3c82a30" providerId="AD" clId="Web-{2FA84BC7-0DF4-93B0-D36B-F11A4D65BA38}" dt="2022-11-16T03:33:08.997" v="66"/>
        <pc:sldMkLst>
          <pc:docMk/>
          <pc:sldMk cId="378526677" sldId="310"/>
        </pc:sldMkLst>
        <pc:spChg chg="mod">
          <ac:chgData name="Gusti Pangestu" userId="S::gusti.pangestu@binus.ac.id::7768735c-5c0d-4d9b-b550-ead0b3c82a30" providerId="AD" clId="Web-{2FA84BC7-0DF4-93B0-D36B-F11A4D65BA38}" dt="2022-11-16T03:33:08.997" v="66"/>
          <ac:spMkLst>
            <pc:docMk/>
            <pc:sldMk cId="378526677" sldId="310"/>
            <ac:spMk id="2" creationId="{74D7C83B-60B0-269E-E40F-2C09D395CA72}"/>
          </ac:spMkLst>
        </pc:spChg>
        <pc:spChg chg="mod">
          <ac:chgData name="Gusti Pangestu" userId="S::gusti.pangestu@binus.ac.id::7768735c-5c0d-4d9b-b550-ead0b3c82a30" providerId="AD" clId="Web-{2FA84BC7-0DF4-93B0-D36B-F11A4D65BA38}" dt="2022-11-16T03:33:08.997" v="66"/>
          <ac:spMkLst>
            <pc:docMk/>
            <pc:sldMk cId="378526677" sldId="310"/>
            <ac:spMk id="3" creationId="{1EDC9787-F6D1-9FF2-891C-EBAF6C67611C}"/>
          </ac:spMkLst>
        </pc:spChg>
        <pc:spChg chg="del mod">
          <ac:chgData name="Gusti Pangestu" userId="S::gusti.pangestu@binus.ac.id::7768735c-5c0d-4d9b-b550-ead0b3c82a30" providerId="AD" clId="Web-{2FA84BC7-0DF4-93B0-D36B-F11A4D65BA38}" dt="2022-11-16T03:33:01.543" v="65"/>
          <ac:spMkLst>
            <pc:docMk/>
            <pc:sldMk cId="378526677" sldId="310"/>
            <ac:spMk id="4" creationId="{1F8C9BCD-DAAF-676C-3CC0-537CFC90B864}"/>
          </ac:spMkLst>
        </pc:spChg>
        <pc:picChg chg="add mod ord">
          <ac:chgData name="Gusti Pangestu" userId="S::gusti.pangestu@binus.ac.id::7768735c-5c0d-4d9b-b550-ead0b3c82a30" providerId="AD" clId="Web-{2FA84BC7-0DF4-93B0-D36B-F11A4D65BA38}" dt="2022-11-16T03:33:08.997" v="66"/>
          <ac:picMkLst>
            <pc:docMk/>
            <pc:sldMk cId="378526677" sldId="310"/>
            <ac:picMk id="5" creationId="{DAD03B7F-85C8-4FD7-AAD6-9E2145E5F45B}"/>
          </ac:picMkLst>
        </pc:picChg>
      </pc:sldChg>
      <pc:sldChg chg="addSp delSp modSp new">
        <pc:chgData name="Gusti Pangestu" userId="S::gusti.pangestu@binus.ac.id::7768735c-5c0d-4d9b-b550-ead0b3c82a30" providerId="AD" clId="Web-{2FA84BC7-0DF4-93B0-D36B-F11A4D65BA38}" dt="2022-11-16T03:43:14.969" v="80" actId="14100"/>
        <pc:sldMkLst>
          <pc:docMk/>
          <pc:sldMk cId="2156523057" sldId="311"/>
        </pc:sldMkLst>
        <pc:spChg chg="mod">
          <ac:chgData name="Gusti Pangestu" userId="S::gusti.pangestu@binus.ac.id::7768735c-5c0d-4d9b-b550-ead0b3c82a30" providerId="AD" clId="Web-{2FA84BC7-0DF4-93B0-D36B-F11A4D65BA38}" dt="2022-11-16T03:33:44.889" v="71" actId="20577"/>
          <ac:spMkLst>
            <pc:docMk/>
            <pc:sldMk cId="2156523057" sldId="311"/>
            <ac:spMk id="2" creationId="{E96A6281-58B7-EFE8-BB48-5CE4638024BB}"/>
          </ac:spMkLst>
        </pc:spChg>
        <pc:spChg chg="mod">
          <ac:chgData name="Gusti Pangestu" userId="S::gusti.pangestu@binus.ac.id::7768735c-5c0d-4d9b-b550-ead0b3c82a30" providerId="AD" clId="Web-{2FA84BC7-0DF4-93B0-D36B-F11A4D65BA38}" dt="2022-11-16T03:35:04.266" v="75" actId="20577"/>
          <ac:spMkLst>
            <pc:docMk/>
            <pc:sldMk cId="2156523057" sldId="311"/>
            <ac:spMk id="3" creationId="{E78683C5-7D76-2BFE-11D6-D81D178D095C}"/>
          </ac:spMkLst>
        </pc:spChg>
        <pc:spChg chg="del">
          <ac:chgData name="Gusti Pangestu" userId="S::gusti.pangestu@binus.ac.id::7768735c-5c0d-4d9b-b550-ead0b3c82a30" providerId="AD" clId="Web-{2FA84BC7-0DF4-93B0-D36B-F11A4D65BA38}" dt="2022-11-16T03:42:44.781" v="76"/>
          <ac:spMkLst>
            <pc:docMk/>
            <pc:sldMk cId="2156523057" sldId="311"/>
            <ac:spMk id="4" creationId="{0593EA61-0C98-7E5D-45AE-9A118C227D20}"/>
          </ac:spMkLst>
        </pc:spChg>
        <pc:picChg chg="add mod ord">
          <ac:chgData name="Gusti Pangestu" userId="S::gusti.pangestu@binus.ac.id::7768735c-5c0d-4d9b-b550-ead0b3c82a30" providerId="AD" clId="Web-{2FA84BC7-0DF4-93B0-D36B-F11A4D65BA38}" dt="2022-11-16T03:42:49.437" v="77" actId="1076"/>
          <ac:picMkLst>
            <pc:docMk/>
            <pc:sldMk cId="2156523057" sldId="311"/>
            <ac:picMk id="5" creationId="{DD320FB1-B8F6-38B4-3A70-C336FC534CB7}"/>
          </ac:picMkLst>
        </pc:picChg>
        <pc:picChg chg="add mod">
          <ac:chgData name="Gusti Pangestu" userId="S::gusti.pangestu@binus.ac.id::7768735c-5c0d-4d9b-b550-ead0b3c82a30" providerId="AD" clId="Web-{2FA84BC7-0DF4-93B0-D36B-F11A4D65BA38}" dt="2022-11-16T03:43:14.969" v="80" actId="14100"/>
          <ac:picMkLst>
            <pc:docMk/>
            <pc:sldMk cId="2156523057" sldId="311"/>
            <ac:picMk id="6" creationId="{10E2E684-AE7C-762C-DF77-47208CAD2DE7}"/>
          </ac:picMkLst>
        </pc:picChg>
      </pc:sldChg>
      <pc:sldChg chg="new">
        <pc:chgData name="Gusti Pangestu" userId="S::gusti.pangestu@binus.ac.id::7768735c-5c0d-4d9b-b550-ead0b3c82a30" providerId="AD" clId="Web-{2FA84BC7-0DF4-93B0-D36B-F11A4D65BA38}" dt="2022-11-16T03:43:24.938" v="81"/>
        <pc:sldMkLst>
          <pc:docMk/>
          <pc:sldMk cId="1063536070" sldId="312"/>
        </pc:sldMkLst>
      </pc:sldChg>
    </pc:docChg>
  </pc:docChgLst>
  <pc:docChgLst>
    <pc:chgData name="Gusti Pangestu" userId="S::gusti.pangestu@binus.ac.id::7768735c-5c0d-4d9b-b550-ead0b3c82a30" providerId="AD" clId="Web-{A223DC79-8A1C-ABAE-1F9B-158E890A425E}"/>
    <pc:docChg chg="addSld delSld modSld modSection">
      <pc:chgData name="Gusti Pangestu" userId="S::gusti.pangestu@binus.ac.id::7768735c-5c0d-4d9b-b550-ead0b3c82a30" providerId="AD" clId="Web-{A223DC79-8A1C-ABAE-1F9B-158E890A425E}" dt="2022-11-08T09:57:28.812" v="337" actId="1076"/>
      <pc:docMkLst>
        <pc:docMk/>
      </pc:docMkLst>
      <pc:sldChg chg="modSp">
        <pc:chgData name="Gusti Pangestu" userId="S::gusti.pangestu@binus.ac.id::7768735c-5c0d-4d9b-b550-ead0b3c82a30" providerId="AD" clId="Web-{A223DC79-8A1C-ABAE-1F9B-158E890A425E}" dt="2022-11-08T02:41:22.864" v="7" actId="20577"/>
        <pc:sldMkLst>
          <pc:docMk/>
          <pc:sldMk cId="109857222" sldId="258"/>
        </pc:sldMkLst>
        <pc:spChg chg="mod">
          <ac:chgData name="Gusti Pangestu" userId="S::gusti.pangestu@binus.ac.id::7768735c-5c0d-4d9b-b550-ead0b3c82a30" providerId="AD" clId="Web-{A223DC79-8A1C-ABAE-1F9B-158E890A425E}" dt="2022-11-08T02:41:22.864" v="7" actId="20577"/>
          <ac:spMkLst>
            <pc:docMk/>
            <pc:sldMk cId="109857222" sldId="258"/>
            <ac:spMk id="3" creationId="{00000000-0000-0000-0000-000000000000}"/>
          </ac:spMkLst>
        </pc:spChg>
      </pc:sldChg>
      <pc:sldChg chg="modSp">
        <pc:chgData name="Gusti Pangestu" userId="S::gusti.pangestu@binus.ac.id::7768735c-5c0d-4d9b-b550-ead0b3c82a30" providerId="AD" clId="Web-{A223DC79-8A1C-ABAE-1F9B-158E890A425E}" dt="2022-11-08T02:42:57.320" v="27" actId="20577"/>
        <pc:sldMkLst>
          <pc:docMk/>
          <pc:sldMk cId="1545682022" sldId="290"/>
        </pc:sldMkLst>
        <pc:spChg chg="mod">
          <ac:chgData name="Gusti Pangestu" userId="S::gusti.pangestu@binus.ac.id::7768735c-5c0d-4d9b-b550-ead0b3c82a30" providerId="AD" clId="Web-{A223DC79-8A1C-ABAE-1F9B-158E890A425E}" dt="2022-11-08T02:42:57.320" v="27" actId="20577"/>
          <ac:spMkLst>
            <pc:docMk/>
            <pc:sldMk cId="1545682022" sldId="290"/>
            <ac:spMk id="3" creationId="{CFBE6DC7-A61F-27FA-B9A7-7018AFBF0075}"/>
          </ac:spMkLst>
        </pc:spChg>
      </pc:sldChg>
      <pc:sldChg chg="modSp new">
        <pc:chgData name="Gusti Pangestu" userId="S::gusti.pangestu@binus.ac.id::7768735c-5c0d-4d9b-b550-ead0b3c82a30" providerId="AD" clId="Web-{A223DC79-8A1C-ABAE-1F9B-158E890A425E}" dt="2022-11-08T02:49:37.257" v="42" actId="20577"/>
        <pc:sldMkLst>
          <pc:docMk/>
          <pc:sldMk cId="2068043843" sldId="291"/>
        </pc:sldMkLst>
        <pc:spChg chg="mod">
          <ac:chgData name="Gusti Pangestu" userId="S::gusti.pangestu@binus.ac.id::7768735c-5c0d-4d9b-b550-ead0b3c82a30" providerId="AD" clId="Web-{A223DC79-8A1C-ABAE-1F9B-158E890A425E}" dt="2022-11-08T02:43:29.509" v="32" actId="20577"/>
          <ac:spMkLst>
            <pc:docMk/>
            <pc:sldMk cId="2068043843" sldId="291"/>
            <ac:spMk id="2" creationId="{96DA44D9-93FA-AECE-499F-7A2999266B64}"/>
          </ac:spMkLst>
        </pc:spChg>
        <pc:spChg chg="mod">
          <ac:chgData name="Gusti Pangestu" userId="S::gusti.pangestu@binus.ac.id::7768735c-5c0d-4d9b-b550-ead0b3c82a30" providerId="AD" clId="Web-{A223DC79-8A1C-ABAE-1F9B-158E890A425E}" dt="2022-11-08T02:49:37.257" v="42" actId="20577"/>
          <ac:spMkLst>
            <pc:docMk/>
            <pc:sldMk cId="2068043843" sldId="291"/>
            <ac:spMk id="3" creationId="{D13F6089-0C37-FA79-19CF-BF021308AAF8}"/>
          </ac:spMkLst>
        </pc:spChg>
      </pc:sldChg>
      <pc:sldChg chg="del">
        <pc:chgData name="Gusti Pangestu" userId="S::gusti.pangestu@binus.ac.id::7768735c-5c0d-4d9b-b550-ead0b3c82a30" providerId="AD" clId="Web-{A223DC79-8A1C-ABAE-1F9B-158E890A425E}" dt="2022-11-08T02:42:28.116" v="25"/>
        <pc:sldMkLst>
          <pc:docMk/>
          <pc:sldMk cId="3239910030" sldId="291"/>
        </pc:sldMkLst>
      </pc:sldChg>
      <pc:sldChg chg="addSp modSp new mod modClrScheme chgLayout">
        <pc:chgData name="Gusti Pangestu" userId="S::gusti.pangestu@binus.ac.id::7768735c-5c0d-4d9b-b550-ead0b3c82a30" providerId="AD" clId="Web-{A223DC79-8A1C-ABAE-1F9B-158E890A425E}" dt="2022-11-08T02:53:03.546" v="56"/>
        <pc:sldMkLst>
          <pc:docMk/>
          <pc:sldMk cId="181067477" sldId="292"/>
        </pc:sldMkLst>
        <pc:spChg chg="mod">
          <ac:chgData name="Gusti Pangestu" userId="S::gusti.pangestu@binus.ac.id::7768735c-5c0d-4d9b-b550-ead0b3c82a30" providerId="AD" clId="Web-{A223DC79-8A1C-ABAE-1F9B-158E890A425E}" dt="2022-11-08T02:53:03.546" v="56"/>
          <ac:spMkLst>
            <pc:docMk/>
            <pc:sldMk cId="181067477" sldId="292"/>
            <ac:spMk id="2" creationId="{2D8DA4BA-6E1B-06D5-7D8D-D75DF829090F}"/>
          </ac:spMkLst>
        </pc:spChg>
        <pc:spChg chg="mod">
          <ac:chgData name="Gusti Pangestu" userId="S::gusti.pangestu@binus.ac.id::7768735c-5c0d-4d9b-b550-ead0b3c82a30" providerId="AD" clId="Web-{A223DC79-8A1C-ABAE-1F9B-158E890A425E}" dt="2022-11-08T02:53:03.546" v="56"/>
          <ac:spMkLst>
            <pc:docMk/>
            <pc:sldMk cId="181067477" sldId="292"/>
            <ac:spMk id="3" creationId="{DEC6C18B-DD2A-34A7-6293-010D956D318B}"/>
          </ac:spMkLst>
        </pc:spChg>
        <pc:picChg chg="add mod">
          <ac:chgData name="Gusti Pangestu" userId="S::gusti.pangestu@binus.ac.id::7768735c-5c0d-4d9b-b550-ead0b3c82a30" providerId="AD" clId="Web-{A223DC79-8A1C-ABAE-1F9B-158E890A425E}" dt="2022-11-08T02:53:03.546" v="56"/>
          <ac:picMkLst>
            <pc:docMk/>
            <pc:sldMk cId="181067477" sldId="292"/>
            <ac:picMk id="4" creationId="{E6C21DEE-C15C-2B07-0F48-41C0A6D188A8}"/>
          </ac:picMkLst>
        </pc:picChg>
      </pc:sldChg>
      <pc:sldChg chg="del">
        <pc:chgData name="Gusti Pangestu" userId="S::gusti.pangestu@binus.ac.id::7768735c-5c0d-4d9b-b550-ead0b3c82a30" providerId="AD" clId="Web-{A223DC79-8A1C-ABAE-1F9B-158E890A425E}" dt="2022-11-08T02:42:28.116" v="24"/>
        <pc:sldMkLst>
          <pc:docMk/>
          <pc:sldMk cId="989727377" sldId="292"/>
        </pc:sldMkLst>
      </pc:sldChg>
      <pc:sldChg chg="del">
        <pc:chgData name="Gusti Pangestu" userId="S::gusti.pangestu@binus.ac.id::7768735c-5c0d-4d9b-b550-ead0b3c82a30" providerId="AD" clId="Web-{A223DC79-8A1C-ABAE-1F9B-158E890A425E}" dt="2022-11-08T02:42:28.116" v="23"/>
        <pc:sldMkLst>
          <pc:docMk/>
          <pc:sldMk cId="1956832009" sldId="293"/>
        </pc:sldMkLst>
      </pc:sldChg>
      <pc:sldChg chg="addSp delSp modSp new mod modClrScheme chgLayout">
        <pc:chgData name="Gusti Pangestu" userId="S::gusti.pangestu@binus.ac.id::7768735c-5c0d-4d9b-b550-ead0b3c82a30" providerId="AD" clId="Web-{A223DC79-8A1C-ABAE-1F9B-158E890A425E}" dt="2022-11-08T02:53:50.720" v="68"/>
        <pc:sldMkLst>
          <pc:docMk/>
          <pc:sldMk cId="2629645314" sldId="293"/>
        </pc:sldMkLst>
        <pc:spChg chg="mod ord">
          <ac:chgData name="Gusti Pangestu" userId="S::gusti.pangestu@binus.ac.id::7768735c-5c0d-4d9b-b550-ead0b3c82a30" providerId="AD" clId="Web-{A223DC79-8A1C-ABAE-1F9B-158E890A425E}" dt="2022-11-08T02:53:50.720" v="68"/>
          <ac:spMkLst>
            <pc:docMk/>
            <pc:sldMk cId="2629645314" sldId="293"/>
            <ac:spMk id="2" creationId="{23106449-8DB6-F408-D868-A74B0655A109}"/>
          </ac:spMkLst>
        </pc:spChg>
        <pc:spChg chg="del mod ord">
          <ac:chgData name="Gusti Pangestu" userId="S::gusti.pangestu@binus.ac.id::7768735c-5c0d-4d9b-b550-ead0b3c82a30" providerId="AD" clId="Web-{A223DC79-8A1C-ABAE-1F9B-158E890A425E}" dt="2022-11-08T02:53:47.345" v="67"/>
          <ac:spMkLst>
            <pc:docMk/>
            <pc:sldMk cId="2629645314" sldId="293"/>
            <ac:spMk id="3" creationId="{BA5FC8DB-0E06-4B1A-D8BD-3A3DD5F94C60}"/>
          </ac:spMkLst>
        </pc:spChg>
        <pc:spChg chg="del">
          <ac:chgData name="Gusti Pangestu" userId="S::gusti.pangestu@binus.ac.id::7768735c-5c0d-4d9b-b550-ead0b3c82a30" providerId="AD" clId="Web-{A223DC79-8A1C-ABAE-1F9B-158E890A425E}" dt="2022-11-08T02:53:25.359" v="66"/>
          <ac:spMkLst>
            <pc:docMk/>
            <pc:sldMk cId="2629645314" sldId="293"/>
            <ac:spMk id="4" creationId="{AAABC882-FE30-6BD5-1D21-3B60D404821B}"/>
          </ac:spMkLst>
        </pc:spChg>
        <pc:picChg chg="add mod ord">
          <ac:chgData name="Gusti Pangestu" userId="S::gusti.pangestu@binus.ac.id::7768735c-5c0d-4d9b-b550-ead0b3c82a30" providerId="AD" clId="Web-{A223DC79-8A1C-ABAE-1F9B-158E890A425E}" dt="2022-11-08T02:53:50.720" v="68"/>
          <ac:picMkLst>
            <pc:docMk/>
            <pc:sldMk cId="2629645314" sldId="293"/>
            <ac:picMk id="5" creationId="{37075F30-2E2F-6DF6-485E-D536AD44C383}"/>
          </ac:picMkLst>
        </pc:picChg>
      </pc:sldChg>
      <pc:sldChg chg="del">
        <pc:chgData name="Gusti Pangestu" userId="S::gusti.pangestu@binus.ac.id::7768735c-5c0d-4d9b-b550-ead0b3c82a30" providerId="AD" clId="Web-{A223DC79-8A1C-ABAE-1F9B-158E890A425E}" dt="2022-11-08T02:42:28.116" v="22"/>
        <pc:sldMkLst>
          <pc:docMk/>
          <pc:sldMk cId="2857808774" sldId="294"/>
        </pc:sldMkLst>
      </pc:sldChg>
      <pc:sldChg chg="modSp new">
        <pc:chgData name="Gusti Pangestu" userId="S::gusti.pangestu@binus.ac.id::7768735c-5c0d-4d9b-b550-ead0b3c82a30" providerId="AD" clId="Web-{A223DC79-8A1C-ABAE-1F9B-158E890A425E}" dt="2022-11-08T03:09:20.426" v="92" actId="20577"/>
        <pc:sldMkLst>
          <pc:docMk/>
          <pc:sldMk cId="3671522191" sldId="294"/>
        </pc:sldMkLst>
        <pc:spChg chg="mod">
          <ac:chgData name="Gusti Pangestu" userId="S::gusti.pangestu@binus.ac.id::7768735c-5c0d-4d9b-b550-ead0b3c82a30" providerId="AD" clId="Web-{A223DC79-8A1C-ABAE-1F9B-158E890A425E}" dt="2022-11-08T03:06:36.014" v="78" actId="20577"/>
          <ac:spMkLst>
            <pc:docMk/>
            <pc:sldMk cId="3671522191" sldId="294"/>
            <ac:spMk id="2" creationId="{A9FBB719-A5E9-FB02-88FC-E9CB76115405}"/>
          </ac:spMkLst>
        </pc:spChg>
        <pc:spChg chg="mod">
          <ac:chgData name="Gusti Pangestu" userId="S::gusti.pangestu@binus.ac.id::7768735c-5c0d-4d9b-b550-ead0b3c82a30" providerId="AD" clId="Web-{A223DC79-8A1C-ABAE-1F9B-158E890A425E}" dt="2022-11-08T03:09:20.426" v="92" actId="20577"/>
          <ac:spMkLst>
            <pc:docMk/>
            <pc:sldMk cId="3671522191" sldId="294"/>
            <ac:spMk id="3" creationId="{628788DD-BE85-4788-CAAA-DFFE5CDD3DCD}"/>
          </ac:spMkLst>
        </pc:spChg>
      </pc:sldChg>
      <pc:sldChg chg="del">
        <pc:chgData name="Gusti Pangestu" userId="S::gusti.pangestu@binus.ac.id::7768735c-5c0d-4d9b-b550-ead0b3c82a30" providerId="AD" clId="Web-{A223DC79-8A1C-ABAE-1F9B-158E890A425E}" dt="2022-11-08T02:42:28.101" v="21"/>
        <pc:sldMkLst>
          <pc:docMk/>
          <pc:sldMk cId="1684321161" sldId="295"/>
        </pc:sldMkLst>
      </pc:sldChg>
      <pc:sldChg chg="addSp delSp modSp new mod modClrScheme chgLayout">
        <pc:chgData name="Gusti Pangestu" userId="S::gusti.pangestu@binus.ac.id::7768735c-5c0d-4d9b-b550-ead0b3c82a30" providerId="AD" clId="Web-{A223DC79-8A1C-ABAE-1F9B-158E890A425E}" dt="2022-11-08T03:09:44.364" v="102" actId="1076"/>
        <pc:sldMkLst>
          <pc:docMk/>
          <pc:sldMk cId="3854135633" sldId="295"/>
        </pc:sldMkLst>
        <pc:spChg chg="del">
          <ac:chgData name="Gusti Pangestu" userId="S::gusti.pangestu@binus.ac.id::7768735c-5c0d-4d9b-b550-ead0b3c82a30" providerId="AD" clId="Web-{A223DC79-8A1C-ABAE-1F9B-158E890A425E}" dt="2022-11-08T03:09:24.614" v="94"/>
          <ac:spMkLst>
            <pc:docMk/>
            <pc:sldMk cId="3854135633" sldId="295"/>
            <ac:spMk id="2" creationId="{4AAF674E-6837-C0DB-3D0D-7E4B039A1709}"/>
          </ac:spMkLst>
        </pc:spChg>
        <pc:spChg chg="del">
          <ac:chgData name="Gusti Pangestu" userId="S::gusti.pangestu@binus.ac.id::7768735c-5c0d-4d9b-b550-ead0b3c82a30" providerId="AD" clId="Web-{A223DC79-8A1C-ABAE-1F9B-158E890A425E}" dt="2022-11-08T03:09:26.707" v="95"/>
          <ac:spMkLst>
            <pc:docMk/>
            <pc:sldMk cId="3854135633" sldId="295"/>
            <ac:spMk id="3" creationId="{925F5DA7-D4A0-5629-3C1E-5FD4AD1D864B}"/>
          </ac:spMkLst>
        </pc:spChg>
        <pc:spChg chg="add del mod">
          <ac:chgData name="Gusti Pangestu" userId="S::gusti.pangestu@binus.ac.id::7768735c-5c0d-4d9b-b550-ead0b3c82a30" providerId="AD" clId="Web-{A223DC79-8A1C-ABAE-1F9B-158E890A425E}" dt="2022-11-08T03:09:33.786" v="98"/>
          <ac:spMkLst>
            <pc:docMk/>
            <pc:sldMk cId="3854135633" sldId="295"/>
            <ac:spMk id="9" creationId="{4A82447A-DDB7-DF27-0D71-F45F29C83482}"/>
          </ac:spMkLst>
        </pc:spChg>
        <pc:spChg chg="add del mod">
          <ac:chgData name="Gusti Pangestu" userId="S::gusti.pangestu@binus.ac.id::7768735c-5c0d-4d9b-b550-ead0b3c82a30" providerId="AD" clId="Web-{A223DC79-8A1C-ABAE-1F9B-158E890A425E}" dt="2022-11-08T03:09:33.786" v="98"/>
          <ac:spMkLst>
            <pc:docMk/>
            <pc:sldMk cId="3854135633" sldId="295"/>
            <ac:spMk id="11" creationId="{11D15A9B-7DF8-9106-56E5-C3AD0C23BEAB}"/>
          </ac:spMkLst>
        </pc:spChg>
        <pc:spChg chg="add del">
          <ac:chgData name="Gusti Pangestu" userId="S::gusti.pangestu@binus.ac.id::7768735c-5c0d-4d9b-b550-ead0b3c82a30" providerId="AD" clId="Web-{A223DC79-8A1C-ABAE-1F9B-158E890A425E}" dt="2022-11-08T03:09:36.614" v="100"/>
          <ac:spMkLst>
            <pc:docMk/>
            <pc:sldMk cId="3854135633" sldId="295"/>
            <ac:spMk id="13" creationId="{BF179ED5-5A20-4AC3-D491-9B2D823EA69D}"/>
          </ac:spMkLst>
        </pc:spChg>
        <pc:picChg chg="add mod">
          <ac:chgData name="Gusti Pangestu" userId="S::gusti.pangestu@binus.ac.id::7768735c-5c0d-4d9b-b550-ead0b3c82a30" providerId="AD" clId="Web-{A223DC79-8A1C-ABAE-1F9B-158E890A425E}" dt="2022-11-08T03:09:44.364" v="102" actId="1076"/>
          <ac:picMkLst>
            <pc:docMk/>
            <pc:sldMk cId="3854135633" sldId="295"/>
            <ac:picMk id="4" creationId="{08D6BBFC-49AE-6D24-585E-6498707FF24A}"/>
          </ac:picMkLst>
        </pc:picChg>
      </pc:sldChg>
      <pc:sldChg chg="del">
        <pc:chgData name="Gusti Pangestu" userId="S::gusti.pangestu@binus.ac.id::7768735c-5c0d-4d9b-b550-ead0b3c82a30" providerId="AD" clId="Web-{A223DC79-8A1C-ABAE-1F9B-158E890A425E}" dt="2022-11-08T02:42:28.101" v="20"/>
        <pc:sldMkLst>
          <pc:docMk/>
          <pc:sldMk cId="832701779" sldId="296"/>
        </pc:sldMkLst>
      </pc:sldChg>
      <pc:sldChg chg="delSp modSp new">
        <pc:chgData name="Gusti Pangestu" userId="S::gusti.pangestu@binus.ac.id::7768735c-5c0d-4d9b-b550-ead0b3c82a30" providerId="AD" clId="Web-{A223DC79-8A1C-ABAE-1F9B-158E890A425E}" dt="2022-11-08T03:26:18.558" v="124" actId="20577"/>
        <pc:sldMkLst>
          <pc:docMk/>
          <pc:sldMk cId="2826040258" sldId="296"/>
        </pc:sldMkLst>
        <pc:spChg chg="del">
          <ac:chgData name="Gusti Pangestu" userId="S::gusti.pangestu@binus.ac.id::7768735c-5c0d-4d9b-b550-ead0b3c82a30" providerId="AD" clId="Web-{A223DC79-8A1C-ABAE-1F9B-158E890A425E}" dt="2022-11-08T03:13:55.530" v="104"/>
          <ac:spMkLst>
            <pc:docMk/>
            <pc:sldMk cId="2826040258" sldId="296"/>
            <ac:spMk id="2" creationId="{34A9A0D0-A1E0-5A33-45DD-6D54BC735407}"/>
          </ac:spMkLst>
        </pc:spChg>
        <pc:spChg chg="mod">
          <ac:chgData name="Gusti Pangestu" userId="S::gusti.pangestu@binus.ac.id::7768735c-5c0d-4d9b-b550-ead0b3c82a30" providerId="AD" clId="Web-{A223DC79-8A1C-ABAE-1F9B-158E890A425E}" dt="2022-11-08T03:26:18.558" v="124" actId="20577"/>
          <ac:spMkLst>
            <pc:docMk/>
            <pc:sldMk cId="2826040258" sldId="296"/>
            <ac:spMk id="3" creationId="{8C543A02-739A-772E-8C93-9765F4B43336}"/>
          </ac:spMkLst>
        </pc:spChg>
      </pc:sldChg>
      <pc:sldChg chg="del">
        <pc:chgData name="Gusti Pangestu" userId="S::gusti.pangestu@binus.ac.id::7768735c-5c0d-4d9b-b550-ead0b3c82a30" providerId="AD" clId="Web-{A223DC79-8A1C-ABAE-1F9B-158E890A425E}" dt="2022-11-08T02:42:28.101" v="19"/>
        <pc:sldMkLst>
          <pc:docMk/>
          <pc:sldMk cId="376018570" sldId="297"/>
        </pc:sldMkLst>
      </pc:sldChg>
      <pc:sldChg chg="addSp delSp modSp new">
        <pc:chgData name="Gusti Pangestu" userId="S::gusti.pangestu@binus.ac.id::7768735c-5c0d-4d9b-b550-ead0b3c82a30" providerId="AD" clId="Web-{A223DC79-8A1C-ABAE-1F9B-158E890A425E}" dt="2022-11-08T03:26:27.480" v="128"/>
        <pc:sldMkLst>
          <pc:docMk/>
          <pc:sldMk cId="1902739993" sldId="297"/>
        </pc:sldMkLst>
        <pc:spChg chg="del">
          <ac:chgData name="Gusti Pangestu" userId="S::gusti.pangestu@binus.ac.id::7768735c-5c0d-4d9b-b550-ead0b3c82a30" providerId="AD" clId="Web-{A223DC79-8A1C-ABAE-1F9B-158E890A425E}" dt="2022-11-08T03:26:23.964" v="127"/>
          <ac:spMkLst>
            <pc:docMk/>
            <pc:sldMk cId="1902739993" sldId="297"/>
            <ac:spMk id="2" creationId="{50073644-AEA7-6707-3AB1-E34E699F1690}"/>
          </ac:spMkLst>
        </pc:spChg>
        <pc:spChg chg="del">
          <ac:chgData name="Gusti Pangestu" userId="S::gusti.pangestu@binus.ac.id::7768735c-5c0d-4d9b-b550-ead0b3c82a30" providerId="AD" clId="Web-{A223DC79-8A1C-ABAE-1F9B-158E890A425E}" dt="2022-11-08T03:26:20.745" v="126"/>
          <ac:spMkLst>
            <pc:docMk/>
            <pc:sldMk cId="1902739993" sldId="297"/>
            <ac:spMk id="3" creationId="{875AE402-9620-DAD3-17F2-D9BADD7BBBF2}"/>
          </ac:spMkLst>
        </pc:spChg>
        <pc:spChg chg="add del">
          <ac:chgData name="Gusti Pangestu" userId="S::gusti.pangestu@binus.ac.id::7768735c-5c0d-4d9b-b550-ead0b3c82a30" providerId="AD" clId="Web-{A223DC79-8A1C-ABAE-1F9B-158E890A425E}" dt="2022-11-08T03:26:27.480" v="128"/>
          <ac:spMkLst>
            <pc:docMk/>
            <pc:sldMk cId="1902739993" sldId="297"/>
            <ac:spMk id="9" creationId="{A8E78CD0-A219-4CC5-ABC4-2DBBDD712322}"/>
          </ac:spMkLst>
        </pc:spChg>
        <pc:picChg chg="add mod ord">
          <ac:chgData name="Gusti Pangestu" userId="S::gusti.pangestu@binus.ac.id::7768735c-5c0d-4d9b-b550-ead0b3c82a30" providerId="AD" clId="Web-{A223DC79-8A1C-ABAE-1F9B-158E890A425E}" dt="2022-11-08T03:26:23.964" v="127"/>
          <ac:picMkLst>
            <pc:docMk/>
            <pc:sldMk cId="1902739993" sldId="297"/>
            <ac:picMk id="4" creationId="{5CB8B085-5C65-13B9-22E7-8C9472309F3C}"/>
          </ac:picMkLst>
        </pc:picChg>
      </pc:sldChg>
      <pc:sldChg chg="addSp modSp new">
        <pc:chgData name="Gusti Pangestu" userId="S::gusti.pangestu@binus.ac.id::7768735c-5c0d-4d9b-b550-ead0b3c82a30" providerId="AD" clId="Web-{A223DC79-8A1C-ABAE-1F9B-158E890A425E}" dt="2022-11-08T06:57:15.033" v="154" actId="20577"/>
        <pc:sldMkLst>
          <pc:docMk/>
          <pc:sldMk cId="502453303" sldId="298"/>
        </pc:sldMkLst>
        <pc:spChg chg="mod">
          <ac:chgData name="Gusti Pangestu" userId="S::gusti.pangestu@binus.ac.id::7768735c-5c0d-4d9b-b550-ead0b3c82a30" providerId="AD" clId="Web-{A223DC79-8A1C-ABAE-1F9B-158E890A425E}" dt="2022-11-08T03:26:35.730" v="131" actId="20577"/>
          <ac:spMkLst>
            <pc:docMk/>
            <pc:sldMk cId="502453303" sldId="298"/>
            <ac:spMk id="2" creationId="{606D0FC3-BB3D-A9C6-003D-5D8B618E7056}"/>
          </ac:spMkLst>
        </pc:spChg>
        <pc:spChg chg="mod">
          <ac:chgData name="Gusti Pangestu" userId="S::gusti.pangestu@binus.ac.id::7768735c-5c0d-4d9b-b550-ead0b3c82a30" providerId="AD" clId="Web-{A223DC79-8A1C-ABAE-1F9B-158E890A425E}" dt="2022-11-08T06:57:15.033" v="154" actId="20577"/>
          <ac:spMkLst>
            <pc:docMk/>
            <pc:sldMk cId="502453303" sldId="298"/>
            <ac:spMk id="3" creationId="{E0718C77-5FD8-F462-1236-D9CA9618A86E}"/>
          </ac:spMkLst>
        </pc:spChg>
        <pc:picChg chg="add mod">
          <ac:chgData name="Gusti Pangestu" userId="S::gusti.pangestu@binus.ac.id::7768735c-5c0d-4d9b-b550-ead0b3c82a30" providerId="AD" clId="Web-{A223DC79-8A1C-ABAE-1F9B-158E890A425E}" dt="2022-11-08T03:28:37.469" v="138" actId="1076"/>
          <ac:picMkLst>
            <pc:docMk/>
            <pc:sldMk cId="502453303" sldId="298"/>
            <ac:picMk id="4" creationId="{5703ECE7-E48D-292A-B306-CB89B0D16DDB}"/>
          </ac:picMkLst>
        </pc:picChg>
      </pc:sldChg>
      <pc:sldChg chg="del">
        <pc:chgData name="Gusti Pangestu" userId="S::gusti.pangestu@binus.ac.id::7768735c-5c0d-4d9b-b550-ead0b3c82a30" providerId="AD" clId="Web-{A223DC79-8A1C-ABAE-1F9B-158E890A425E}" dt="2022-11-08T02:42:28.101" v="18"/>
        <pc:sldMkLst>
          <pc:docMk/>
          <pc:sldMk cId="3645830168" sldId="298"/>
        </pc:sldMkLst>
      </pc:sldChg>
      <pc:sldChg chg="addSp modSp new">
        <pc:chgData name="Gusti Pangestu" userId="S::gusti.pangestu@binus.ac.id::7768735c-5c0d-4d9b-b550-ead0b3c82a30" providerId="AD" clId="Web-{A223DC79-8A1C-ABAE-1F9B-158E890A425E}" dt="2022-11-08T07:09:17.438" v="202" actId="14100"/>
        <pc:sldMkLst>
          <pc:docMk/>
          <pc:sldMk cId="1410539918" sldId="299"/>
        </pc:sldMkLst>
        <pc:spChg chg="mod">
          <ac:chgData name="Gusti Pangestu" userId="S::gusti.pangestu@binus.ac.id::7768735c-5c0d-4d9b-b550-ead0b3c82a30" providerId="AD" clId="Web-{A223DC79-8A1C-ABAE-1F9B-158E890A425E}" dt="2022-11-08T07:08:29.155" v="185" actId="1076"/>
          <ac:spMkLst>
            <pc:docMk/>
            <pc:sldMk cId="1410539918" sldId="299"/>
            <ac:spMk id="2" creationId="{F7A02F53-F601-3FFF-0D9B-FCE4069D1E80}"/>
          </ac:spMkLst>
        </pc:spChg>
        <pc:spChg chg="mod">
          <ac:chgData name="Gusti Pangestu" userId="S::gusti.pangestu@binus.ac.id::7768735c-5c0d-4d9b-b550-ead0b3c82a30" providerId="AD" clId="Web-{A223DC79-8A1C-ABAE-1F9B-158E890A425E}" dt="2022-11-08T07:08:52.156" v="198" actId="20577"/>
          <ac:spMkLst>
            <pc:docMk/>
            <pc:sldMk cId="1410539918" sldId="299"/>
            <ac:spMk id="3" creationId="{144C5460-9955-749C-49EE-EA98FDD080D0}"/>
          </ac:spMkLst>
        </pc:spChg>
        <pc:picChg chg="add mod">
          <ac:chgData name="Gusti Pangestu" userId="S::gusti.pangestu@binus.ac.id::7768735c-5c0d-4d9b-b550-ead0b3c82a30" providerId="AD" clId="Web-{A223DC79-8A1C-ABAE-1F9B-158E890A425E}" dt="2022-11-08T07:08:43.484" v="192" actId="1076"/>
          <ac:picMkLst>
            <pc:docMk/>
            <pc:sldMk cId="1410539918" sldId="299"/>
            <ac:picMk id="4" creationId="{492B302F-DCD4-C495-845A-29E3D2D434F2}"/>
          </ac:picMkLst>
        </pc:picChg>
        <pc:picChg chg="add mod">
          <ac:chgData name="Gusti Pangestu" userId="S::gusti.pangestu@binus.ac.id::7768735c-5c0d-4d9b-b550-ead0b3c82a30" providerId="AD" clId="Web-{A223DC79-8A1C-ABAE-1F9B-158E890A425E}" dt="2022-11-08T07:08:54.609" v="199" actId="1076"/>
          <ac:picMkLst>
            <pc:docMk/>
            <pc:sldMk cId="1410539918" sldId="299"/>
            <ac:picMk id="5" creationId="{EBBA7A14-844E-7721-04E7-195B37D27BA8}"/>
          </ac:picMkLst>
        </pc:picChg>
        <pc:picChg chg="add mod">
          <ac:chgData name="Gusti Pangestu" userId="S::gusti.pangestu@binus.ac.id::7768735c-5c0d-4d9b-b550-ead0b3c82a30" providerId="AD" clId="Web-{A223DC79-8A1C-ABAE-1F9B-158E890A425E}" dt="2022-11-08T07:09:17.438" v="202" actId="14100"/>
          <ac:picMkLst>
            <pc:docMk/>
            <pc:sldMk cId="1410539918" sldId="299"/>
            <ac:picMk id="6" creationId="{DDDB2DC9-FA93-AB6A-FCD8-A4446280DDE3}"/>
          </ac:picMkLst>
        </pc:picChg>
      </pc:sldChg>
      <pc:sldChg chg="del">
        <pc:chgData name="Gusti Pangestu" userId="S::gusti.pangestu@binus.ac.id::7768735c-5c0d-4d9b-b550-ead0b3c82a30" providerId="AD" clId="Web-{A223DC79-8A1C-ABAE-1F9B-158E890A425E}" dt="2022-11-08T02:42:28.101" v="17"/>
        <pc:sldMkLst>
          <pc:docMk/>
          <pc:sldMk cId="3162136664" sldId="299"/>
        </pc:sldMkLst>
      </pc:sldChg>
      <pc:sldChg chg="addSp modSp new">
        <pc:chgData name="Gusti Pangestu" userId="S::gusti.pangestu@binus.ac.id::7768735c-5c0d-4d9b-b550-ead0b3c82a30" providerId="AD" clId="Web-{A223DC79-8A1C-ABAE-1F9B-158E890A425E}" dt="2022-11-08T07:13:07.505" v="231" actId="1076"/>
        <pc:sldMkLst>
          <pc:docMk/>
          <pc:sldMk cId="1225882195" sldId="300"/>
        </pc:sldMkLst>
        <pc:spChg chg="mod">
          <ac:chgData name="Gusti Pangestu" userId="S::gusti.pangestu@binus.ac.id::7768735c-5c0d-4d9b-b550-ead0b3c82a30" providerId="AD" clId="Web-{A223DC79-8A1C-ABAE-1F9B-158E890A425E}" dt="2022-11-08T07:12:18.019" v="219" actId="20577"/>
          <ac:spMkLst>
            <pc:docMk/>
            <pc:sldMk cId="1225882195" sldId="300"/>
            <ac:spMk id="2" creationId="{63518523-4647-9DE1-36BC-F594155AF708}"/>
          </ac:spMkLst>
        </pc:spChg>
        <pc:spChg chg="mod">
          <ac:chgData name="Gusti Pangestu" userId="S::gusti.pangestu@binus.ac.id::7768735c-5c0d-4d9b-b550-ead0b3c82a30" providerId="AD" clId="Web-{A223DC79-8A1C-ABAE-1F9B-158E890A425E}" dt="2022-11-08T07:12:56.004" v="227" actId="20577"/>
          <ac:spMkLst>
            <pc:docMk/>
            <pc:sldMk cId="1225882195" sldId="300"/>
            <ac:spMk id="3" creationId="{F8AC97D9-A0C7-C768-7E7C-7668D65EC631}"/>
          </ac:spMkLst>
        </pc:spChg>
        <pc:picChg chg="add mod">
          <ac:chgData name="Gusti Pangestu" userId="S::gusti.pangestu@binus.ac.id::7768735c-5c0d-4d9b-b550-ead0b3c82a30" providerId="AD" clId="Web-{A223DC79-8A1C-ABAE-1F9B-158E890A425E}" dt="2022-11-08T07:13:07.505" v="231" actId="1076"/>
          <ac:picMkLst>
            <pc:docMk/>
            <pc:sldMk cId="1225882195" sldId="300"/>
            <ac:picMk id="4" creationId="{8F71BC29-4333-16F5-6FBF-118FEFF418A2}"/>
          </ac:picMkLst>
        </pc:picChg>
      </pc:sldChg>
      <pc:sldChg chg="del">
        <pc:chgData name="Gusti Pangestu" userId="S::gusti.pangestu@binus.ac.id::7768735c-5c0d-4d9b-b550-ead0b3c82a30" providerId="AD" clId="Web-{A223DC79-8A1C-ABAE-1F9B-158E890A425E}" dt="2022-11-08T02:42:28.101" v="16"/>
        <pc:sldMkLst>
          <pc:docMk/>
          <pc:sldMk cId="2160808367" sldId="300"/>
        </pc:sldMkLst>
      </pc:sldChg>
      <pc:sldChg chg="del">
        <pc:chgData name="Gusti Pangestu" userId="S::gusti.pangestu@binus.ac.id::7768735c-5c0d-4d9b-b550-ead0b3c82a30" providerId="AD" clId="Web-{A223DC79-8A1C-ABAE-1F9B-158E890A425E}" dt="2022-11-08T02:42:28.101" v="15"/>
        <pc:sldMkLst>
          <pc:docMk/>
          <pc:sldMk cId="2329439584" sldId="301"/>
        </pc:sldMkLst>
      </pc:sldChg>
      <pc:sldChg chg="delSp modSp new">
        <pc:chgData name="Gusti Pangestu" userId="S::gusti.pangestu@binus.ac.id::7768735c-5c0d-4d9b-b550-ead0b3c82a30" providerId="AD" clId="Web-{A223DC79-8A1C-ABAE-1F9B-158E890A425E}" dt="2022-11-08T07:28:12.601" v="241" actId="20577"/>
        <pc:sldMkLst>
          <pc:docMk/>
          <pc:sldMk cId="2716777333" sldId="301"/>
        </pc:sldMkLst>
        <pc:spChg chg="del">
          <ac:chgData name="Gusti Pangestu" userId="S::gusti.pangestu@binus.ac.id::7768735c-5c0d-4d9b-b550-ead0b3c82a30" providerId="AD" clId="Web-{A223DC79-8A1C-ABAE-1F9B-158E890A425E}" dt="2022-11-08T07:27:42.381" v="234"/>
          <ac:spMkLst>
            <pc:docMk/>
            <pc:sldMk cId="2716777333" sldId="301"/>
            <ac:spMk id="2" creationId="{91084C92-A9F2-56E4-C488-E23767EADD99}"/>
          </ac:spMkLst>
        </pc:spChg>
        <pc:spChg chg="mod">
          <ac:chgData name="Gusti Pangestu" userId="S::gusti.pangestu@binus.ac.id::7768735c-5c0d-4d9b-b550-ead0b3c82a30" providerId="AD" clId="Web-{A223DC79-8A1C-ABAE-1F9B-158E890A425E}" dt="2022-11-08T07:28:12.601" v="241" actId="20577"/>
          <ac:spMkLst>
            <pc:docMk/>
            <pc:sldMk cId="2716777333" sldId="301"/>
            <ac:spMk id="3" creationId="{DE07990C-F4E2-9999-D4E2-5B1463B32A32}"/>
          </ac:spMkLst>
        </pc:spChg>
      </pc:sldChg>
      <pc:sldChg chg="modSp new">
        <pc:chgData name="Gusti Pangestu" userId="S::gusti.pangestu@binus.ac.id::7768735c-5c0d-4d9b-b550-ead0b3c82a30" providerId="AD" clId="Web-{A223DC79-8A1C-ABAE-1F9B-158E890A425E}" dt="2022-11-08T08:10:43.967" v="269" actId="20577"/>
        <pc:sldMkLst>
          <pc:docMk/>
          <pc:sldMk cId="2251878460" sldId="302"/>
        </pc:sldMkLst>
        <pc:spChg chg="mod">
          <ac:chgData name="Gusti Pangestu" userId="S::gusti.pangestu@binus.ac.id::7768735c-5c0d-4d9b-b550-ead0b3c82a30" providerId="AD" clId="Web-{A223DC79-8A1C-ABAE-1F9B-158E890A425E}" dt="2022-11-08T08:09:22.371" v="249" actId="20577"/>
          <ac:spMkLst>
            <pc:docMk/>
            <pc:sldMk cId="2251878460" sldId="302"/>
            <ac:spMk id="2" creationId="{023452D9-AF9A-0F98-0C01-7B25A0D2D05D}"/>
          </ac:spMkLst>
        </pc:spChg>
        <pc:spChg chg="mod">
          <ac:chgData name="Gusti Pangestu" userId="S::gusti.pangestu@binus.ac.id::7768735c-5c0d-4d9b-b550-ead0b3c82a30" providerId="AD" clId="Web-{A223DC79-8A1C-ABAE-1F9B-158E890A425E}" dt="2022-11-08T08:10:43.967" v="269" actId="20577"/>
          <ac:spMkLst>
            <pc:docMk/>
            <pc:sldMk cId="2251878460" sldId="302"/>
            <ac:spMk id="3" creationId="{910F573B-007A-F561-0511-D3CDB1F16358}"/>
          </ac:spMkLst>
        </pc:spChg>
      </pc:sldChg>
      <pc:sldChg chg="del">
        <pc:chgData name="Gusti Pangestu" userId="S::gusti.pangestu@binus.ac.id::7768735c-5c0d-4d9b-b550-ead0b3c82a30" providerId="AD" clId="Web-{A223DC79-8A1C-ABAE-1F9B-158E890A425E}" dt="2022-11-08T02:42:28.101" v="14"/>
        <pc:sldMkLst>
          <pc:docMk/>
          <pc:sldMk cId="4132436519" sldId="302"/>
        </pc:sldMkLst>
      </pc:sldChg>
      <pc:sldChg chg="addSp delSp modSp new">
        <pc:chgData name="Gusti Pangestu" userId="S::gusti.pangestu@binus.ac.id::7768735c-5c0d-4d9b-b550-ead0b3c82a30" providerId="AD" clId="Web-{A223DC79-8A1C-ABAE-1F9B-158E890A425E}" dt="2022-11-08T08:10:50.140" v="272"/>
        <pc:sldMkLst>
          <pc:docMk/>
          <pc:sldMk cId="1301941771" sldId="303"/>
        </pc:sldMkLst>
        <pc:spChg chg="del">
          <ac:chgData name="Gusti Pangestu" userId="S::gusti.pangestu@binus.ac.id::7768735c-5c0d-4d9b-b550-ead0b3c82a30" providerId="AD" clId="Web-{A223DC79-8A1C-ABAE-1F9B-158E890A425E}" dt="2022-11-08T08:10:50.140" v="272"/>
          <ac:spMkLst>
            <pc:docMk/>
            <pc:sldMk cId="1301941771" sldId="303"/>
            <ac:spMk id="2" creationId="{4D53193F-386D-FE86-B553-7DD117746C8D}"/>
          </ac:spMkLst>
        </pc:spChg>
        <pc:spChg chg="del">
          <ac:chgData name="Gusti Pangestu" userId="S::gusti.pangestu@binus.ac.id::7768735c-5c0d-4d9b-b550-ead0b3c82a30" providerId="AD" clId="Web-{A223DC79-8A1C-ABAE-1F9B-158E890A425E}" dt="2022-11-08T08:10:45.983" v="271"/>
          <ac:spMkLst>
            <pc:docMk/>
            <pc:sldMk cId="1301941771" sldId="303"/>
            <ac:spMk id="3" creationId="{7DE5D553-7B96-5476-815A-756D6320B66F}"/>
          </ac:spMkLst>
        </pc:spChg>
        <pc:picChg chg="add mod ord">
          <ac:chgData name="Gusti Pangestu" userId="S::gusti.pangestu@binus.ac.id::7768735c-5c0d-4d9b-b550-ead0b3c82a30" providerId="AD" clId="Web-{A223DC79-8A1C-ABAE-1F9B-158E890A425E}" dt="2022-11-08T08:10:45.983" v="271"/>
          <ac:picMkLst>
            <pc:docMk/>
            <pc:sldMk cId="1301941771" sldId="303"/>
            <ac:picMk id="4" creationId="{834D6E6A-1C57-1990-7B46-E068286128B8}"/>
          </ac:picMkLst>
        </pc:picChg>
      </pc:sldChg>
      <pc:sldChg chg="del">
        <pc:chgData name="Gusti Pangestu" userId="S::gusti.pangestu@binus.ac.id::7768735c-5c0d-4d9b-b550-ead0b3c82a30" providerId="AD" clId="Web-{A223DC79-8A1C-ABAE-1F9B-158E890A425E}" dt="2022-11-08T02:42:28.101" v="13"/>
        <pc:sldMkLst>
          <pc:docMk/>
          <pc:sldMk cId="4173901416" sldId="303"/>
        </pc:sldMkLst>
      </pc:sldChg>
      <pc:sldChg chg="addSp delSp modSp new">
        <pc:chgData name="Gusti Pangestu" userId="S::gusti.pangestu@binus.ac.id::7768735c-5c0d-4d9b-b550-ead0b3c82a30" providerId="AD" clId="Web-{A223DC79-8A1C-ABAE-1F9B-158E890A425E}" dt="2022-11-08T09:02:06.937" v="292" actId="14100"/>
        <pc:sldMkLst>
          <pc:docMk/>
          <pc:sldMk cId="2438179628" sldId="304"/>
        </pc:sldMkLst>
        <pc:spChg chg="del">
          <ac:chgData name="Gusti Pangestu" userId="S::gusti.pangestu@binus.ac.id::7768735c-5c0d-4d9b-b550-ead0b3c82a30" providerId="AD" clId="Web-{A223DC79-8A1C-ABAE-1F9B-158E890A425E}" dt="2022-11-08T09:01:17.123" v="278"/>
          <ac:spMkLst>
            <pc:docMk/>
            <pc:sldMk cId="2438179628" sldId="304"/>
            <ac:spMk id="2" creationId="{9E3D8B49-B6FD-9FB2-183F-B1F5A1B86B4F}"/>
          </ac:spMkLst>
        </pc:spChg>
        <pc:spChg chg="mod">
          <ac:chgData name="Gusti Pangestu" userId="S::gusti.pangestu@binus.ac.id::7768735c-5c0d-4d9b-b550-ead0b3c82a30" providerId="AD" clId="Web-{A223DC79-8A1C-ABAE-1F9B-158E890A425E}" dt="2022-11-08T09:02:00.218" v="289" actId="20577"/>
          <ac:spMkLst>
            <pc:docMk/>
            <pc:sldMk cId="2438179628" sldId="304"/>
            <ac:spMk id="3" creationId="{2E02B41D-1089-F3E5-2D87-9328709EE1DC}"/>
          </ac:spMkLst>
        </pc:spChg>
        <pc:picChg chg="add mod">
          <ac:chgData name="Gusti Pangestu" userId="S::gusti.pangestu@binus.ac.id::7768735c-5c0d-4d9b-b550-ead0b3c82a30" providerId="AD" clId="Web-{A223DC79-8A1C-ABAE-1F9B-158E890A425E}" dt="2022-11-08T09:02:06.937" v="292" actId="14100"/>
          <ac:picMkLst>
            <pc:docMk/>
            <pc:sldMk cId="2438179628" sldId="304"/>
            <ac:picMk id="4" creationId="{55AD6FF7-0801-2F3D-525C-61573A526548}"/>
          </ac:picMkLst>
        </pc:picChg>
      </pc:sldChg>
      <pc:sldChg chg="del">
        <pc:chgData name="Gusti Pangestu" userId="S::gusti.pangestu@binus.ac.id::7768735c-5c0d-4d9b-b550-ead0b3c82a30" providerId="AD" clId="Web-{A223DC79-8A1C-ABAE-1F9B-158E890A425E}" dt="2022-11-08T02:42:28.101" v="12"/>
        <pc:sldMkLst>
          <pc:docMk/>
          <pc:sldMk cId="2940983348" sldId="304"/>
        </pc:sldMkLst>
      </pc:sldChg>
      <pc:sldChg chg="addSp modSp new">
        <pc:chgData name="Gusti Pangestu" userId="S::gusti.pangestu@binus.ac.id::7768735c-5c0d-4d9b-b550-ead0b3c82a30" providerId="AD" clId="Web-{A223DC79-8A1C-ABAE-1F9B-158E890A425E}" dt="2022-11-08T09:55:39.402" v="309" actId="14100"/>
        <pc:sldMkLst>
          <pc:docMk/>
          <pc:sldMk cId="108455753" sldId="305"/>
        </pc:sldMkLst>
        <pc:spChg chg="mod">
          <ac:chgData name="Gusti Pangestu" userId="S::gusti.pangestu@binus.ac.id::7768735c-5c0d-4d9b-b550-ead0b3c82a30" providerId="AD" clId="Web-{A223DC79-8A1C-ABAE-1F9B-158E890A425E}" dt="2022-11-08T09:54:29.853" v="296" actId="20577"/>
          <ac:spMkLst>
            <pc:docMk/>
            <pc:sldMk cId="108455753" sldId="305"/>
            <ac:spMk id="2" creationId="{3D72DB53-61D9-BFBA-98A6-A0104451DA80}"/>
          </ac:spMkLst>
        </pc:spChg>
        <pc:spChg chg="mod">
          <ac:chgData name="Gusti Pangestu" userId="S::gusti.pangestu@binus.ac.id::7768735c-5c0d-4d9b-b550-ead0b3c82a30" providerId="AD" clId="Web-{A223DC79-8A1C-ABAE-1F9B-158E890A425E}" dt="2022-11-08T09:55:11.495" v="305" actId="20577"/>
          <ac:spMkLst>
            <pc:docMk/>
            <pc:sldMk cId="108455753" sldId="305"/>
            <ac:spMk id="3" creationId="{AE41F33F-83FC-F04B-65B9-8AA89D8FC214}"/>
          </ac:spMkLst>
        </pc:spChg>
        <pc:picChg chg="add mod">
          <ac:chgData name="Gusti Pangestu" userId="S::gusti.pangestu@binus.ac.id::7768735c-5c0d-4d9b-b550-ead0b3c82a30" providerId="AD" clId="Web-{A223DC79-8A1C-ABAE-1F9B-158E890A425E}" dt="2022-11-08T09:55:39.402" v="309" actId="14100"/>
          <ac:picMkLst>
            <pc:docMk/>
            <pc:sldMk cId="108455753" sldId="305"/>
            <ac:picMk id="4" creationId="{16F92BC1-AC15-CDEE-F393-8BA6DEEC5BE0}"/>
          </ac:picMkLst>
        </pc:picChg>
      </pc:sldChg>
      <pc:sldChg chg="del">
        <pc:chgData name="Gusti Pangestu" userId="S::gusti.pangestu@binus.ac.id::7768735c-5c0d-4d9b-b550-ead0b3c82a30" providerId="AD" clId="Web-{A223DC79-8A1C-ABAE-1F9B-158E890A425E}" dt="2022-11-08T02:42:28.101" v="8"/>
        <pc:sldMkLst>
          <pc:docMk/>
          <pc:sldMk cId="654897096" sldId="305"/>
        </pc:sldMkLst>
      </pc:sldChg>
      <pc:sldChg chg="addSp modSp new">
        <pc:chgData name="Gusti Pangestu" userId="S::gusti.pangestu@binus.ac.id::7768735c-5c0d-4d9b-b550-ead0b3c82a30" providerId="AD" clId="Web-{A223DC79-8A1C-ABAE-1F9B-158E890A425E}" dt="2022-11-08T09:57:28.812" v="337" actId="1076"/>
        <pc:sldMkLst>
          <pc:docMk/>
          <pc:sldMk cId="1495215192" sldId="306"/>
        </pc:sldMkLst>
        <pc:spChg chg="mod">
          <ac:chgData name="Gusti Pangestu" userId="S::gusti.pangestu@binus.ac.id::7768735c-5c0d-4d9b-b550-ead0b3c82a30" providerId="AD" clId="Web-{A223DC79-8A1C-ABAE-1F9B-158E890A425E}" dt="2022-11-08T09:56:10.934" v="320" actId="20577"/>
          <ac:spMkLst>
            <pc:docMk/>
            <pc:sldMk cId="1495215192" sldId="306"/>
            <ac:spMk id="2" creationId="{BA12BD38-E371-84F6-51E5-446A2E8725A1}"/>
          </ac:spMkLst>
        </pc:spChg>
        <pc:spChg chg="mod">
          <ac:chgData name="Gusti Pangestu" userId="S::gusti.pangestu@binus.ac.id::7768735c-5c0d-4d9b-b550-ead0b3c82a30" providerId="AD" clId="Web-{A223DC79-8A1C-ABAE-1F9B-158E890A425E}" dt="2022-11-08T09:57:08.749" v="333" actId="20577"/>
          <ac:spMkLst>
            <pc:docMk/>
            <pc:sldMk cId="1495215192" sldId="306"/>
            <ac:spMk id="3" creationId="{AE53D38C-717E-2153-2296-EB8138EAC838}"/>
          </ac:spMkLst>
        </pc:spChg>
        <pc:picChg chg="add mod">
          <ac:chgData name="Gusti Pangestu" userId="S::gusti.pangestu@binus.ac.id::7768735c-5c0d-4d9b-b550-ead0b3c82a30" providerId="AD" clId="Web-{A223DC79-8A1C-ABAE-1F9B-158E890A425E}" dt="2022-11-08T09:57:28.812" v="337" actId="1076"/>
          <ac:picMkLst>
            <pc:docMk/>
            <pc:sldMk cId="1495215192" sldId="306"/>
            <ac:picMk id="4" creationId="{AAD421F8-28CB-82EF-DCD6-6A00546ED9F1}"/>
          </ac:picMkLst>
        </pc:picChg>
      </pc:sldChg>
      <pc:sldChg chg="del">
        <pc:chgData name="Gusti Pangestu" userId="S::gusti.pangestu@binus.ac.id::7768735c-5c0d-4d9b-b550-ead0b3c82a30" providerId="AD" clId="Web-{A223DC79-8A1C-ABAE-1F9B-158E890A425E}" dt="2022-11-08T02:42:28.101" v="11"/>
        <pc:sldMkLst>
          <pc:docMk/>
          <pc:sldMk cId="4236229230" sldId="306"/>
        </pc:sldMkLst>
      </pc:sldChg>
      <pc:sldChg chg="del">
        <pc:chgData name="Gusti Pangestu" userId="S::gusti.pangestu@binus.ac.id::7768735c-5c0d-4d9b-b550-ead0b3c82a30" providerId="AD" clId="Web-{A223DC79-8A1C-ABAE-1F9B-158E890A425E}" dt="2022-11-08T02:42:28.101" v="10"/>
        <pc:sldMkLst>
          <pc:docMk/>
          <pc:sldMk cId="868108864" sldId="307"/>
        </pc:sldMkLst>
      </pc:sldChg>
      <pc:sldChg chg="del">
        <pc:chgData name="Gusti Pangestu" userId="S::gusti.pangestu@binus.ac.id::7768735c-5c0d-4d9b-b550-ead0b3c82a30" providerId="AD" clId="Web-{A223DC79-8A1C-ABAE-1F9B-158E890A425E}" dt="2022-11-08T02:42:28.101" v="9"/>
        <pc:sldMkLst>
          <pc:docMk/>
          <pc:sldMk cId="2349906427" sldId="308"/>
        </pc:sldMkLst>
      </pc:sldChg>
    </pc:docChg>
  </pc:docChgLst>
  <pc:docChgLst>
    <pc:chgData name="Gusti Pangestu" userId="7768735c-5c0d-4d9b-b550-ead0b3c82a30" providerId="ADAL" clId="{00DAD827-72D6-4C3B-A6DC-E3AD60F120F1}"/>
    <pc:docChg chg="undo custSel addSld delSld modSld modSection">
      <pc:chgData name="Gusti Pangestu" userId="7768735c-5c0d-4d9b-b550-ead0b3c82a30" providerId="ADAL" clId="{00DAD827-72D6-4C3B-A6DC-E3AD60F120F1}" dt="2022-12-13T03:07:10.209" v="369" actId="20577"/>
      <pc:docMkLst>
        <pc:docMk/>
      </pc:docMkLst>
      <pc:sldChg chg="modSp mod">
        <pc:chgData name="Gusti Pangestu" userId="7768735c-5c0d-4d9b-b550-ead0b3c82a30" providerId="ADAL" clId="{00DAD827-72D6-4C3B-A6DC-E3AD60F120F1}" dt="2022-12-12T06:42:45.298" v="26" actId="20577"/>
        <pc:sldMkLst>
          <pc:docMk/>
          <pc:sldMk cId="109857222" sldId="258"/>
        </pc:sldMkLst>
        <pc:spChg chg="mod">
          <ac:chgData name="Gusti Pangestu" userId="7768735c-5c0d-4d9b-b550-ead0b3c82a30" providerId="ADAL" clId="{00DAD827-72D6-4C3B-A6DC-E3AD60F120F1}" dt="2022-12-12T06:42:45.298" v="26" actId="20577"/>
          <ac:spMkLst>
            <pc:docMk/>
            <pc:sldMk cId="109857222" sldId="258"/>
            <ac:spMk id="3" creationId="{00000000-0000-0000-0000-000000000000}"/>
          </ac:spMkLst>
        </pc:spChg>
      </pc:sldChg>
      <pc:sldChg chg="modSp mod">
        <pc:chgData name="Gusti Pangestu" userId="7768735c-5c0d-4d9b-b550-ead0b3c82a30" providerId="ADAL" clId="{00DAD827-72D6-4C3B-A6DC-E3AD60F120F1}" dt="2022-12-12T07:04:00.019" v="57" actId="20577"/>
        <pc:sldMkLst>
          <pc:docMk/>
          <pc:sldMk cId="1545682022" sldId="290"/>
        </pc:sldMkLst>
        <pc:spChg chg="mod">
          <ac:chgData name="Gusti Pangestu" userId="7768735c-5c0d-4d9b-b550-ead0b3c82a30" providerId="ADAL" clId="{00DAD827-72D6-4C3B-A6DC-E3AD60F120F1}" dt="2022-12-12T07:04:00.019" v="57" actId="20577"/>
          <ac:spMkLst>
            <pc:docMk/>
            <pc:sldMk cId="1545682022" sldId="290"/>
            <ac:spMk id="3" creationId="{CFBE6DC7-A61F-27FA-B9A7-7018AFBF0075}"/>
          </ac:spMkLst>
        </pc:spChg>
      </pc:sldChg>
      <pc:sldChg chg="modSp new mod">
        <pc:chgData name="Gusti Pangestu" userId="7768735c-5c0d-4d9b-b550-ead0b3c82a30" providerId="ADAL" clId="{00DAD827-72D6-4C3B-A6DC-E3AD60F120F1}" dt="2022-12-12T07:06:21.131" v="73" actId="5793"/>
        <pc:sldMkLst>
          <pc:docMk/>
          <pc:sldMk cId="1079826350" sldId="291"/>
        </pc:sldMkLst>
        <pc:spChg chg="mod">
          <ac:chgData name="Gusti Pangestu" userId="7768735c-5c0d-4d9b-b550-ead0b3c82a30" providerId="ADAL" clId="{00DAD827-72D6-4C3B-A6DC-E3AD60F120F1}" dt="2022-12-12T07:05:06.311" v="59"/>
          <ac:spMkLst>
            <pc:docMk/>
            <pc:sldMk cId="1079826350" sldId="291"/>
            <ac:spMk id="2" creationId="{F79B316E-2FB4-C26D-911C-F2CF9B6794D9}"/>
          </ac:spMkLst>
        </pc:spChg>
        <pc:spChg chg="mod">
          <ac:chgData name="Gusti Pangestu" userId="7768735c-5c0d-4d9b-b550-ead0b3c82a30" providerId="ADAL" clId="{00DAD827-72D6-4C3B-A6DC-E3AD60F120F1}" dt="2022-12-12T07:06:21.131" v="73" actId="5793"/>
          <ac:spMkLst>
            <pc:docMk/>
            <pc:sldMk cId="1079826350" sldId="291"/>
            <ac:spMk id="3" creationId="{F0FF754A-0E11-999C-E8FB-F371B2338B0C}"/>
          </ac:spMkLst>
        </pc:spChg>
      </pc:sldChg>
      <pc:sldChg chg="del">
        <pc:chgData name="Gusti Pangestu" userId="7768735c-5c0d-4d9b-b550-ead0b3c82a30" providerId="ADAL" clId="{00DAD827-72D6-4C3B-A6DC-E3AD60F120F1}" dt="2022-12-12T06:42:53.428" v="27" actId="47"/>
        <pc:sldMkLst>
          <pc:docMk/>
          <pc:sldMk cId="1840497081" sldId="291"/>
        </pc:sldMkLst>
      </pc:sldChg>
      <pc:sldChg chg="del">
        <pc:chgData name="Gusti Pangestu" userId="7768735c-5c0d-4d9b-b550-ead0b3c82a30" providerId="ADAL" clId="{00DAD827-72D6-4C3B-A6DC-E3AD60F120F1}" dt="2022-12-12T06:42:53.428" v="27" actId="47"/>
        <pc:sldMkLst>
          <pc:docMk/>
          <pc:sldMk cId="862834757" sldId="292"/>
        </pc:sldMkLst>
      </pc:sldChg>
      <pc:sldChg chg="modSp new mod">
        <pc:chgData name="Gusti Pangestu" userId="7768735c-5c0d-4d9b-b550-ead0b3c82a30" providerId="ADAL" clId="{00DAD827-72D6-4C3B-A6DC-E3AD60F120F1}" dt="2022-12-12T07:08:30.501" v="111" actId="20577"/>
        <pc:sldMkLst>
          <pc:docMk/>
          <pc:sldMk cId="1665812515" sldId="292"/>
        </pc:sldMkLst>
        <pc:spChg chg="mod">
          <ac:chgData name="Gusti Pangestu" userId="7768735c-5c0d-4d9b-b550-ead0b3c82a30" providerId="ADAL" clId="{00DAD827-72D6-4C3B-A6DC-E3AD60F120F1}" dt="2022-12-12T07:06:26.981" v="75"/>
          <ac:spMkLst>
            <pc:docMk/>
            <pc:sldMk cId="1665812515" sldId="292"/>
            <ac:spMk id="2" creationId="{99EB07F3-BFD0-0762-1F6B-A44FA08CE3BC}"/>
          </ac:spMkLst>
        </pc:spChg>
        <pc:spChg chg="mod">
          <ac:chgData name="Gusti Pangestu" userId="7768735c-5c0d-4d9b-b550-ead0b3c82a30" providerId="ADAL" clId="{00DAD827-72D6-4C3B-A6DC-E3AD60F120F1}" dt="2022-12-12T07:08:30.501" v="111" actId="20577"/>
          <ac:spMkLst>
            <pc:docMk/>
            <pc:sldMk cId="1665812515" sldId="292"/>
            <ac:spMk id="3" creationId="{C10AD678-358E-3648-871E-2907F900A576}"/>
          </ac:spMkLst>
        </pc:spChg>
      </pc:sldChg>
      <pc:sldChg chg="del">
        <pc:chgData name="Gusti Pangestu" userId="7768735c-5c0d-4d9b-b550-ead0b3c82a30" providerId="ADAL" clId="{00DAD827-72D6-4C3B-A6DC-E3AD60F120F1}" dt="2022-12-12T06:42:53.428" v="27" actId="47"/>
        <pc:sldMkLst>
          <pc:docMk/>
          <pc:sldMk cId="95377788" sldId="293"/>
        </pc:sldMkLst>
      </pc:sldChg>
      <pc:sldChg chg="addSp delSp modSp new mod">
        <pc:chgData name="Gusti Pangestu" userId="7768735c-5c0d-4d9b-b550-ead0b3c82a30" providerId="ADAL" clId="{00DAD827-72D6-4C3B-A6DC-E3AD60F120F1}" dt="2022-12-12T07:18:46.498" v="116" actId="1076"/>
        <pc:sldMkLst>
          <pc:docMk/>
          <pc:sldMk cId="3468554058" sldId="293"/>
        </pc:sldMkLst>
        <pc:spChg chg="del">
          <ac:chgData name="Gusti Pangestu" userId="7768735c-5c0d-4d9b-b550-ead0b3c82a30" providerId="ADAL" clId="{00DAD827-72D6-4C3B-A6DC-E3AD60F120F1}" dt="2022-12-12T07:18:40.051" v="114" actId="478"/>
          <ac:spMkLst>
            <pc:docMk/>
            <pc:sldMk cId="3468554058" sldId="293"/>
            <ac:spMk id="2" creationId="{D9023FF3-1C1D-1D4E-FC4D-487DA3DF66D8}"/>
          </ac:spMkLst>
        </pc:spChg>
        <pc:spChg chg="del">
          <ac:chgData name="Gusti Pangestu" userId="7768735c-5c0d-4d9b-b550-ead0b3c82a30" providerId="ADAL" clId="{00DAD827-72D6-4C3B-A6DC-E3AD60F120F1}" dt="2022-12-12T07:18:37.875" v="113" actId="22"/>
          <ac:spMkLst>
            <pc:docMk/>
            <pc:sldMk cId="3468554058" sldId="293"/>
            <ac:spMk id="3" creationId="{C03987A2-6BDD-1635-3BEB-1F06380F04A8}"/>
          </ac:spMkLst>
        </pc:spChg>
        <pc:picChg chg="add mod ord">
          <ac:chgData name="Gusti Pangestu" userId="7768735c-5c0d-4d9b-b550-ead0b3c82a30" providerId="ADAL" clId="{00DAD827-72D6-4C3B-A6DC-E3AD60F120F1}" dt="2022-12-12T07:18:46.498" v="116" actId="1076"/>
          <ac:picMkLst>
            <pc:docMk/>
            <pc:sldMk cId="3468554058" sldId="293"/>
            <ac:picMk id="5" creationId="{84B77846-8C86-967E-3826-BDCB9063CCC1}"/>
          </ac:picMkLst>
        </pc:picChg>
      </pc:sldChg>
      <pc:sldChg chg="delSp modSp new mod">
        <pc:chgData name="Gusti Pangestu" userId="7768735c-5c0d-4d9b-b550-ead0b3c82a30" providerId="ADAL" clId="{00DAD827-72D6-4C3B-A6DC-E3AD60F120F1}" dt="2022-12-12T07:22:14.106" v="152" actId="20577"/>
        <pc:sldMkLst>
          <pc:docMk/>
          <pc:sldMk cId="272733755" sldId="294"/>
        </pc:sldMkLst>
        <pc:spChg chg="del">
          <ac:chgData name="Gusti Pangestu" userId="7768735c-5c0d-4d9b-b550-ead0b3c82a30" providerId="ADAL" clId="{00DAD827-72D6-4C3B-A6DC-E3AD60F120F1}" dt="2022-12-12T07:19:04.916" v="119" actId="478"/>
          <ac:spMkLst>
            <pc:docMk/>
            <pc:sldMk cId="272733755" sldId="294"/>
            <ac:spMk id="2" creationId="{D36CBE5D-B2CF-5686-9E52-1623BF4E176F}"/>
          </ac:spMkLst>
        </pc:spChg>
        <pc:spChg chg="mod">
          <ac:chgData name="Gusti Pangestu" userId="7768735c-5c0d-4d9b-b550-ead0b3c82a30" providerId="ADAL" clId="{00DAD827-72D6-4C3B-A6DC-E3AD60F120F1}" dt="2022-12-12T07:22:14.106" v="152" actId="20577"/>
          <ac:spMkLst>
            <pc:docMk/>
            <pc:sldMk cId="272733755" sldId="294"/>
            <ac:spMk id="3" creationId="{8F3EF485-CC68-EE9C-4853-908E90A6397F}"/>
          </ac:spMkLst>
        </pc:spChg>
      </pc:sldChg>
      <pc:sldChg chg="del">
        <pc:chgData name="Gusti Pangestu" userId="7768735c-5c0d-4d9b-b550-ead0b3c82a30" providerId="ADAL" clId="{00DAD827-72D6-4C3B-A6DC-E3AD60F120F1}" dt="2022-12-12T06:42:53.428" v="27" actId="47"/>
        <pc:sldMkLst>
          <pc:docMk/>
          <pc:sldMk cId="2893177997" sldId="294"/>
        </pc:sldMkLst>
      </pc:sldChg>
      <pc:sldChg chg="del">
        <pc:chgData name="Gusti Pangestu" userId="7768735c-5c0d-4d9b-b550-ead0b3c82a30" providerId="ADAL" clId="{00DAD827-72D6-4C3B-A6DC-E3AD60F120F1}" dt="2022-12-12T06:42:53.428" v="27" actId="47"/>
        <pc:sldMkLst>
          <pc:docMk/>
          <pc:sldMk cId="3348046177" sldId="295"/>
        </pc:sldMkLst>
      </pc:sldChg>
      <pc:sldChg chg="addSp delSp modSp new mod">
        <pc:chgData name="Gusti Pangestu" userId="7768735c-5c0d-4d9b-b550-ead0b3c82a30" providerId="ADAL" clId="{00DAD827-72D6-4C3B-A6DC-E3AD60F120F1}" dt="2022-12-12T07:26:13.451" v="162" actId="1076"/>
        <pc:sldMkLst>
          <pc:docMk/>
          <pc:sldMk cId="4254841868" sldId="295"/>
        </pc:sldMkLst>
        <pc:spChg chg="mod">
          <ac:chgData name="Gusti Pangestu" userId="7768735c-5c0d-4d9b-b550-ead0b3c82a30" providerId="ADAL" clId="{00DAD827-72D6-4C3B-A6DC-E3AD60F120F1}" dt="2022-12-12T07:26:07.001" v="160" actId="1076"/>
          <ac:spMkLst>
            <pc:docMk/>
            <pc:sldMk cId="4254841868" sldId="295"/>
            <ac:spMk id="2" creationId="{A18F47FB-8949-74E6-0505-C0B1E8F200D5}"/>
          </ac:spMkLst>
        </pc:spChg>
        <pc:spChg chg="del">
          <ac:chgData name="Gusti Pangestu" userId="7768735c-5c0d-4d9b-b550-ead0b3c82a30" providerId="ADAL" clId="{00DAD827-72D6-4C3B-A6DC-E3AD60F120F1}" dt="2022-12-12T07:25:47.218" v="155" actId="22"/>
          <ac:spMkLst>
            <pc:docMk/>
            <pc:sldMk cId="4254841868" sldId="295"/>
            <ac:spMk id="3" creationId="{72D07F56-AB22-C409-8FCC-879F2F56AABE}"/>
          </ac:spMkLst>
        </pc:spChg>
        <pc:picChg chg="add mod ord">
          <ac:chgData name="Gusti Pangestu" userId="7768735c-5c0d-4d9b-b550-ead0b3c82a30" providerId="ADAL" clId="{00DAD827-72D6-4C3B-A6DC-E3AD60F120F1}" dt="2022-12-12T07:26:09.934" v="161" actId="1076"/>
          <ac:picMkLst>
            <pc:docMk/>
            <pc:sldMk cId="4254841868" sldId="295"/>
            <ac:picMk id="5" creationId="{BB80E96C-BD75-2AF7-49A9-6159FAD73249}"/>
          </ac:picMkLst>
        </pc:picChg>
        <pc:picChg chg="add mod">
          <ac:chgData name="Gusti Pangestu" userId="7768735c-5c0d-4d9b-b550-ead0b3c82a30" providerId="ADAL" clId="{00DAD827-72D6-4C3B-A6DC-E3AD60F120F1}" dt="2022-12-12T07:26:13.451" v="162" actId="1076"/>
          <ac:picMkLst>
            <pc:docMk/>
            <pc:sldMk cId="4254841868" sldId="295"/>
            <ac:picMk id="7" creationId="{219D3DD8-3F56-6ED4-27E9-B4262F0E5644}"/>
          </ac:picMkLst>
        </pc:picChg>
      </pc:sldChg>
      <pc:sldChg chg="modSp new mod">
        <pc:chgData name="Gusti Pangestu" userId="7768735c-5c0d-4d9b-b550-ead0b3c82a30" providerId="ADAL" clId="{00DAD827-72D6-4C3B-A6DC-E3AD60F120F1}" dt="2022-12-12T07:57:52.783" v="177" actId="20577"/>
        <pc:sldMkLst>
          <pc:docMk/>
          <pc:sldMk cId="920674648" sldId="296"/>
        </pc:sldMkLst>
        <pc:spChg chg="mod">
          <ac:chgData name="Gusti Pangestu" userId="7768735c-5c0d-4d9b-b550-ead0b3c82a30" providerId="ADAL" clId="{00DAD827-72D6-4C3B-A6DC-E3AD60F120F1}" dt="2022-12-12T07:57:52.783" v="177" actId="20577"/>
          <ac:spMkLst>
            <pc:docMk/>
            <pc:sldMk cId="920674648" sldId="296"/>
            <ac:spMk id="3" creationId="{BC4C0456-1822-A4E0-F274-9B404523A404}"/>
          </ac:spMkLst>
        </pc:spChg>
      </pc:sldChg>
      <pc:sldChg chg="del">
        <pc:chgData name="Gusti Pangestu" userId="7768735c-5c0d-4d9b-b550-ead0b3c82a30" providerId="ADAL" clId="{00DAD827-72D6-4C3B-A6DC-E3AD60F120F1}" dt="2022-12-12T06:42:53.428" v="27" actId="47"/>
        <pc:sldMkLst>
          <pc:docMk/>
          <pc:sldMk cId="3063669724" sldId="296"/>
        </pc:sldMkLst>
      </pc:sldChg>
      <pc:sldChg chg="del">
        <pc:chgData name="Gusti Pangestu" userId="7768735c-5c0d-4d9b-b550-ead0b3c82a30" providerId="ADAL" clId="{00DAD827-72D6-4C3B-A6DC-E3AD60F120F1}" dt="2022-12-12T06:42:53.428" v="27" actId="47"/>
        <pc:sldMkLst>
          <pc:docMk/>
          <pc:sldMk cId="621401421" sldId="297"/>
        </pc:sldMkLst>
      </pc:sldChg>
      <pc:sldChg chg="addSp modSp new mod">
        <pc:chgData name="Gusti Pangestu" userId="7768735c-5c0d-4d9b-b550-ead0b3c82a30" providerId="ADAL" clId="{00DAD827-72D6-4C3B-A6DC-E3AD60F120F1}" dt="2022-12-13T01:55:56.749" v="212" actId="1076"/>
        <pc:sldMkLst>
          <pc:docMk/>
          <pc:sldMk cId="1886084347" sldId="297"/>
        </pc:sldMkLst>
        <pc:spChg chg="mod">
          <ac:chgData name="Gusti Pangestu" userId="7768735c-5c0d-4d9b-b550-ead0b3c82a30" providerId="ADAL" clId="{00DAD827-72D6-4C3B-A6DC-E3AD60F120F1}" dt="2022-12-12T07:58:43.912" v="186" actId="20577"/>
          <ac:spMkLst>
            <pc:docMk/>
            <pc:sldMk cId="1886084347" sldId="297"/>
            <ac:spMk id="2" creationId="{8FB9235B-30A9-D962-7C38-6BCA684A1DCF}"/>
          </ac:spMkLst>
        </pc:spChg>
        <pc:spChg chg="mod">
          <ac:chgData name="Gusti Pangestu" userId="7768735c-5c0d-4d9b-b550-ead0b3c82a30" providerId="ADAL" clId="{00DAD827-72D6-4C3B-A6DC-E3AD60F120F1}" dt="2022-12-13T01:55:51.955" v="211" actId="20577"/>
          <ac:spMkLst>
            <pc:docMk/>
            <pc:sldMk cId="1886084347" sldId="297"/>
            <ac:spMk id="3" creationId="{3EDBEB2C-4D58-89FC-A6AC-2E658B59ECC7}"/>
          </ac:spMkLst>
        </pc:spChg>
        <pc:picChg chg="add mod">
          <ac:chgData name="Gusti Pangestu" userId="7768735c-5c0d-4d9b-b550-ead0b3c82a30" providerId="ADAL" clId="{00DAD827-72D6-4C3B-A6DC-E3AD60F120F1}" dt="2022-12-13T01:55:56.749" v="212" actId="1076"/>
          <ac:picMkLst>
            <pc:docMk/>
            <pc:sldMk cId="1886084347" sldId="297"/>
            <ac:picMk id="5" creationId="{DE15EC9B-E27B-C5C0-26D0-E24A913B9ABE}"/>
          </ac:picMkLst>
        </pc:picChg>
      </pc:sldChg>
      <pc:sldChg chg="addSp delSp modSp new mod">
        <pc:chgData name="Gusti Pangestu" userId="7768735c-5c0d-4d9b-b550-ead0b3c82a30" providerId="ADAL" clId="{00DAD827-72D6-4C3B-A6DC-E3AD60F120F1}" dt="2022-12-13T02:37:00.141" v="232" actId="20577"/>
        <pc:sldMkLst>
          <pc:docMk/>
          <pc:sldMk cId="619452299" sldId="298"/>
        </pc:sldMkLst>
        <pc:spChg chg="del">
          <ac:chgData name="Gusti Pangestu" userId="7768735c-5c0d-4d9b-b550-ead0b3c82a30" providerId="ADAL" clId="{00DAD827-72D6-4C3B-A6DC-E3AD60F120F1}" dt="2022-12-13T02:28:46.948" v="213" actId="478"/>
          <ac:spMkLst>
            <pc:docMk/>
            <pc:sldMk cId="619452299" sldId="298"/>
            <ac:spMk id="2" creationId="{DC1CAE3C-AFF8-9EBC-7261-52151DC3C782}"/>
          </ac:spMkLst>
        </pc:spChg>
        <pc:spChg chg="mod">
          <ac:chgData name="Gusti Pangestu" userId="7768735c-5c0d-4d9b-b550-ead0b3c82a30" providerId="ADAL" clId="{00DAD827-72D6-4C3B-A6DC-E3AD60F120F1}" dt="2022-12-13T02:37:00.141" v="232" actId="20577"/>
          <ac:spMkLst>
            <pc:docMk/>
            <pc:sldMk cId="619452299" sldId="298"/>
            <ac:spMk id="3" creationId="{71ABB61E-558A-FDC0-8B03-63BEFEC3A2FF}"/>
          </ac:spMkLst>
        </pc:spChg>
        <pc:picChg chg="add">
          <ac:chgData name="Gusti Pangestu" userId="7768735c-5c0d-4d9b-b550-ead0b3c82a30" providerId="ADAL" clId="{00DAD827-72D6-4C3B-A6DC-E3AD60F120F1}" dt="2022-12-13T02:36:39.877" v="225" actId="22"/>
          <ac:picMkLst>
            <pc:docMk/>
            <pc:sldMk cId="619452299" sldId="298"/>
            <ac:picMk id="5" creationId="{A71CC440-FDBE-234E-9921-F547202D6BF8}"/>
          </ac:picMkLst>
        </pc:picChg>
      </pc:sldChg>
      <pc:sldChg chg="del">
        <pc:chgData name="Gusti Pangestu" userId="7768735c-5c0d-4d9b-b550-ead0b3c82a30" providerId="ADAL" clId="{00DAD827-72D6-4C3B-A6DC-E3AD60F120F1}" dt="2022-12-12T06:42:53.428" v="27" actId="47"/>
        <pc:sldMkLst>
          <pc:docMk/>
          <pc:sldMk cId="1357288573" sldId="298"/>
        </pc:sldMkLst>
      </pc:sldChg>
      <pc:sldChg chg="addSp delSp modSp new mod">
        <pc:chgData name="Gusti Pangestu" userId="7768735c-5c0d-4d9b-b550-ead0b3c82a30" providerId="ADAL" clId="{00DAD827-72D6-4C3B-A6DC-E3AD60F120F1}" dt="2022-12-13T02:38:25.273" v="237" actId="1076"/>
        <pc:sldMkLst>
          <pc:docMk/>
          <pc:sldMk cId="2453569440" sldId="299"/>
        </pc:sldMkLst>
        <pc:spChg chg="del">
          <ac:chgData name="Gusti Pangestu" userId="7768735c-5c0d-4d9b-b550-ead0b3c82a30" providerId="ADAL" clId="{00DAD827-72D6-4C3B-A6DC-E3AD60F120F1}" dt="2022-12-13T02:38:15.859" v="235" actId="478"/>
          <ac:spMkLst>
            <pc:docMk/>
            <pc:sldMk cId="2453569440" sldId="299"/>
            <ac:spMk id="2" creationId="{7AD8530D-2AB0-15AE-DBCB-C84731EA12FB}"/>
          </ac:spMkLst>
        </pc:spChg>
        <pc:spChg chg="del">
          <ac:chgData name="Gusti Pangestu" userId="7768735c-5c0d-4d9b-b550-ead0b3c82a30" providerId="ADAL" clId="{00DAD827-72D6-4C3B-A6DC-E3AD60F120F1}" dt="2022-12-13T02:38:14.391" v="234" actId="22"/>
          <ac:spMkLst>
            <pc:docMk/>
            <pc:sldMk cId="2453569440" sldId="299"/>
            <ac:spMk id="3" creationId="{6BAD42D6-8402-1EA9-E726-6DD3427BF290}"/>
          </ac:spMkLst>
        </pc:spChg>
        <pc:picChg chg="add mod ord">
          <ac:chgData name="Gusti Pangestu" userId="7768735c-5c0d-4d9b-b550-ead0b3c82a30" providerId="ADAL" clId="{00DAD827-72D6-4C3B-A6DC-E3AD60F120F1}" dt="2022-12-13T02:38:25.273" v="237" actId="1076"/>
          <ac:picMkLst>
            <pc:docMk/>
            <pc:sldMk cId="2453569440" sldId="299"/>
            <ac:picMk id="5" creationId="{E82F8DAD-A781-8D00-E6F2-5DDF13DF70B1}"/>
          </ac:picMkLst>
        </pc:picChg>
      </pc:sldChg>
      <pc:sldChg chg="del">
        <pc:chgData name="Gusti Pangestu" userId="7768735c-5c0d-4d9b-b550-ead0b3c82a30" providerId="ADAL" clId="{00DAD827-72D6-4C3B-A6DC-E3AD60F120F1}" dt="2022-12-12T06:42:53.428" v="27" actId="47"/>
        <pc:sldMkLst>
          <pc:docMk/>
          <pc:sldMk cId="3892804438" sldId="299"/>
        </pc:sldMkLst>
      </pc:sldChg>
      <pc:sldChg chg="modSp new mod">
        <pc:chgData name="Gusti Pangestu" userId="7768735c-5c0d-4d9b-b550-ead0b3c82a30" providerId="ADAL" clId="{00DAD827-72D6-4C3B-A6DC-E3AD60F120F1}" dt="2022-12-13T02:45:52.114" v="244" actId="27636"/>
        <pc:sldMkLst>
          <pc:docMk/>
          <pc:sldMk cId="1455660998" sldId="300"/>
        </pc:sldMkLst>
        <pc:spChg chg="mod">
          <ac:chgData name="Gusti Pangestu" userId="7768735c-5c0d-4d9b-b550-ead0b3c82a30" providerId="ADAL" clId="{00DAD827-72D6-4C3B-A6DC-E3AD60F120F1}" dt="2022-12-13T02:38:43.061" v="239"/>
          <ac:spMkLst>
            <pc:docMk/>
            <pc:sldMk cId="1455660998" sldId="300"/>
            <ac:spMk id="2" creationId="{19726FE8-A966-94A9-0077-C7F40551EC7D}"/>
          </ac:spMkLst>
        </pc:spChg>
        <pc:spChg chg="mod">
          <ac:chgData name="Gusti Pangestu" userId="7768735c-5c0d-4d9b-b550-ead0b3c82a30" providerId="ADAL" clId="{00DAD827-72D6-4C3B-A6DC-E3AD60F120F1}" dt="2022-12-13T02:45:52.114" v="244" actId="27636"/>
          <ac:spMkLst>
            <pc:docMk/>
            <pc:sldMk cId="1455660998" sldId="300"/>
            <ac:spMk id="3" creationId="{BAE48E41-2A88-31C0-2206-CACF8A585C85}"/>
          </ac:spMkLst>
        </pc:spChg>
      </pc:sldChg>
      <pc:sldChg chg="del">
        <pc:chgData name="Gusti Pangestu" userId="7768735c-5c0d-4d9b-b550-ead0b3c82a30" providerId="ADAL" clId="{00DAD827-72D6-4C3B-A6DC-E3AD60F120F1}" dt="2022-12-12T06:42:53.428" v="27" actId="47"/>
        <pc:sldMkLst>
          <pc:docMk/>
          <pc:sldMk cId="3986061941" sldId="300"/>
        </pc:sldMkLst>
      </pc:sldChg>
      <pc:sldChg chg="addSp delSp modSp new mod">
        <pc:chgData name="Gusti Pangestu" userId="7768735c-5c0d-4d9b-b550-ead0b3c82a30" providerId="ADAL" clId="{00DAD827-72D6-4C3B-A6DC-E3AD60F120F1}" dt="2022-12-13T03:02:12.747" v="249" actId="14100"/>
        <pc:sldMkLst>
          <pc:docMk/>
          <pc:sldMk cId="1748253104" sldId="301"/>
        </pc:sldMkLst>
        <pc:spChg chg="del">
          <ac:chgData name="Gusti Pangestu" userId="7768735c-5c0d-4d9b-b550-ead0b3c82a30" providerId="ADAL" clId="{00DAD827-72D6-4C3B-A6DC-E3AD60F120F1}" dt="2022-12-13T03:02:05.757" v="247" actId="478"/>
          <ac:spMkLst>
            <pc:docMk/>
            <pc:sldMk cId="1748253104" sldId="301"/>
            <ac:spMk id="2" creationId="{96AC8F29-E217-AD76-DB26-79C6C91A920A}"/>
          </ac:spMkLst>
        </pc:spChg>
        <pc:spChg chg="del">
          <ac:chgData name="Gusti Pangestu" userId="7768735c-5c0d-4d9b-b550-ead0b3c82a30" providerId="ADAL" clId="{00DAD827-72D6-4C3B-A6DC-E3AD60F120F1}" dt="2022-12-13T03:02:03.869" v="246" actId="22"/>
          <ac:spMkLst>
            <pc:docMk/>
            <pc:sldMk cId="1748253104" sldId="301"/>
            <ac:spMk id="3" creationId="{8C32F5AD-FB53-8E2F-69D3-6C5C16A31A5F}"/>
          </ac:spMkLst>
        </pc:spChg>
        <pc:picChg chg="add mod ord">
          <ac:chgData name="Gusti Pangestu" userId="7768735c-5c0d-4d9b-b550-ead0b3c82a30" providerId="ADAL" clId="{00DAD827-72D6-4C3B-A6DC-E3AD60F120F1}" dt="2022-12-13T03:02:12.747" v="249" actId="14100"/>
          <ac:picMkLst>
            <pc:docMk/>
            <pc:sldMk cId="1748253104" sldId="301"/>
            <ac:picMk id="5" creationId="{29D1E6E2-E4D6-5C3E-5020-5DF01E79A8B0}"/>
          </ac:picMkLst>
        </pc:picChg>
      </pc:sldChg>
      <pc:sldChg chg="del">
        <pc:chgData name="Gusti Pangestu" userId="7768735c-5c0d-4d9b-b550-ead0b3c82a30" providerId="ADAL" clId="{00DAD827-72D6-4C3B-A6DC-E3AD60F120F1}" dt="2022-12-12T06:42:53.428" v="27" actId="47"/>
        <pc:sldMkLst>
          <pc:docMk/>
          <pc:sldMk cId="2956555080" sldId="301"/>
        </pc:sldMkLst>
      </pc:sldChg>
      <pc:sldChg chg="del">
        <pc:chgData name="Gusti Pangestu" userId="7768735c-5c0d-4d9b-b550-ead0b3c82a30" providerId="ADAL" clId="{00DAD827-72D6-4C3B-A6DC-E3AD60F120F1}" dt="2022-12-12T06:42:53.428" v="27" actId="47"/>
        <pc:sldMkLst>
          <pc:docMk/>
          <pc:sldMk cId="687154644" sldId="302"/>
        </pc:sldMkLst>
      </pc:sldChg>
      <pc:sldChg chg="modSp new mod">
        <pc:chgData name="Gusti Pangestu" userId="7768735c-5c0d-4d9b-b550-ead0b3c82a30" providerId="ADAL" clId="{00DAD827-72D6-4C3B-A6DC-E3AD60F120F1}" dt="2022-12-13T03:03:56.913" v="291" actId="20577"/>
        <pc:sldMkLst>
          <pc:docMk/>
          <pc:sldMk cId="3386953599" sldId="302"/>
        </pc:sldMkLst>
        <pc:spChg chg="mod">
          <ac:chgData name="Gusti Pangestu" userId="7768735c-5c0d-4d9b-b550-ead0b3c82a30" providerId="ADAL" clId="{00DAD827-72D6-4C3B-A6DC-E3AD60F120F1}" dt="2022-12-13T03:02:58.557" v="282" actId="20577"/>
          <ac:spMkLst>
            <pc:docMk/>
            <pc:sldMk cId="3386953599" sldId="302"/>
            <ac:spMk id="2" creationId="{4F54FE65-A83C-922D-3AF6-8E4CE65E72E8}"/>
          </ac:spMkLst>
        </pc:spChg>
        <pc:spChg chg="mod">
          <ac:chgData name="Gusti Pangestu" userId="7768735c-5c0d-4d9b-b550-ead0b3c82a30" providerId="ADAL" clId="{00DAD827-72D6-4C3B-A6DC-E3AD60F120F1}" dt="2022-12-13T03:03:56.913" v="291" actId="20577"/>
          <ac:spMkLst>
            <pc:docMk/>
            <pc:sldMk cId="3386953599" sldId="302"/>
            <ac:spMk id="3" creationId="{1BF78A00-BEA2-DAC8-2387-A04D4B27BE49}"/>
          </ac:spMkLst>
        </pc:spChg>
      </pc:sldChg>
      <pc:sldChg chg="addSp delSp modSp new mod">
        <pc:chgData name="Gusti Pangestu" userId="7768735c-5c0d-4d9b-b550-ead0b3c82a30" providerId="ADAL" clId="{00DAD827-72D6-4C3B-A6DC-E3AD60F120F1}" dt="2022-12-13T03:04:32.033" v="307" actId="20577"/>
        <pc:sldMkLst>
          <pc:docMk/>
          <pc:sldMk cId="4022305954" sldId="303"/>
        </pc:sldMkLst>
        <pc:spChg chg="mod">
          <ac:chgData name="Gusti Pangestu" userId="7768735c-5c0d-4d9b-b550-ead0b3c82a30" providerId="ADAL" clId="{00DAD827-72D6-4C3B-A6DC-E3AD60F120F1}" dt="2022-12-13T03:04:32.033" v="307" actId="20577"/>
          <ac:spMkLst>
            <pc:docMk/>
            <pc:sldMk cId="4022305954" sldId="303"/>
            <ac:spMk id="2" creationId="{48D0FD8D-05AA-7B76-EDC7-3C0A30A444CB}"/>
          </ac:spMkLst>
        </pc:spChg>
        <pc:spChg chg="del">
          <ac:chgData name="Gusti Pangestu" userId="7768735c-5c0d-4d9b-b550-ead0b3c82a30" providerId="ADAL" clId="{00DAD827-72D6-4C3B-A6DC-E3AD60F120F1}" dt="2022-12-13T03:04:12.965" v="293" actId="22"/>
          <ac:spMkLst>
            <pc:docMk/>
            <pc:sldMk cId="4022305954" sldId="303"/>
            <ac:spMk id="3" creationId="{FE7DD082-EDA7-039A-54F0-2EA0EE24ABE8}"/>
          </ac:spMkLst>
        </pc:spChg>
        <pc:picChg chg="add mod ord">
          <ac:chgData name="Gusti Pangestu" userId="7768735c-5c0d-4d9b-b550-ead0b3c82a30" providerId="ADAL" clId="{00DAD827-72D6-4C3B-A6DC-E3AD60F120F1}" dt="2022-12-13T03:04:27.074" v="295" actId="1076"/>
          <ac:picMkLst>
            <pc:docMk/>
            <pc:sldMk cId="4022305954" sldId="303"/>
            <ac:picMk id="5" creationId="{D69939C9-9906-6D74-4C3D-C8350EFAD911}"/>
          </ac:picMkLst>
        </pc:picChg>
      </pc:sldChg>
      <pc:sldChg chg="del">
        <pc:chgData name="Gusti Pangestu" userId="7768735c-5c0d-4d9b-b550-ead0b3c82a30" providerId="ADAL" clId="{00DAD827-72D6-4C3B-A6DC-E3AD60F120F1}" dt="2022-12-12T06:42:53.428" v="27" actId="47"/>
        <pc:sldMkLst>
          <pc:docMk/>
          <pc:sldMk cId="4200006546" sldId="303"/>
        </pc:sldMkLst>
      </pc:sldChg>
      <pc:sldChg chg="addSp delSp modSp new mod">
        <pc:chgData name="Gusti Pangestu" userId="7768735c-5c0d-4d9b-b550-ead0b3c82a30" providerId="ADAL" clId="{00DAD827-72D6-4C3B-A6DC-E3AD60F120F1}" dt="2022-12-13T03:06:00.777" v="338" actId="1076"/>
        <pc:sldMkLst>
          <pc:docMk/>
          <pc:sldMk cId="2997571261" sldId="304"/>
        </pc:sldMkLst>
        <pc:spChg chg="mod">
          <ac:chgData name="Gusti Pangestu" userId="7768735c-5c0d-4d9b-b550-ead0b3c82a30" providerId="ADAL" clId="{00DAD827-72D6-4C3B-A6DC-E3AD60F120F1}" dt="2022-12-13T03:05:13.163" v="331" actId="1076"/>
          <ac:spMkLst>
            <pc:docMk/>
            <pc:sldMk cId="2997571261" sldId="304"/>
            <ac:spMk id="2" creationId="{4B8555B3-779A-1A25-3C77-6ABCDEA17864}"/>
          </ac:spMkLst>
        </pc:spChg>
        <pc:spChg chg="del">
          <ac:chgData name="Gusti Pangestu" userId="7768735c-5c0d-4d9b-b550-ead0b3c82a30" providerId="ADAL" clId="{00DAD827-72D6-4C3B-A6DC-E3AD60F120F1}" dt="2022-12-13T03:05:02.043" v="326" actId="22"/>
          <ac:spMkLst>
            <pc:docMk/>
            <pc:sldMk cId="2997571261" sldId="304"/>
            <ac:spMk id="3" creationId="{BB1617EC-836D-BBDF-EED2-237197324C48}"/>
          </ac:spMkLst>
        </pc:spChg>
        <pc:spChg chg="add mod">
          <ac:chgData name="Gusti Pangestu" userId="7768735c-5c0d-4d9b-b550-ead0b3c82a30" providerId="ADAL" clId="{00DAD827-72D6-4C3B-A6DC-E3AD60F120F1}" dt="2022-12-13T03:06:00.777" v="338" actId="1076"/>
          <ac:spMkLst>
            <pc:docMk/>
            <pc:sldMk cId="2997571261" sldId="304"/>
            <ac:spMk id="7" creationId="{9AB2A61F-2755-9D9B-ABF2-1200DA474A59}"/>
          </ac:spMkLst>
        </pc:spChg>
        <pc:picChg chg="add mod ord">
          <ac:chgData name="Gusti Pangestu" userId="7768735c-5c0d-4d9b-b550-ead0b3c82a30" providerId="ADAL" clId="{00DAD827-72D6-4C3B-A6DC-E3AD60F120F1}" dt="2022-12-13T03:05:21.239" v="334" actId="1076"/>
          <ac:picMkLst>
            <pc:docMk/>
            <pc:sldMk cId="2997571261" sldId="304"/>
            <ac:picMk id="5" creationId="{F5D5AB98-D63C-3C28-839E-B9E368AE2A55}"/>
          </ac:picMkLst>
        </pc:picChg>
      </pc:sldChg>
      <pc:sldChg chg="addSp delSp modSp new mod">
        <pc:chgData name="Gusti Pangestu" userId="7768735c-5c0d-4d9b-b550-ead0b3c82a30" providerId="ADAL" clId="{00DAD827-72D6-4C3B-A6DC-E3AD60F120F1}" dt="2022-12-13T03:06:32.103" v="356" actId="20577"/>
        <pc:sldMkLst>
          <pc:docMk/>
          <pc:sldMk cId="2557531081" sldId="305"/>
        </pc:sldMkLst>
        <pc:spChg chg="mod">
          <ac:chgData name="Gusti Pangestu" userId="7768735c-5c0d-4d9b-b550-ead0b3c82a30" providerId="ADAL" clId="{00DAD827-72D6-4C3B-A6DC-E3AD60F120F1}" dt="2022-12-13T03:06:32.103" v="356" actId="20577"/>
          <ac:spMkLst>
            <pc:docMk/>
            <pc:sldMk cId="2557531081" sldId="305"/>
            <ac:spMk id="2" creationId="{7E8748C3-3CA9-720E-9A84-FCC9491DC6E9}"/>
          </ac:spMkLst>
        </pc:spChg>
        <pc:spChg chg="del">
          <ac:chgData name="Gusti Pangestu" userId="7768735c-5c0d-4d9b-b550-ead0b3c82a30" providerId="ADAL" clId="{00DAD827-72D6-4C3B-A6DC-E3AD60F120F1}" dt="2022-12-13T03:06:14.603" v="339" actId="22"/>
          <ac:spMkLst>
            <pc:docMk/>
            <pc:sldMk cId="2557531081" sldId="305"/>
            <ac:spMk id="3" creationId="{3AEAF87D-910F-B475-32F2-5D779357B125}"/>
          </ac:spMkLst>
        </pc:spChg>
        <pc:picChg chg="add mod ord">
          <ac:chgData name="Gusti Pangestu" userId="7768735c-5c0d-4d9b-b550-ead0b3c82a30" providerId="ADAL" clId="{00DAD827-72D6-4C3B-A6DC-E3AD60F120F1}" dt="2022-12-13T03:06:14.603" v="339" actId="22"/>
          <ac:picMkLst>
            <pc:docMk/>
            <pc:sldMk cId="2557531081" sldId="305"/>
            <ac:picMk id="5" creationId="{564D7443-DB48-CFE0-AEF6-8FD1E19217E9}"/>
          </ac:picMkLst>
        </pc:picChg>
      </pc:sldChg>
      <pc:sldChg chg="addSp delSp modSp new mod">
        <pc:chgData name="Gusti Pangestu" userId="7768735c-5c0d-4d9b-b550-ead0b3c82a30" providerId="ADAL" clId="{00DAD827-72D6-4C3B-A6DC-E3AD60F120F1}" dt="2022-12-13T03:07:10.209" v="369" actId="20577"/>
        <pc:sldMkLst>
          <pc:docMk/>
          <pc:sldMk cId="2655063399" sldId="306"/>
        </pc:sldMkLst>
        <pc:spChg chg="mod">
          <ac:chgData name="Gusti Pangestu" userId="7768735c-5c0d-4d9b-b550-ead0b3c82a30" providerId="ADAL" clId="{00DAD827-72D6-4C3B-A6DC-E3AD60F120F1}" dt="2022-12-13T03:07:10.209" v="369" actId="20577"/>
          <ac:spMkLst>
            <pc:docMk/>
            <pc:sldMk cId="2655063399" sldId="306"/>
            <ac:spMk id="2" creationId="{90554848-D65A-F993-AAE1-91685ADA2325}"/>
          </ac:spMkLst>
        </pc:spChg>
        <pc:spChg chg="del">
          <ac:chgData name="Gusti Pangestu" userId="7768735c-5c0d-4d9b-b550-ead0b3c82a30" providerId="ADAL" clId="{00DAD827-72D6-4C3B-A6DC-E3AD60F120F1}" dt="2022-12-13T03:06:51.301" v="358" actId="22"/>
          <ac:spMkLst>
            <pc:docMk/>
            <pc:sldMk cId="2655063399" sldId="306"/>
            <ac:spMk id="3" creationId="{8104A268-0DE0-10A7-9611-4B142DB39AB6}"/>
          </ac:spMkLst>
        </pc:spChg>
        <pc:picChg chg="add mod ord">
          <ac:chgData name="Gusti Pangestu" userId="7768735c-5c0d-4d9b-b550-ead0b3c82a30" providerId="ADAL" clId="{00DAD827-72D6-4C3B-A6DC-E3AD60F120F1}" dt="2022-12-13T03:07:05.841" v="362" actId="14100"/>
          <ac:picMkLst>
            <pc:docMk/>
            <pc:sldMk cId="2655063399" sldId="306"/>
            <ac:picMk id="5" creationId="{30C84D9B-A5C1-3F77-F331-96ACF1A0AB5A}"/>
          </ac:picMkLst>
        </pc:picChg>
        <pc:picChg chg="add mod">
          <ac:chgData name="Gusti Pangestu" userId="7768735c-5c0d-4d9b-b550-ead0b3c82a30" providerId="ADAL" clId="{00DAD827-72D6-4C3B-A6DC-E3AD60F120F1}" dt="2022-12-13T03:07:08.384" v="363" actId="14100"/>
          <ac:picMkLst>
            <pc:docMk/>
            <pc:sldMk cId="2655063399" sldId="306"/>
            <ac:picMk id="7" creationId="{F06832F6-7231-2395-D766-D9FB5FA30C2C}"/>
          </ac:picMkLst>
        </pc:picChg>
      </pc:sldChg>
    </pc:docChg>
  </pc:docChgLst>
  <pc:docChgLst>
    <pc:chgData name="Gusti Pangestu" userId="S::gusti.pangestu@binus.ac.id::7768735c-5c0d-4d9b-b550-ead0b3c82a30" providerId="AD" clId="Web-{720B1208-9882-69E9-F657-19234A5FB7AD}"/>
    <pc:docChg chg="addSld modSld modSection">
      <pc:chgData name="Gusti Pangestu" userId="S::gusti.pangestu@binus.ac.id::7768735c-5c0d-4d9b-b550-ead0b3c82a30" providerId="AD" clId="Web-{720B1208-9882-69E9-F657-19234A5FB7AD}" dt="2022-11-07T04:15:16.453" v="212" actId="1076"/>
      <pc:docMkLst>
        <pc:docMk/>
      </pc:docMkLst>
      <pc:sldChg chg="addSp modSp new">
        <pc:chgData name="Gusti Pangestu" userId="S::gusti.pangestu@binus.ac.id::7768735c-5c0d-4d9b-b550-ead0b3c82a30" providerId="AD" clId="Web-{720B1208-9882-69E9-F657-19234A5FB7AD}" dt="2022-11-07T02:51:41.133" v="46" actId="20577"/>
        <pc:sldMkLst>
          <pc:docMk/>
          <pc:sldMk cId="376018570" sldId="297"/>
        </pc:sldMkLst>
        <pc:spChg chg="mod">
          <ac:chgData name="Gusti Pangestu" userId="S::gusti.pangestu@binus.ac.id::7768735c-5c0d-4d9b-b550-ead0b3c82a30" providerId="AD" clId="Web-{720B1208-9882-69E9-F657-19234A5FB7AD}" dt="2022-11-07T02:36:32.044" v="7" actId="20577"/>
          <ac:spMkLst>
            <pc:docMk/>
            <pc:sldMk cId="376018570" sldId="297"/>
            <ac:spMk id="2" creationId="{3FB8F51D-0AF1-4954-6E17-C858D190F1F5}"/>
          </ac:spMkLst>
        </pc:spChg>
        <pc:spChg chg="mod">
          <ac:chgData name="Gusti Pangestu" userId="S::gusti.pangestu@binus.ac.id::7768735c-5c0d-4d9b-b550-ead0b3c82a30" providerId="AD" clId="Web-{720B1208-9882-69E9-F657-19234A5FB7AD}" dt="2022-11-07T02:51:41.133" v="46" actId="20577"/>
          <ac:spMkLst>
            <pc:docMk/>
            <pc:sldMk cId="376018570" sldId="297"/>
            <ac:spMk id="3" creationId="{DF3EF508-2D34-EC90-3ED2-7723798A827E}"/>
          </ac:spMkLst>
        </pc:spChg>
        <pc:picChg chg="add mod">
          <ac:chgData name="Gusti Pangestu" userId="S::gusti.pangestu@binus.ac.id::7768735c-5c0d-4d9b-b550-ead0b3c82a30" providerId="AD" clId="Web-{720B1208-9882-69E9-F657-19234A5FB7AD}" dt="2022-11-07T02:43:24.541" v="44" actId="1076"/>
          <ac:picMkLst>
            <pc:docMk/>
            <pc:sldMk cId="376018570" sldId="297"/>
            <ac:picMk id="4" creationId="{4AC7B8D5-2CD9-6A18-69FD-3C24769F69B9}"/>
          </ac:picMkLst>
        </pc:picChg>
      </pc:sldChg>
      <pc:sldChg chg="addSp modSp new">
        <pc:chgData name="Gusti Pangestu" userId="S::gusti.pangestu@binus.ac.id::7768735c-5c0d-4d9b-b550-ead0b3c82a30" providerId="AD" clId="Web-{720B1208-9882-69E9-F657-19234A5FB7AD}" dt="2022-11-07T03:18:34.417" v="69" actId="1076"/>
        <pc:sldMkLst>
          <pc:docMk/>
          <pc:sldMk cId="3645830168" sldId="298"/>
        </pc:sldMkLst>
        <pc:spChg chg="mod">
          <ac:chgData name="Gusti Pangestu" userId="S::gusti.pangestu@binus.ac.id::7768735c-5c0d-4d9b-b550-ead0b3c82a30" providerId="AD" clId="Web-{720B1208-9882-69E9-F657-19234A5FB7AD}" dt="2022-11-07T02:51:52.274" v="57" actId="20577"/>
          <ac:spMkLst>
            <pc:docMk/>
            <pc:sldMk cId="3645830168" sldId="298"/>
            <ac:spMk id="2" creationId="{F27A6D18-1819-B75D-CC84-BADB51EFAB51}"/>
          </ac:spMkLst>
        </pc:spChg>
        <pc:spChg chg="mod">
          <ac:chgData name="Gusti Pangestu" userId="S::gusti.pangestu@binus.ac.id::7768735c-5c0d-4d9b-b550-ead0b3c82a30" providerId="AD" clId="Web-{720B1208-9882-69E9-F657-19234A5FB7AD}" dt="2022-11-07T02:54:01.059" v="61" actId="20577"/>
          <ac:spMkLst>
            <pc:docMk/>
            <pc:sldMk cId="3645830168" sldId="298"/>
            <ac:spMk id="3" creationId="{B290B12B-36E5-5346-5482-B0C0014CEF1D}"/>
          </ac:spMkLst>
        </pc:spChg>
        <pc:picChg chg="add mod">
          <ac:chgData name="Gusti Pangestu" userId="S::gusti.pangestu@binus.ac.id::7768735c-5c0d-4d9b-b550-ead0b3c82a30" providerId="AD" clId="Web-{720B1208-9882-69E9-F657-19234A5FB7AD}" dt="2022-11-07T03:18:34.417" v="69" actId="1076"/>
          <ac:picMkLst>
            <pc:docMk/>
            <pc:sldMk cId="3645830168" sldId="298"/>
            <ac:picMk id="4" creationId="{CCBE6061-24B1-2596-577F-1BA17ED9EC7A}"/>
          </ac:picMkLst>
        </pc:picChg>
        <pc:picChg chg="add mod">
          <ac:chgData name="Gusti Pangestu" userId="S::gusti.pangestu@binus.ac.id::7768735c-5c0d-4d9b-b550-ead0b3c82a30" providerId="AD" clId="Web-{720B1208-9882-69E9-F657-19234A5FB7AD}" dt="2022-11-07T03:18:28.823" v="68" actId="1076"/>
          <ac:picMkLst>
            <pc:docMk/>
            <pc:sldMk cId="3645830168" sldId="298"/>
            <ac:picMk id="5" creationId="{F76CAC52-4AD4-2E03-2C20-F3867EC9F9BA}"/>
          </ac:picMkLst>
        </pc:picChg>
      </pc:sldChg>
      <pc:sldChg chg="addSp modSp new mod modClrScheme chgLayout">
        <pc:chgData name="Gusti Pangestu" userId="S::gusti.pangestu@binus.ac.id::7768735c-5c0d-4d9b-b550-ead0b3c82a30" providerId="AD" clId="Web-{720B1208-9882-69E9-F657-19234A5FB7AD}" dt="2022-11-07T03:24:18.756" v="93" actId="20577"/>
        <pc:sldMkLst>
          <pc:docMk/>
          <pc:sldMk cId="3162136664" sldId="299"/>
        </pc:sldMkLst>
        <pc:spChg chg="mod">
          <ac:chgData name="Gusti Pangestu" userId="S::gusti.pangestu@binus.ac.id::7768735c-5c0d-4d9b-b550-ead0b3c82a30" providerId="AD" clId="Web-{720B1208-9882-69E9-F657-19234A5FB7AD}" dt="2022-11-07T03:24:14.084" v="91"/>
          <ac:spMkLst>
            <pc:docMk/>
            <pc:sldMk cId="3162136664" sldId="299"/>
            <ac:spMk id="2" creationId="{60358CC2-0C23-5B54-284A-E599829AE9E3}"/>
          </ac:spMkLst>
        </pc:spChg>
        <pc:spChg chg="mod">
          <ac:chgData name="Gusti Pangestu" userId="S::gusti.pangestu@binus.ac.id::7768735c-5c0d-4d9b-b550-ead0b3c82a30" providerId="AD" clId="Web-{720B1208-9882-69E9-F657-19234A5FB7AD}" dt="2022-11-07T03:24:18.756" v="93" actId="20577"/>
          <ac:spMkLst>
            <pc:docMk/>
            <pc:sldMk cId="3162136664" sldId="299"/>
            <ac:spMk id="3" creationId="{348C4AD4-243B-5569-386D-DD1B60BAF281}"/>
          </ac:spMkLst>
        </pc:spChg>
        <pc:picChg chg="add mod">
          <ac:chgData name="Gusti Pangestu" userId="S::gusti.pangestu@binus.ac.id::7768735c-5c0d-4d9b-b550-ead0b3c82a30" providerId="AD" clId="Web-{720B1208-9882-69E9-F657-19234A5FB7AD}" dt="2022-11-07T03:24:14.084" v="91"/>
          <ac:picMkLst>
            <pc:docMk/>
            <pc:sldMk cId="3162136664" sldId="299"/>
            <ac:picMk id="4" creationId="{04B45CD0-8535-F48F-D421-937FB605DEE8}"/>
          </ac:picMkLst>
        </pc:picChg>
      </pc:sldChg>
      <pc:sldChg chg="addSp delSp modSp new mod modClrScheme chgLayout">
        <pc:chgData name="Gusti Pangestu" userId="S::gusti.pangestu@binus.ac.id::7768735c-5c0d-4d9b-b550-ead0b3c82a30" providerId="AD" clId="Web-{720B1208-9882-69E9-F657-19234A5FB7AD}" dt="2022-11-07T03:43:28.846" v="104" actId="14100"/>
        <pc:sldMkLst>
          <pc:docMk/>
          <pc:sldMk cId="2160808367" sldId="300"/>
        </pc:sldMkLst>
        <pc:spChg chg="del mod ord">
          <ac:chgData name="Gusti Pangestu" userId="S::gusti.pangestu@binus.ac.id::7768735c-5c0d-4d9b-b550-ead0b3c82a30" providerId="AD" clId="Web-{720B1208-9882-69E9-F657-19234A5FB7AD}" dt="2022-11-07T03:42:57.892" v="96"/>
          <ac:spMkLst>
            <pc:docMk/>
            <pc:sldMk cId="2160808367" sldId="300"/>
            <ac:spMk id="2" creationId="{485665A6-D376-0BBD-1379-41EA8A60FC49}"/>
          </ac:spMkLst>
        </pc:spChg>
        <pc:spChg chg="del mod ord">
          <ac:chgData name="Gusti Pangestu" userId="S::gusti.pangestu@binus.ac.id::7768735c-5c0d-4d9b-b550-ead0b3c82a30" providerId="AD" clId="Web-{720B1208-9882-69E9-F657-19234A5FB7AD}" dt="2022-11-07T03:43:02.377" v="98"/>
          <ac:spMkLst>
            <pc:docMk/>
            <pc:sldMk cId="2160808367" sldId="300"/>
            <ac:spMk id="3" creationId="{E604064E-C374-99CE-8018-B54ED49D7AFE}"/>
          </ac:spMkLst>
        </pc:spChg>
        <pc:spChg chg="del mod ord">
          <ac:chgData name="Gusti Pangestu" userId="S::gusti.pangestu@binus.ac.id::7768735c-5c0d-4d9b-b550-ead0b3c82a30" providerId="AD" clId="Web-{720B1208-9882-69E9-F657-19234A5FB7AD}" dt="2022-11-07T03:43:00.095" v="97"/>
          <ac:spMkLst>
            <pc:docMk/>
            <pc:sldMk cId="2160808367" sldId="300"/>
            <ac:spMk id="4" creationId="{431C6A07-88AC-6F08-9B1A-E7F5A578C17F}"/>
          </ac:spMkLst>
        </pc:spChg>
        <pc:picChg chg="add mod">
          <ac:chgData name="Gusti Pangestu" userId="S::gusti.pangestu@binus.ac.id::7768735c-5c0d-4d9b-b550-ead0b3c82a30" providerId="AD" clId="Web-{720B1208-9882-69E9-F657-19234A5FB7AD}" dt="2022-11-07T03:43:09.627" v="101" actId="14100"/>
          <ac:picMkLst>
            <pc:docMk/>
            <pc:sldMk cId="2160808367" sldId="300"/>
            <ac:picMk id="5" creationId="{8BEBC59A-2CEE-8AD6-9EAB-767B0B786D53}"/>
          </ac:picMkLst>
        </pc:picChg>
        <pc:picChg chg="add mod">
          <ac:chgData name="Gusti Pangestu" userId="S::gusti.pangestu@binus.ac.id::7768735c-5c0d-4d9b-b550-ead0b3c82a30" providerId="AD" clId="Web-{720B1208-9882-69E9-F657-19234A5FB7AD}" dt="2022-11-07T03:43:28.846" v="104" actId="14100"/>
          <ac:picMkLst>
            <pc:docMk/>
            <pc:sldMk cId="2160808367" sldId="300"/>
            <ac:picMk id="6" creationId="{D07FC423-437B-56A9-1A92-B80B987AB6F1}"/>
          </ac:picMkLst>
        </pc:picChg>
      </pc:sldChg>
      <pc:sldChg chg="addSp delSp modSp new mod modClrScheme chgLayout">
        <pc:chgData name="Gusti Pangestu" userId="S::gusti.pangestu@binus.ac.id::7768735c-5c0d-4d9b-b550-ead0b3c82a30" providerId="AD" clId="Web-{720B1208-9882-69E9-F657-19234A5FB7AD}" dt="2022-11-07T03:45:44.380" v="123" actId="1076"/>
        <pc:sldMkLst>
          <pc:docMk/>
          <pc:sldMk cId="2329439584" sldId="301"/>
        </pc:sldMkLst>
        <pc:spChg chg="mod ord">
          <ac:chgData name="Gusti Pangestu" userId="S::gusti.pangestu@binus.ac.id::7768735c-5c0d-4d9b-b550-ead0b3c82a30" providerId="AD" clId="Web-{720B1208-9882-69E9-F657-19234A5FB7AD}" dt="2022-11-07T03:45:30.067" v="121"/>
          <ac:spMkLst>
            <pc:docMk/>
            <pc:sldMk cId="2329439584" sldId="301"/>
            <ac:spMk id="2" creationId="{1184D16E-E8B0-316B-4806-0E51BE1D90AA}"/>
          </ac:spMkLst>
        </pc:spChg>
        <pc:spChg chg="mod ord">
          <ac:chgData name="Gusti Pangestu" userId="S::gusti.pangestu@binus.ac.id::7768735c-5c0d-4d9b-b550-ead0b3c82a30" providerId="AD" clId="Web-{720B1208-9882-69E9-F657-19234A5FB7AD}" dt="2022-11-07T03:45:30.067" v="121"/>
          <ac:spMkLst>
            <pc:docMk/>
            <pc:sldMk cId="2329439584" sldId="301"/>
            <ac:spMk id="3" creationId="{E9F14B17-9D15-E8C7-2578-5D3D47B36C23}"/>
          </ac:spMkLst>
        </pc:spChg>
        <pc:spChg chg="del">
          <ac:chgData name="Gusti Pangestu" userId="S::gusti.pangestu@binus.ac.id::7768735c-5c0d-4d9b-b550-ead0b3c82a30" providerId="AD" clId="Web-{720B1208-9882-69E9-F657-19234A5FB7AD}" dt="2022-11-07T03:43:38.846" v="106"/>
          <ac:spMkLst>
            <pc:docMk/>
            <pc:sldMk cId="2329439584" sldId="301"/>
            <ac:spMk id="4" creationId="{4309DA00-CCF1-E31C-85D6-71197B1EA479}"/>
          </ac:spMkLst>
        </pc:spChg>
        <pc:picChg chg="add mod">
          <ac:chgData name="Gusti Pangestu" userId="S::gusti.pangestu@binus.ac.id::7768735c-5c0d-4d9b-b550-ead0b3c82a30" providerId="AD" clId="Web-{720B1208-9882-69E9-F657-19234A5FB7AD}" dt="2022-11-07T03:45:44.380" v="123" actId="1076"/>
          <ac:picMkLst>
            <pc:docMk/>
            <pc:sldMk cId="2329439584" sldId="301"/>
            <ac:picMk id="5" creationId="{88F2C4A4-D825-F29C-29BE-69B3A02A8E0A}"/>
          </ac:picMkLst>
        </pc:picChg>
      </pc:sldChg>
      <pc:sldChg chg="addSp delSp modSp new">
        <pc:chgData name="Gusti Pangestu" userId="S::gusti.pangestu@binus.ac.id::7768735c-5c0d-4d9b-b550-ead0b3c82a30" providerId="AD" clId="Web-{720B1208-9882-69E9-F657-19234A5FB7AD}" dt="2022-11-07T04:02:44.232" v="142" actId="14100"/>
        <pc:sldMkLst>
          <pc:docMk/>
          <pc:sldMk cId="4132436519" sldId="302"/>
        </pc:sldMkLst>
        <pc:spChg chg="mod">
          <ac:chgData name="Gusti Pangestu" userId="S::gusti.pangestu@binus.ac.id::7768735c-5c0d-4d9b-b550-ead0b3c82a30" providerId="AD" clId="Web-{720B1208-9882-69E9-F657-19234A5FB7AD}" dt="2022-11-07T04:02:17.091" v="138" actId="1076"/>
          <ac:spMkLst>
            <pc:docMk/>
            <pc:sldMk cId="4132436519" sldId="302"/>
            <ac:spMk id="2" creationId="{E4223A33-B402-D4B3-7F0B-4D83B155F8FB}"/>
          </ac:spMkLst>
        </pc:spChg>
        <pc:spChg chg="mod">
          <ac:chgData name="Gusti Pangestu" userId="S::gusti.pangestu@binus.ac.id::7768735c-5c0d-4d9b-b550-ead0b3c82a30" providerId="AD" clId="Web-{720B1208-9882-69E9-F657-19234A5FB7AD}" dt="2022-11-07T04:01:54.668" v="136" actId="20577"/>
          <ac:spMkLst>
            <pc:docMk/>
            <pc:sldMk cId="4132436519" sldId="302"/>
            <ac:spMk id="3" creationId="{B3F8583D-BD57-8AAE-90C6-2141751B5207}"/>
          </ac:spMkLst>
        </pc:spChg>
        <pc:spChg chg="del mod">
          <ac:chgData name="Gusti Pangestu" userId="S::gusti.pangestu@binus.ac.id::7768735c-5c0d-4d9b-b550-ead0b3c82a30" providerId="AD" clId="Web-{720B1208-9882-69E9-F657-19234A5FB7AD}" dt="2022-11-07T04:02:12.278" v="137"/>
          <ac:spMkLst>
            <pc:docMk/>
            <pc:sldMk cId="4132436519" sldId="302"/>
            <ac:spMk id="4" creationId="{001CCB93-0BEC-A072-124D-9CB1E8E8BAB4}"/>
          </ac:spMkLst>
        </pc:spChg>
        <pc:picChg chg="add mod ord">
          <ac:chgData name="Gusti Pangestu" userId="S::gusti.pangestu@binus.ac.id::7768735c-5c0d-4d9b-b550-ead0b3c82a30" providerId="AD" clId="Web-{720B1208-9882-69E9-F657-19234A5FB7AD}" dt="2022-11-07T04:02:21.341" v="139" actId="1076"/>
          <ac:picMkLst>
            <pc:docMk/>
            <pc:sldMk cId="4132436519" sldId="302"/>
            <ac:picMk id="5" creationId="{6803A791-4174-5AF6-16A0-4FA8CF482533}"/>
          </ac:picMkLst>
        </pc:picChg>
        <pc:picChg chg="add mod">
          <ac:chgData name="Gusti Pangestu" userId="S::gusti.pangestu@binus.ac.id::7768735c-5c0d-4d9b-b550-ead0b3c82a30" providerId="AD" clId="Web-{720B1208-9882-69E9-F657-19234A5FB7AD}" dt="2022-11-07T04:02:44.232" v="142" actId="14100"/>
          <ac:picMkLst>
            <pc:docMk/>
            <pc:sldMk cId="4132436519" sldId="302"/>
            <ac:picMk id="6" creationId="{754B0C7E-2993-1CB6-01F6-46BE489DC6AA}"/>
          </ac:picMkLst>
        </pc:picChg>
      </pc:sldChg>
      <pc:sldChg chg="delSp modSp new mod modClrScheme chgLayout">
        <pc:chgData name="Gusti Pangestu" userId="S::gusti.pangestu@binus.ac.id::7768735c-5c0d-4d9b-b550-ead0b3c82a30" providerId="AD" clId="Web-{720B1208-9882-69E9-F657-19234A5FB7AD}" dt="2022-11-07T04:05:46.096" v="163" actId="20577"/>
        <pc:sldMkLst>
          <pc:docMk/>
          <pc:sldMk cId="4173901416" sldId="303"/>
        </pc:sldMkLst>
        <pc:spChg chg="mod ord">
          <ac:chgData name="Gusti Pangestu" userId="S::gusti.pangestu@binus.ac.id::7768735c-5c0d-4d9b-b550-ead0b3c82a30" providerId="AD" clId="Web-{720B1208-9882-69E9-F657-19234A5FB7AD}" dt="2022-11-07T04:03:05.107" v="151"/>
          <ac:spMkLst>
            <pc:docMk/>
            <pc:sldMk cId="4173901416" sldId="303"/>
            <ac:spMk id="2" creationId="{7FB49A5B-ECAF-EBBC-3873-FB348245361C}"/>
          </ac:spMkLst>
        </pc:spChg>
        <pc:spChg chg="mod ord">
          <ac:chgData name="Gusti Pangestu" userId="S::gusti.pangestu@binus.ac.id::7768735c-5c0d-4d9b-b550-ead0b3c82a30" providerId="AD" clId="Web-{720B1208-9882-69E9-F657-19234A5FB7AD}" dt="2022-11-07T04:05:46.096" v="163" actId="20577"/>
          <ac:spMkLst>
            <pc:docMk/>
            <pc:sldMk cId="4173901416" sldId="303"/>
            <ac:spMk id="3" creationId="{2A63F7BD-5F34-FF40-B3E7-06BA317A5E89}"/>
          </ac:spMkLst>
        </pc:spChg>
        <pc:spChg chg="del">
          <ac:chgData name="Gusti Pangestu" userId="S::gusti.pangestu@binus.ac.id::7768735c-5c0d-4d9b-b550-ead0b3c82a30" providerId="AD" clId="Web-{720B1208-9882-69E9-F657-19234A5FB7AD}" dt="2022-11-07T04:03:05.107" v="151"/>
          <ac:spMkLst>
            <pc:docMk/>
            <pc:sldMk cId="4173901416" sldId="303"/>
            <ac:spMk id="4" creationId="{4AE121A9-4D45-4B4A-803F-484E11F8DE77}"/>
          </ac:spMkLst>
        </pc:spChg>
      </pc:sldChg>
      <pc:sldChg chg="addSp delSp modSp new mod modClrScheme chgLayout">
        <pc:chgData name="Gusti Pangestu" userId="S::gusti.pangestu@binus.ac.id::7768735c-5c0d-4d9b-b550-ead0b3c82a30" providerId="AD" clId="Web-{720B1208-9882-69E9-F657-19234A5FB7AD}" dt="2022-11-07T04:13:23.512" v="188"/>
        <pc:sldMkLst>
          <pc:docMk/>
          <pc:sldMk cId="2940983348" sldId="304"/>
        </pc:sldMkLst>
        <pc:spChg chg="mod">
          <ac:chgData name="Gusti Pangestu" userId="S::gusti.pangestu@binus.ac.id::7768735c-5c0d-4d9b-b550-ead0b3c82a30" providerId="AD" clId="Web-{720B1208-9882-69E9-F657-19234A5FB7AD}" dt="2022-11-07T04:10:41.556" v="183"/>
          <ac:spMkLst>
            <pc:docMk/>
            <pc:sldMk cId="2940983348" sldId="304"/>
            <ac:spMk id="2" creationId="{C4788C68-CDFF-DA28-8C83-678B0CE52CE8}"/>
          </ac:spMkLst>
        </pc:spChg>
        <pc:spChg chg="mod">
          <ac:chgData name="Gusti Pangestu" userId="S::gusti.pangestu@binus.ac.id::7768735c-5c0d-4d9b-b550-ead0b3c82a30" providerId="AD" clId="Web-{720B1208-9882-69E9-F657-19234A5FB7AD}" dt="2022-11-07T04:10:41.556" v="183"/>
          <ac:spMkLst>
            <pc:docMk/>
            <pc:sldMk cId="2940983348" sldId="304"/>
            <ac:spMk id="3" creationId="{C903FC3C-F322-D478-CB29-DB8CC921E64B}"/>
          </ac:spMkLst>
        </pc:spChg>
        <pc:spChg chg="add del mod">
          <ac:chgData name="Gusti Pangestu" userId="S::gusti.pangestu@binus.ac.id::7768735c-5c0d-4d9b-b550-ead0b3c82a30" providerId="AD" clId="Web-{720B1208-9882-69E9-F657-19234A5FB7AD}" dt="2022-11-07T04:13:23.512" v="188"/>
          <ac:spMkLst>
            <pc:docMk/>
            <pc:sldMk cId="2940983348" sldId="304"/>
            <ac:spMk id="5" creationId="{18185BE2-DC0A-FFB7-C401-9168162AC7BF}"/>
          </ac:spMkLst>
        </pc:spChg>
        <pc:picChg chg="add mod">
          <ac:chgData name="Gusti Pangestu" userId="S::gusti.pangestu@binus.ac.id::7768735c-5c0d-4d9b-b550-ead0b3c82a30" providerId="AD" clId="Web-{720B1208-9882-69E9-F657-19234A5FB7AD}" dt="2022-11-07T04:10:41.556" v="183"/>
          <ac:picMkLst>
            <pc:docMk/>
            <pc:sldMk cId="2940983348" sldId="304"/>
            <ac:picMk id="4" creationId="{567927FE-17B5-C96D-0D82-DB6D5753586F}"/>
          </ac:picMkLst>
        </pc:picChg>
      </pc:sldChg>
      <pc:sldChg chg="new">
        <pc:chgData name="Gusti Pangestu" userId="S::gusti.pangestu@binus.ac.id::7768735c-5c0d-4d9b-b550-ead0b3c82a30" providerId="AD" clId="Web-{720B1208-9882-69E9-F657-19234A5FB7AD}" dt="2022-11-07T04:10:44.821" v="184"/>
        <pc:sldMkLst>
          <pc:docMk/>
          <pc:sldMk cId="654897096" sldId="305"/>
        </pc:sldMkLst>
      </pc:sldChg>
      <pc:sldChg chg="addSp delSp modSp new">
        <pc:chgData name="Gusti Pangestu" userId="S::gusti.pangestu@binus.ac.id::7768735c-5c0d-4d9b-b550-ead0b3c82a30" providerId="AD" clId="Web-{720B1208-9882-69E9-F657-19234A5FB7AD}" dt="2022-11-07T04:14:14.951" v="199"/>
        <pc:sldMkLst>
          <pc:docMk/>
          <pc:sldMk cId="4236229230" sldId="306"/>
        </pc:sldMkLst>
        <pc:spChg chg="mod">
          <ac:chgData name="Gusti Pangestu" userId="S::gusti.pangestu@binus.ac.id::7768735c-5c0d-4d9b-b550-ead0b3c82a30" providerId="AD" clId="Web-{720B1208-9882-69E9-F657-19234A5FB7AD}" dt="2022-11-07T04:13:41.919" v="190" actId="20577"/>
          <ac:spMkLst>
            <pc:docMk/>
            <pc:sldMk cId="4236229230" sldId="306"/>
            <ac:spMk id="2" creationId="{7A3642D9-5425-D77F-4AA1-75B9612D826D}"/>
          </ac:spMkLst>
        </pc:spChg>
        <pc:spChg chg="mod">
          <ac:chgData name="Gusti Pangestu" userId="S::gusti.pangestu@binus.ac.id::7768735c-5c0d-4d9b-b550-ead0b3c82a30" providerId="AD" clId="Web-{720B1208-9882-69E9-F657-19234A5FB7AD}" dt="2022-11-07T04:14:14.654" v="198" actId="20577"/>
          <ac:spMkLst>
            <pc:docMk/>
            <pc:sldMk cId="4236229230" sldId="306"/>
            <ac:spMk id="3" creationId="{7B356FCF-8845-F360-87D4-0F71479CE54C}"/>
          </ac:spMkLst>
        </pc:spChg>
        <pc:spChg chg="del mod">
          <ac:chgData name="Gusti Pangestu" userId="S::gusti.pangestu@binus.ac.id::7768735c-5c0d-4d9b-b550-ead0b3c82a30" providerId="AD" clId="Web-{720B1208-9882-69E9-F657-19234A5FB7AD}" dt="2022-11-07T04:14:14.951" v="199"/>
          <ac:spMkLst>
            <pc:docMk/>
            <pc:sldMk cId="4236229230" sldId="306"/>
            <ac:spMk id="4" creationId="{55E8D57B-6EE5-3B5B-F87A-C42C13E9B08D}"/>
          </ac:spMkLst>
        </pc:spChg>
        <pc:picChg chg="add mod ord">
          <ac:chgData name="Gusti Pangestu" userId="S::gusti.pangestu@binus.ac.id::7768735c-5c0d-4d9b-b550-ead0b3c82a30" providerId="AD" clId="Web-{720B1208-9882-69E9-F657-19234A5FB7AD}" dt="2022-11-07T04:14:14.951" v="199"/>
          <ac:picMkLst>
            <pc:docMk/>
            <pc:sldMk cId="4236229230" sldId="306"/>
            <ac:picMk id="5" creationId="{4829A912-79FA-DC2E-C81E-AC753C602E4E}"/>
          </ac:picMkLst>
        </pc:picChg>
      </pc:sldChg>
      <pc:sldChg chg="addSp delSp modSp new">
        <pc:chgData name="Gusti Pangestu" userId="S::gusti.pangestu@binus.ac.id::7768735c-5c0d-4d9b-b550-ead0b3c82a30" providerId="AD" clId="Web-{720B1208-9882-69E9-F657-19234A5FB7AD}" dt="2022-11-07T04:15:16.453" v="212" actId="1076"/>
        <pc:sldMkLst>
          <pc:docMk/>
          <pc:sldMk cId="868108864" sldId="307"/>
        </pc:sldMkLst>
        <pc:spChg chg="mod">
          <ac:chgData name="Gusti Pangestu" userId="S::gusti.pangestu@binus.ac.id::7768735c-5c0d-4d9b-b550-ead0b3c82a30" providerId="AD" clId="Web-{720B1208-9882-69E9-F657-19234A5FB7AD}" dt="2022-11-07T04:14:22.404" v="203" actId="20577"/>
          <ac:spMkLst>
            <pc:docMk/>
            <pc:sldMk cId="868108864" sldId="307"/>
            <ac:spMk id="2" creationId="{0E38D3F5-BD2C-FC62-AF24-18FFE2D734FF}"/>
          </ac:spMkLst>
        </pc:spChg>
        <pc:spChg chg="mod">
          <ac:chgData name="Gusti Pangestu" userId="S::gusti.pangestu@binus.ac.id::7768735c-5c0d-4d9b-b550-ead0b3c82a30" providerId="AD" clId="Web-{720B1208-9882-69E9-F657-19234A5FB7AD}" dt="2022-11-07T04:14:51.046" v="206" actId="20577"/>
          <ac:spMkLst>
            <pc:docMk/>
            <pc:sldMk cId="868108864" sldId="307"/>
            <ac:spMk id="3" creationId="{557FB63A-8217-6916-BC46-32DB265A2C53}"/>
          </ac:spMkLst>
        </pc:spChg>
        <pc:spChg chg="del">
          <ac:chgData name="Gusti Pangestu" userId="S::gusti.pangestu@binus.ac.id::7768735c-5c0d-4d9b-b550-ead0b3c82a30" providerId="AD" clId="Web-{720B1208-9882-69E9-F657-19234A5FB7AD}" dt="2022-11-07T04:14:51.327" v="207"/>
          <ac:spMkLst>
            <pc:docMk/>
            <pc:sldMk cId="868108864" sldId="307"/>
            <ac:spMk id="4" creationId="{BC04992C-BAA4-B274-C21C-1D0323B8983A}"/>
          </ac:spMkLst>
        </pc:spChg>
        <pc:picChg chg="add mod ord">
          <ac:chgData name="Gusti Pangestu" userId="S::gusti.pangestu@binus.ac.id::7768735c-5c0d-4d9b-b550-ead0b3c82a30" providerId="AD" clId="Web-{720B1208-9882-69E9-F657-19234A5FB7AD}" dt="2022-11-07T04:14:55.655" v="208" actId="1076"/>
          <ac:picMkLst>
            <pc:docMk/>
            <pc:sldMk cId="868108864" sldId="307"/>
            <ac:picMk id="5" creationId="{F34513C8-457D-4A23-81AC-B500639EF016}"/>
          </ac:picMkLst>
        </pc:picChg>
        <pc:picChg chg="add mod">
          <ac:chgData name="Gusti Pangestu" userId="S::gusti.pangestu@binus.ac.id::7768735c-5c0d-4d9b-b550-ead0b3c82a30" providerId="AD" clId="Web-{720B1208-9882-69E9-F657-19234A5FB7AD}" dt="2022-11-07T04:15:16.453" v="212" actId="1076"/>
          <ac:picMkLst>
            <pc:docMk/>
            <pc:sldMk cId="868108864" sldId="307"/>
            <ac:picMk id="6" creationId="{C5EB86F0-47F2-AD2B-D956-D419E5AD164E}"/>
          </ac:picMkLst>
        </pc:picChg>
      </pc:sldChg>
    </pc:docChg>
  </pc:docChgLst>
  <pc:docChgLst>
    <pc:chgData name="Gusti Pangestu" userId="S::gusti.pangestu@binus.ac.id::7768735c-5c0d-4d9b-b550-ead0b3c82a30" providerId="AD" clId="Web-{731F4634-1767-D2F4-7CC6-A07A3265D8B4}"/>
    <pc:docChg chg="addSld delSld modSld modSection">
      <pc:chgData name="Gusti Pangestu" userId="S::gusti.pangestu@binus.ac.id::7768735c-5c0d-4d9b-b550-ead0b3c82a30" providerId="AD" clId="Web-{731F4634-1767-D2F4-7CC6-A07A3265D8B4}" dt="2022-11-16T09:04:49.353" v="338"/>
      <pc:docMkLst>
        <pc:docMk/>
      </pc:docMkLst>
      <pc:sldChg chg="modSp">
        <pc:chgData name="Gusti Pangestu" userId="S::gusti.pangestu@binus.ac.id::7768735c-5c0d-4d9b-b550-ead0b3c82a30" providerId="AD" clId="Web-{731F4634-1767-D2F4-7CC6-A07A3265D8B4}" dt="2022-11-16T06:52:16.105" v="163" actId="20577"/>
        <pc:sldMkLst>
          <pc:docMk/>
          <pc:sldMk cId="109857222" sldId="258"/>
        </pc:sldMkLst>
        <pc:spChg chg="mod">
          <ac:chgData name="Gusti Pangestu" userId="S::gusti.pangestu@binus.ac.id::7768735c-5c0d-4d9b-b550-ead0b3c82a30" providerId="AD" clId="Web-{731F4634-1767-D2F4-7CC6-A07A3265D8B4}" dt="2022-11-16T06:52:16.105" v="163" actId="20577"/>
          <ac:spMkLst>
            <pc:docMk/>
            <pc:sldMk cId="109857222" sldId="258"/>
            <ac:spMk id="3" creationId="{00000000-0000-0000-0000-000000000000}"/>
          </ac:spMkLst>
        </pc:spChg>
      </pc:sldChg>
      <pc:sldChg chg="modSp">
        <pc:chgData name="Gusti Pangestu" userId="S::gusti.pangestu@binus.ac.id::7768735c-5c0d-4d9b-b550-ead0b3c82a30" providerId="AD" clId="Web-{731F4634-1767-D2F4-7CC6-A07A3265D8B4}" dt="2022-11-16T03:44:46.518" v="2" actId="20577"/>
        <pc:sldMkLst>
          <pc:docMk/>
          <pc:sldMk cId="1545682022" sldId="290"/>
        </pc:sldMkLst>
        <pc:spChg chg="mod">
          <ac:chgData name="Gusti Pangestu" userId="S::gusti.pangestu@binus.ac.id::7768735c-5c0d-4d9b-b550-ead0b3c82a30" providerId="AD" clId="Web-{731F4634-1767-D2F4-7CC6-A07A3265D8B4}" dt="2022-11-16T03:44:46.518" v="2" actId="20577"/>
          <ac:spMkLst>
            <pc:docMk/>
            <pc:sldMk cId="1545682022" sldId="290"/>
            <ac:spMk id="3" creationId="{CFBE6DC7-A61F-27FA-B9A7-7018AFBF0075}"/>
          </ac:spMkLst>
        </pc:spChg>
      </pc:sldChg>
      <pc:sldChg chg="modSp new">
        <pc:chgData name="Gusti Pangestu" userId="S::gusti.pangestu@binus.ac.id::7768735c-5c0d-4d9b-b550-ead0b3c82a30" providerId="AD" clId="Web-{731F4634-1767-D2F4-7CC6-A07A3265D8B4}" dt="2022-11-16T03:46:24.802" v="43" actId="20577"/>
        <pc:sldMkLst>
          <pc:docMk/>
          <pc:sldMk cId="1765197454" sldId="291"/>
        </pc:sldMkLst>
        <pc:spChg chg="mod">
          <ac:chgData name="Gusti Pangestu" userId="S::gusti.pangestu@binus.ac.id::7768735c-5c0d-4d9b-b550-ead0b3c82a30" providerId="AD" clId="Web-{731F4634-1767-D2F4-7CC6-A07A3265D8B4}" dt="2022-11-16T03:45:30.051" v="31" actId="20577"/>
          <ac:spMkLst>
            <pc:docMk/>
            <pc:sldMk cId="1765197454" sldId="291"/>
            <ac:spMk id="2" creationId="{C6AEFE48-B198-A7D0-6348-3645566C3D8F}"/>
          </ac:spMkLst>
        </pc:spChg>
        <pc:spChg chg="mod">
          <ac:chgData name="Gusti Pangestu" userId="S::gusti.pangestu@binus.ac.id::7768735c-5c0d-4d9b-b550-ead0b3c82a30" providerId="AD" clId="Web-{731F4634-1767-D2F4-7CC6-A07A3265D8B4}" dt="2022-11-16T03:46:24.802" v="43" actId="20577"/>
          <ac:spMkLst>
            <pc:docMk/>
            <pc:sldMk cId="1765197454" sldId="291"/>
            <ac:spMk id="3" creationId="{F33AE568-5F8F-2D9A-B17F-CCA4C6721E18}"/>
          </ac:spMkLst>
        </pc:spChg>
      </pc:sldChg>
      <pc:sldChg chg="del">
        <pc:chgData name="Gusti Pangestu" userId="S::gusti.pangestu@binus.ac.id::7768735c-5c0d-4d9b-b550-ead0b3c82a30" providerId="AD" clId="Web-{731F4634-1767-D2F4-7CC6-A07A3265D8B4}" dt="2022-11-16T03:44:51.018" v="24"/>
        <pc:sldMkLst>
          <pc:docMk/>
          <pc:sldMk cId="2068043843" sldId="291"/>
        </pc:sldMkLst>
      </pc:sldChg>
      <pc:sldChg chg="del">
        <pc:chgData name="Gusti Pangestu" userId="S::gusti.pangestu@binus.ac.id::7768735c-5c0d-4d9b-b550-ead0b3c82a30" providerId="AD" clId="Web-{731F4634-1767-D2F4-7CC6-A07A3265D8B4}" dt="2022-11-16T03:44:51.018" v="23"/>
        <pc:sldMkLst>
          <pc:docMk/>
          <pc:sldMk cId="181067477" sldId="292"/>
        </pc:sldMkLst>
      </pc:sldChg>
      <pc:sldChg chg="addSp delSp modSp new mod modClrScheme chgLayout">
        <pc:chgData name="Gusti Pangestu" userId="S::gusti.pangestu@binus.ac.id::7768735c-5c0d-4d9b-b550-ead0b3c82a30" providerId="AD" clId="Web-{731F4634-1767-D2F4-7CC6-A07A3265D8B4}" dt="2022-11-16T03:55:26.646" v="79" actId="14100"/>
        <pc:sldMkLst>
          <pc:docMk/>
          <pc:sldMk cId="3506783845" sldId="292"/>
        </pc:sldMkLst>
        <pc:spChg chg="del">
          <ac:chgData name="Gusti Pangestu" userId="S::gusti.pangestu@binus.ac.id::7768735c-5c0d-4d9b-b550-ead0b3c82a30" providerId="AD" clId="Web-{731F4634-1767-D2F4-7CC6-A07A3265D8B4}" dt="2022-11-16T03:47:31.789" v="45"/>
          <ac:spMkLst>
            <pc:docMk/>
            <pc:sldMk cId="3506783845" sldId="292"/>
            <ac:spMk id="2" creationId="{36CFE4A1-9406-F805-6272-1FD0F83B902A}"/>
          </ac:spMkLst>
        </pc:spChg>
        <pc:spChg chg="mod">
          <ac:chgData name="Gusti Pangestu" userId="S::gusti.pangestu@binus.ac.id::7768735c-5c0d-4d9b-b550-ead0b3c82a30" providerId="AD" clId="Web-{731F4634-1767-D2F4-7CC6-A07A3265D8B4}" dt="2022-11-16T03:55:06.989" v="74" actId="20577"/>
          <ac:spMkLst>
            <pc:docMk/>
            <pc:sldMk cId="3506783845" sldId="292"/>
            <ac:spMk id="3" creationId="{1A39E79B-87E1-4B48-741F-1094046F0F15}"/>
          </ac:spMkLst>
        </pc:spChg>
        <pc:spChg chg="add mod">
          <ac:chgData name="Gusti Pangestu" userId="S::gusti.pangestu@binus.ac.id::7768735c-5c0d-4d9b-b550-ead0b3c82a30" providerId="AD" clId="Web-{731F4634-1767-D2F4-7CC6-A07A3265D8B4}" dt="2022-11-16T03:48:06.415" v="65" actId="20577"/>
          <ac:spMkLst>
            <pc:docMk/>
            <pc:sldMk cId="3506783845" sldId="292"/>
            <ac:spMk id="9" creationId="{42BD2175-415E-7C5B-2CE2-49BCCF2158B2}"/>
          </ac:spMkLst>
        </pc:spChg>
        <pc:picChg chg="add mod">
          <ac:chgData name="Gusti Pangestu" userId="S::gusti.pangestu@binus.ac.id::7768735c-5c0d-4d9b-b550-ead0b3c82a30" providerId="AD" clId="Web-{731F4634-1767-D2F4-7CC6-A07A3265D8B4}" dt="2022-11-16T03:54:56.645" v="67" actId="1076"/>
          <ac:picMkLst>
            <pc:docMk/>
            <pc:sldMk cId="3506783845" sldId="292"/>
            <ac:picMk id="4" creationId="{8FA40C1F-FC6B-210D-37FC-35A8B3231006}"/>
          </ac:picMkLst>
        </pc:picChg>
        <pc:picChg chg="add mod">
          <ac:chgData name="Gusti Pangestu" userId="S::gusti.pangestu@binus.ac.id::7768735c-5c0d-4d9b-b550-ead0b3c82a30" providerId="AD" clId="Web-{731F4634-1767-D2F4-7CC6-A07A3265D8B4}" dt="2022-11-16T03:55:26.646" v="79" actId="14100"/>
          <ac:picMkLst>
            <pc:docMk/>
            <pc:sldMk cId="3506783845" sldId="292"/>
            <ac:picMk id="5" creationId="{D9078361-D59F-44AF-1B68-A4559F312AFD}"/>
          </ac:picMkLst>
        </pc:picChg>
      </pc:sldChg>
      <pc:sldChg chg="addSp delSp modSp new">
        <pc:chgData name="Gusti Pangestu" userId="S::gusti.pangestu@binus.ac.id::7768735c-5c0d-4d9b-b550-ead0b3c82a30" providerId="AD" clId="Web-{731F4634-1767-D2F4-7CC6-A07A3265D8B4}" dt="2022-11-16T04:12:46.692" v="116"/>
        <pc:sldMkLst>
          <pc:docMk/>
          <pc:sldMk cId="1023137893" sldId="293"/>
        </pc:sldMkLst>
        <pc:spChg chg="del">
          <ac:chgData name="Gusti Pangestu" userId="S::gusti.pangestu@binus.ac.id::7768735c-5c0d-4d9b-b550-ead0b3c82a30" providerId="AD" clId="Web-{731F4634-1767-D2F4-7CC6-A07A3265D8B4}" dt="2022-11-16T04:12:46.692" v="116"/>
          <ac:spMkLst>
            <pc:docMk/>
            <pc:sldMk cId="1023137893" sldId="293"/>
            <ac:spMk id="2" creationId="{5C5CAB32-3A7D-7E93-7521-4EEA73D57908}"/>
          </ac:spMkLst>
        </pc:spChg>
        <pc:spChg chg="mod">
          <ac:chgData name="Gusti Pangestu" userId="S::gusti.pangestu@binus.ac.id::7768735c-5c0d-4d9b-b550-ead0b3c82a30" providerId="AD" clId="Web-{731F4634-1767-D2F4-7CC6-A07A3265D8B4}" dt="2022-11-16T04:12:46.692" v="116"/>
          <ac:spMkLst>
            <pc:docMk/>
            <pc:sldMk cId="1023137893" sldId="293"/>
            <ac:spMk id="3" creationId="{520EB2C5-E55F-CF84-322E-5B3F67A92ED2}"/>
          </ac:spMkLst>
        </pc:spChg>
        <pc:spChg chg="del mod">
          <ac:chgData name="Gusti Pangestu" userId="S::gusti.pangestu@binus.ac.id::7768735c-5c0d-4d9b-b550-ead0b3c82a30" providerId="AD" clId="Web-{731F4634-1767-D2F4-7CC6-A07A3265D8B4}" dt="2022-11-16T04:12:43.864" v="115"/>
          <ac:spMkLst>
            <pc:docMk/>
            <pc:sldMk cId="1023137893" sldId="293"/>
            <ac:spMk id="4" creationId="{DB2E4289-FF07-CF4A-3B85-D33B1FDB1499}"/>
          </ac:spMkLst>
        </pc:spChg>
        <pc:spChg chg="add">
          <ac:chgData name="Gusti Pangestu" userId="S::gusti.pangestu@binus.ac.id::7768735c-5c0d-4d9b-b550-ead0b3c82a30" providerId="AD" clId="Web-{731F4634-1767-D2F4-7CC6-A07A3265D8B4}" dt="2022-11-16T04:12:46.692" v="116"/>
          <ac:spMkLst>
            <pc:docMk/>
            <pc:sldMk cId="1023137893" sldId="293"/>
            <ac:spMk id="10" creationId="{38C9C34E-D236-F09C-4A57-2242D77E2EAB}"/>
          </ac:spMkLst>
        </pc:spChg>
        <pc:picChg chg="add mod ord">
          <ac:chgData name="Gusti Pangestu" userId="S::gusti.pangestu@binus.ac.id::7768735c-5c0d-4d9b-b550-ead0b3c82a30" providerId="AD" clId="Web-{731F4634-1767-D2F4-7CC6-A07A3265D8B4}" dt="2022-11-16T04:12:46.692" v="116"/>
          <ac:picMkLst>
            <pc:docMk/>
            <pc:sldMk cId="1023137893" sldId="293"/>
            <ac:picMk id="5" creationId="{48CF6B61-EBC5-CC21-A68A-E267F9CCDA10}"/>
          </ac:picMkLst>
        </pc:picChg>
      </pc:sldChg>
      <pc:sldChg chg="del">
        <pc:chgData name="Gusti Pangestu" userId="S::gusti.pangestu@binus.ac.id::7768735c-5c0d-4d9b-b550-ead0b3c82a30" providerId="AD" clId="Web-{731F4634-1767-D2F4-7CC6-A07A3265D8B4}" dt="2022-11-16T03:44:51.018" v="22"/>
        <pc:sldMkLst>
          <pc:docMk/>
          <pc:sldMk cId="2629645314" sldId="293"/>
        </pc:sldMkLst>
      </pc:sldChg>
      <pc:sldChg chg="addSp delSp modSp new">
        <pc:chgData name="Gusti Pangestu" userId="S::gusti.pangestu@binus.ac.id::7768735c-5c0d-4d9b-b550-ead0b3c82a30" providerId="AD" clId="Web-{731F4634-1767-D2F4-7CC6-A07A3265D8B4}" dt="2022-11-16T04:10:31.329" v="101" actId="20577"/>
        <pc:sldMkLst>
          <pc:docMk/>
          <pc:sldMk cId="641680110" sldId="294"/>
        </pc:sldMkLst>
        <pc:spChg chg="mod">
          <ac:chgData name="Gusti Pangestu" userId="S::gusti.pangestu@binus.ac.id::7768735c-5c0d-4d9b-b550-ead0b3c82a30" providerId="AD" clId="Web-{731F4634-1767-D2F4-7CC6-A07A3265D8B4}" dt="2022-11-16T04:10:31.329" v="101" actId="20577"/>
          <ac:spMkLst>
            <pc:docMk/>
            <pc:sldMk cId="641680110" sldId="294"/>
            <ac:spMk id="2" creationId="{0FC8C279-7F77-79FE-FE69-7105421936B2}"/>
          </ac:spMkLst>
        </pc:spChg>
        <pc:spChg chg="del">
          <ac:chgData name="Gusti Pangestu" userId="S::gusti.pangestu@binus.ac.id::7768735c-5c0d-4d9b-b550-ead0b3c82a30" providerId="AD" clId="Web-{731F4634-1767-D2F4-7CC6-A07A3265D8B4}" dt="2022-11-16T04:09:11.483" v="81"/>
          <ac:spMkLst>
            <pc:docMk/>
            <pc:sldMk cId="641680110" sldId="294"/>
            <ac:spMk id="3" creationId="{9CB0ABD9-9ED8-A2A9-65C4-A04978B57500}"/>
          </ac:spMkLst>
        </pc:spChg>
        <pc:spChg chg="del">
          <ac:chgData name="Gusti Pangestu" userId="S::gusti.pangestu@binus.ac.id::7768735c-5c0d-4d9b-b550-ead0b3c82a30" providerId="AD" clId="Web-{731F4634-1767-D2F4-7CC6-A07A3265D8B4}" dt="2022-11-16T04:09:26.405" v="82"/>
          <ac:spMkLst>
            <pc:docMk/>
            <pc:sldMk cId="641680110" sldId="294"/>
            <ac:spMk id="4" creationId="{6E0ACB3A-68B2-0EB5-1FB8-1A990EBC903C}"/>
          </ac:spMkLst>
        </pc:spChg>
        <pc:spChg chg="add mod">
          <ac:chgData name="Gusti Pangestu" userId="S::gusti.pangestu@binus.ac.id::7768735c-5c0d-4d9b-b550-ead0b3c82a30" providerId="AD" clId="Web-{731F4634-1767-D2F4-7CC6-A07A3265D8B4}" dt="2022-11-16T04:10:20.297" v="94" actId="20577"/>
          <ac:spMkLst>
            <pc:docMk/>
            <pc:sldMk cId="641680110" sldId="294"/>
            <ac:spMk id="7" creationId="{A0DD2842-8BB9-0722-16A2-F59AA8BB06E0}"/>
          </ac:spMkLst>
        </pc:spChg>
        <pc:picChg chg="add mod ord">
          <ac:chgData name="Gusti Pangestu" userId="S::gusti.pangestu@binus.ac.id::7768735c-5c0d-4d9b-b550-ead0b3c82a30" providerId="AD" clId="Web-{731F4634-1767-D2F4-7CC6-A07A3265D8B4}" dt="2022-11-16T04:09:30.452" v="83" actId="1076"/>
          <ac:picMkLst>
            <pc:docMk/>
            <pc:sldMk cId="641680110" sldId="294"/>
            <ac:picMk id="5" creationId="{FC05BE57-EF52-A221-6B6E-3DEFB1D18F84}"/>
          </ac:picMkLst>
        </pc:picChg>
        <pc:picChg chg="add mod ord">
          <ac:chgData name="Gusti Pangestu" userId="S::gusti.pangestu@binus.ac.id::7768735c-5c0d-4d9b-b550-ead0b3c82a30" providerId="AD" clId="Web-{731F4634-1767-D2F4-7CC6-A07A3265D8B4}" dt="2022-11-16T04:09:39.624" v="85" actId="14100"/>
          <ac:picMkLst>
            <pc:docMk/>
            <pc:sldMk cId="641680110" sldId="294"/>
            <ac:picMk id="6" creationId="{426166E8-DABA-3232-2936-3873B1C7C2F6}"/>
          </ac:picMkLst>
        </pc:picChg>
      </pc:sldChg>
      <pc:sldChg chg="del">
        <pc:chgData name="Gusti Pangestu" userId="S::gusti.pangestu@binus.ac.id::7768735c-5c0d-4d9b-b550-ead0b3c82a30" providerId="AD" clId="Web-{731F4634-1767-D2F4-7CC6-A07A3265D8B4}" dt="2022-11-16T03:44:51.018" v="21"/>
        <pc:sldMkLst>
          <pc:docMk/>
          <pc:sldMk cId="3671522191" sldId="294"/>
        </pc:sldMkLst>
      </pc:sldChg>
      <pc:sldChg chg="delSp modSp new mod modClrScheme chgLayout">
        <pc:chgData name="Gusti Pangestu" userId="S::gusti.pangestu@binus.ac.id::7768735c-5c0d-4d9b-b550-ead0b3c82a30" providerId="AD" clId="Web-{731F4634-1767-D2F4-7CC6-A07A3265D8B4}" dt="2022-11-16T06:21:33.476" v="144" actId="20577"/>
        <pc:sldMkLst>
          <pc:docMk/>
          <pc:sldMk cId="1095013890" sldId="295"/>
        </pc:sldMkLst>
        <pc:spChg chg="mod ord">
          <ac:chgData name="Gusti Pangestu" userId="S::gusti.pangestu@binus.ac.id::7768735c-5c0d-4d9b-b550-ead0b3c82a30" providerId="AD" clId="Web-{731F4634-1767-D2F4-7CC6-A07A3265D8B4}" dt="2022-11-16T06:18:00.532" v="128"/>
          <ac:spMkLst>
            <pc:docMk/>
            <pc:sldMk cId="1095013890" sldId="295"/>
            <ac:spMk id="2" creationId="{7100939B-1912-19BF-95D6-921DA8E5B235}"/>
          </ac:spMkLst>
        </pc:spChg>
        <pc:spChg chg="mod ord">
          <ac:chgData name="Gusti Pangestu" userId="S::gusti.pangestu@binus.ac.id::7768735c-5c0d-4d9b-b550-ead0b3c82a30" providerId="AD" clId="Web-{731F4634-1767-D2F4-7CC6-A07A3265D8B4}" dt="2022-11-16T06:21:33.476" v="144" actId="20577"/>
          <ac:spMkLst>
            <pc:docMk/>
            <pc:sldMk cId="1095013890" sldId="295"/>
            <ac:spMk id="3" creationId="{5650DAAE-99C8-24A7-E56D-EAA1743C11FF}"/>
          </ac:spMkLst>
        </pc:spChg>
        <pc:spChg chg="del">
          <ac:chgData name="Gusti Pangestu" userId="S::gusti.pangestu@binus.ac.id::7768735c-5c0d-4d9b-b550-ead0b3c82a30" providerId="AD" clId="Web-{731F4634-1767-D2F4-7CC6-A07A3265D8B4}" dt="2022-11-16T06:18:00.532" v="128"/>
          <ac:spMkLst>
            <pc:docMk/>
            <pc:sldMk cId="1095013890" sldId="295"/>
            <ac:spMk id="4" creationId="{60A15FCE-373F-3B54-4AA8-57A3AB4F4236}"/>
          </ac:spMkLst>
        </pc:spChg>
      </pc:sldChg>
      <pc:sldChg chg="del">
        <pc:chgData name="Gusti Pangestu" userId="S::gusti.pangestu@binus.ac.id::7768735c-5c0d-4d9b-b550-ead0b3c82a30" providerId="AD" clId="Web-{731F4634-1767-D2F4-7CC6-A07A3265D8B4}" dt="2022-11-16T03:44:51.018" v="20"/>
        <pc:sldMkLst>
          <pc:docMk/>
          <pc:sldMk cId="3854135633" sldId="295"/>
        </pc:sldMkLst>
      </pc:sldChg>
      <pc:sldChg chg="addSp delSp modSp new">
        <pc:chgData name="Gusti Pangestu" userId="S::gusti.pangestu@binus.ac.id::7768735c-5c0d-4d9b-b550-ead0b3c82a30" providerId="AD" clId="Web-{731F4634-1767-D2F4-7CC6-A07A3265D8B4}" dt="2022-11-16T06:48:45.911" v="158" actId="14100"/>
        <pc:sldMkLst>
          <pc:docMk/>
          <pc:sldMk cId="1426729290" sldId="296"/>
        </pc:sldMkLst>
        <pc:spChg chg="del">
          <ac:chgData name="Gusti Pangestu" userId="S::gusti.pangestu@binus.ac.id::7768735c-5c0d-4d9b-b550-ead0b3c82a30" providerId="AD" clId="Web-{731F4634-1767-D2F4-7CC6-A07A3265D8B4}" dt="2022-11-16T06:48:01.238" v="149"/>
          <ac:spMkLst>
            <pc:docMk/>
            <pc:sldMk cId="1426729290" sldId="296"/>
            <ac:spMk id="2" creationId="{242478C7-E247-30D8-8F9A-E97E58D4AB4A}"/>
          </ac:spMkLst>
        </pc:spChg>
        <pc:spChg chg="mod">
          <ac:chgData name="Gusti Pangestu" userId="S::gusti.pangestu@binus.ac.id::7768735c-5c0d-4d9b-b550-ead0b3c82a30" providerId="AD" clId="Web-{731F4634-1767-D2F4-7CC6-A07A3265D8B4}" dt="2022-11-16T06:48:16.019" v="152" actId="20577"/>
          <ac:spMkLst>
            <pc:docMk/>
            <pc:sldMk cId="1426729290" sldId="296"/>
            <ac:spMk id="3" creationId="{554427B2-CDB4-2368-779F-A6E43BE8B3B8}"/>
          </ac:spMkLst>
        </pc:spChg>
        <pc:picChg chg="add mod">
          <ac:chgData name="Gusti Pangestu" userId="S::gusti.pangestu@binus.ac.id::7768735c-5c0d-4d9b-b550-ead0b3c82a30" providerId="AD" clId="Web-{731F4634-1767-D2F4-7CC6-A07A3265D8B4}" dt="2022-11-16T06:48:21.519" v="155" actId="1076"/>
          <ac:picMkLst>
            <pc:docMk/>
            <pc:sldMk cId="1426729290" sldId="296"/>
            <ac:picMk id="4" creationId="{06E7C50C-11F7-416A-B4B7-B918E750DE59}"/>
          </ac:picMkLst>
        </pc:picChg>
        <pc:picChg chg="add mod">
          <ac:chgData name="Gusti Pangestu" userId="S::gusti.pangestu@binus.ac.id::7768735c-5c0d-4d9b-b550-ead0b3c82a30" providerId="AD" clId="Web-{731F4634-1767-D2F4-7CC6-A07A3265D8B4}" dt="2022-11-16T06:48:45.911" v="158" actId="14100"/>
          <ac:picMkLst>
            <pc:docMk/>
            <pc:sldMk cId="1426729290" sldId="296"/>
            <ac:picMk id="5" creationId="{B2C445F9-F2F5-9D34-26B5-9CE6707E1A36}"/>
          </ac:picMkLst>
        </pc:picChg>
      </pc:sldChg>
      <pc:sldChg chg="del">
        <pc:chgData name="Gusti Pangestu" userId="S::gusti.pangestu@binus.ac.id::7768735c-5c0d-4d9b-b550-ead0b3c82a30" providerId="AD" clId="Web-{731F4634-1767-D2F4-7CC6-A07A3265D8B4}" dt="2022-11-16T03:44:51.018" v="19"/>
        <pc:sldMkLst>
          <pc:docMk/>
          <pc:sldMk cId="2826040258" sldId="296"/>
        </pc:sldMkLst>
      </pc:sldChg>
      <pc:sldChg chg="del">
        <pc:chgData name="Gusti Pangestu" userId="S::gusti.pangestu@binus.ac.id::7768735c-5c0d-4d9b-b550-ead0b3c82a30" providerId="AD" clId="Web-{731F4634-1767-D2F4-7CC6-A07A3265D8B4}" dt="2022-11-16T03:44:51.018" v="18"/>
        <pc:sldMkLst>
          <pc:docMk/>
          <pc:sldMk cId="1902739993" sldId="297"/>
        </pc:sldMkLst>
      </pc:sldChg>
      <pc:sldChg chg="addSp delSp modSp new">
        <pc:chgData name="Gusti Pangestu" userId="S::gusti.pangestu@binus.ac.id::7768735c-5c0d-4d9b-b550-ead0b3c82a30" providerId="AD" clId="Web-{731F4634-1767-D2F4-7CC6-A07A3265D8B4}" dt="2022-11-16T07:08:19.385" v="176" actId="14100"/>
        <pc:sldMkLst>
          <pc:docMk/>
          <pc:sldMk cId="2467367817" sldId="297"/>
        </pc:sldMkLst>
        <pc:spChg chg="del">
          <ac:chgData name="Gusti Pangestu" userId="S::gusti.pangestu@binus.ac.id::7768735c-5c0d-4d9b-b550-ead0b3c82a30" providerId="AD" clId="Web-{731F4634-1767-D2F4-7CC6-A07A3265D8B4}" dt="2022-11-16T07:07:32.805" v="169"/>
          <ac:spMkLst>
            <pc:docMk/>
            <pc:sldMk cId="2467367817" sldId="297"/>
            <ac:spMk id="2" creationId="{98625238-0B54-6570-ACD5-C6A452E4C664}"/>
          </ac:spMkLst>
        </pc:spChg>
        <pc:spChg chg="del mod">
          <ac:chgData name="Gusti Pangestu" userId="S::gusti.pangestu@binus.ac.id::7768735c-5c0d-4d9b-b550-ead0b3c82a30" providerId="AD" clId="Web-{731F4634-1767-D2F4-7CC6-A07A3265D8B4}" dt="2022-11-16T07:07:30.540" v="168"/>
          <ac:spMkLst>
            <pc:docMk/>
            <pc:sldMk cId="2467367817" sldId="297"/>
            <ac:spMk id="3" creationId="{0148FB59-FC9E-32D3-F65B-5FD2F2C11B8C}"/>
          </ac:spMkLst>
        </pc:spChg>
        <pc:picChg chg="add mod ord">
          <ac:chgData name="Gusti Pangestu" userId="S::gusti.pangestu@binus.ac.id::7768735c-5c0d-4d9b-b550-ead0b3c82a30" providerId="AD" clId="Web-{731F4634-1767-D2F4-7CC6-A07A3265D8B4}" dt="2022-11-16T07:08:11.228" v="174" actId="1076"/>
          <ac:picMkLst>
            <pc:docMk/>
            <pc:sldMk cId="2467367817" sldId="297"/>
            <ac:picMk id="4" creationId="{B69FD141-4ADF-0E94-5691-6D65F816092A}"/>
          </ac:picMkLst>
        </pc:picChg>
        <pc:picChg chg="add mod">
          <ac:chgData name="Gusti Pangestu" userId="S::gusti.pangestu@binus.ac.id::7768735c-5c0d-4d9b-b550-ead0b3c82a30" providerId="AD" clId="Web-{731F4634-1767-D2F4-7CC6-A07A3265D8B4}" dt="2022-11-16T07:08:19.385" v="176" actId="14100"/>
          <ac:picMkLst>
            <pc:docMk/>
            <pc:sldMk cId="2467367817" sldId="297"/>
            <ac:picMk id="5" creationId="{DBEC9A96-CCA2-A5B6-7D80-ED75F06BC947}"/>
          </ac:picMkLst>
        </pc:picChg>
      </pc:sldChg>
      <pc:sldChg chg="del">
        <pc:chgData name="Gusti Pangestu" userId="S::gusti.pangestu@binus.ac.id::7768735c-5c0d-4d9b-b550-ead0b3c82a30" providerId="AD" clId="Web-{731F4634-1767-D2F4-7CC6-A07A3265D8B4}" dt="2022-11-16T03:44:51.018" v="17"/>
        <pc:sldMkLst>
          <pc:docMk/>
          <pc:sldMk cId="502453303" sldId="298"/>
        </pc:sldMkLst>
      </pc:sldChg>
      <pc:sldChg chg="addSp delSp modSp new">
        <pc:chgData name="Gusti Pangestu" userId="S::gusti.pangestu@binus.ac.id::7768735c-5c0d-4d9b-b550-ead0b3c82a30" providerId="AD" clId="Web-{731F4634-1767-D2F4-7CC6-A07A3265D8B4}" dt="2022-11-16T07:08:51.433" v="181" actId="1076"/>
        <pc:sldMkLst>
          <pc:docMk/>
          <pc:sldMk cId="3078249726" sldId="298"/>
        </pc:sldMkLst>
        <pc:spChg chg="del">
          <ac:chgData name="Gusti Pangestu" userId="S::gusti.pangestu@binus.ac.id::7768735c-5c0d-4d9b-b550-ead0b3c82a30" providerId="AD" clId="Web-{731F4634-1767-D2F4-7CC6-A07A3265D8B4}" dt="2022-11-16T07:08:42.620" v="179"/>
          <ac:spMkLst>
            <pc:docMk/>
            <pc:sldMk cId="3078249726" sldId="298"/>
            <ac:spMk id="2" creationId="{BEEADEF4-0DF7-CFBC-AE6C-9B1075BB18C7}"/>
          </ac:spMkLst>
        </pc:spChg>
        <pc:spChg chg="del">
          <ac:chgData name="Gusti Pangestu" userId="S::gusti.pangestu@binus.ac.id::7768735c-5c0d-4d9b-b550-ead0b3c82a30" providerId="AD" clId="Web-{731F4634-1767-D2F4-7CC6-A07A3265D8B4}" dt="2022-11-16T07:08:41.057" v="178"/>
          <ac:spMkLst>
            <pc:docMk/>
            <pc:sldMk cId="3078249726" sldId="298"/>
            <ac:spMk id="3" creationId="{3F30634D-7B25-15EB-39BB-86FDF61CA206}"/>
          </ac:spMkLst>
        </pc:spChg>
        <pc:picChg chg="add mod ord">
          <ac:chgData name="Gusti Pangestu" userId="S::gusti.pangestu@binus.ac.id::7768735c-5c0d-4d9b-b550-ead0b3c82a30" providerId="AD" clId="Web-{731F4634-1767-D2F4-7CC6-A07A3265D8B4}" dt="2022-11-16T07:08:51.433" v="181" actId="1076"/>
          <ac:picMkLst>
            <pc:docMk/>
            <pc:sldMk cId="3078249726" sldId="298"/>
            <ac:picMk id="4" creationId="{44284CFD-DE57-8570-D06B-E11E3A0A1F6A}"/>
          </ac:picMkLst>
        </pc:picChg>
      </pc:sldChg>
      <pc:sldChg chg="del">
        <pc:chgData name="Gusti Pangestu" userId="S::gusti.pangestu@binus.ac.id::7768735c-5c0d-4d9b-b550-ead0b3c82a30" providerId="AD" clId="Web-{731F4634-1767-D2F4-7CC6-A07A3265D8B4}" dt="2022-11-16T03:44:51.018" v="16"/>
        <pc:sldMkLst>
          <pc:docMk/>
          <pc:sldMk cId="1410539918" sldId="299"/>
        </pc:sldMkLst>
      </pc:sldChg>
      <pc:sldChg chg="addSp modSp new">
        <pc:chgData name="Gusti Pangestu" userId="S::gusti.pangestu@binus.ac.id::7768735c-5c0d-4d9b-b550-ead0b3c82a30" providerId="AD" clId="Web-{731F4634-1767-D2F4-7CC6-A07A3265D8B4}" dt="2022-11-16T07:13:08.566" v="203" actId="1076"/>
        <pc:sldMkLst>
          <pc:docMk/>
          <pc:sldMk cId="2189213575" sldId="299"/>
        </pc:sldMkLst>
        <pc:spChg chg="mod">
          <ac:chgData name="Gusti Pangestu" userId="S::gusti.pangestu@binus.ac.id::7768735c-5c0d-4d9b-b550-ead0b3c82a30" providerId="AD" clId="Web-{731F4634-1767-D2F4-7CC6-A07A3265D8B4}" dt="2022-11-16T07:09:10.715" v="186" actId="20577"/>
          <ac:spMkLst>
            <pc:docMk/>
            <pc:sldMk cId="2189213575" sldId="299"/>
            <ac:spMk id="2" creationId="{734F4BEC-FF96-FC5A-72BF-D005EC927A1B}"/>
          </ac:spMkLst>
        </pc:spChg>
        <pc:spChg chg="mod">
          <ac:chgData name="Gusti Pangestu" userId="S::gusti.pangestu@binus.ac.id::7768735c-5c0d-4d9b-b550-ead0b3c82a30" providerId="AD" clId="Web-{731F4634-1767-D2F4-7CC6-A07A3265D8B4}" dt="2022-11-16T07:13:01.065" v="199" actId="20577"/>
          <ac:spMkLst>
            <pc:docMk/>
            <pc:sldMk cId="2189213575" sldId="299"/>
            <ac:spMk id="3" creationId="{C5DD9761-A642-A353-EF97-9A7E84B0FF2B}"/>
          </ac:spMkLst>
        </pc:spChg>
        <pc:picChg chg="add mod">
          <ac:chgData name="Gusti Pangestu" userId="S::gusti.pangestu@binus.ac.id::7768735c-5c0d-4d9b-b550-ead0b3c82a30" providerId="AD" clId="Web-{731F4634-1767-D2F4-7CC6-A07A3265D8B4}" dt="2022-11-16T07:13:08.566" v="203" actId="1076"/>
          <ac:picMkLst>
            <pc:docMk/>
            <pc:sldMk cId="2189213575" sldId="299"/>
            <ac:picMk id="4" creationId="{96E8037A-0C22-E2D9-A5FC-56FE0ACCC0A1}"/>
          </ac:picMkLst>
        </pc:picChg>
      </pc:sldChg>
      <pc:sldChg chg="addSp modSp new">
        <pc:chgData name="Gusti Pangestu" userId="S::gusti.pangestu@binus.ac.id::7768735c-5c0d-4d9b-b550-ead0b3c82a30" providerId="AD" clId="Web-{731F4634-1767-D2F4-7CC6-A07A3265D8B4}" dt="2022-11-16T07:15:29.195" v="228" actId="1076"/>
        <pc:sldMkLst>
          <pc:docMk/>
          <pc:sldMk cId="544600065" sldId="300"/>
        </pc:sldMkLst>
        <pc:spChg chg="mod">
          <ac:chgData name="Gusti Pangestu" userId="S::gusti.pangestu@binus.ac.id::7768735c-5c0d-4d9b-b550-ead0b3c82a30" providerId="AD" clId="Web-{731F4634-1767-D2F4-7CC6-A07A3265D8B4}" dt="2022-11-16T07:15:17.476" v="223" actId="20577"/>
          <ac:spMkLst>
            <pc:docMk/>
            <pc:sldMk cId="544600065" sldId="300"/>
            <ac:spMk id="3" creationId="{D31BE830-678B-32CF-F6B1-2A4E5A562297}"/>
          </ac:spMkLst>
        </pc:spChg>
        <pc:picChg chg="add mod">
          <ac:chgData name="Gusti Pangestu" userId="S::gusti.pangestu@binus.ac.id::7768735c-5c0d-4d9b-b550-ead0b3c82a30" providerId="AD" clId="Web-{731F4634-1767-D2F4-7CC6-A07A3265D8B4}" dt="2022-11-16T07:15:29.195" v="228" actId="1076"/>
          <ac:picMkLst>
            <pc:docMk/>
            <pc:sldMk cId="544600065" sldId="300"/>
            <ac:picMk id="4" creationId="{FAD6B162-DC52-932A-C804-8456E0A32335}"/>
          </ac:picMkLst>
        </pc:picChg>
        <pc:picChg chg="add mod">
          <ac:chgData name="Gusti Pangestu" userId="S::gusti.pangestu@binus.ac.id::7768735c-5c0d-4d9b-b550-ead0b3c82a30" providerId="AD" clId="Web-{731F4634-1767-D2F4-7CC6-A07A3265D8B4}" dt="2022-11-16T07:15:24.929" v="227" actId="1076"/>
          <ac:picMkLst>
            <pc:docMk/>
            <pc:sldMk cId="544600065" sldId="300"/>
            <ac:picMk id="5" creationId="{1FABD6B4-5197-FD27-D5F8-C36F8ACE2A8D}"/>
          </ac:picMkLst>
        </pc:picChg>
      </pc:sldChg>
      <pc:sldChg chg="del">
        <pc:chgData name="Gusti Pangestu" userId="S::gusti.pangestu@binus.ac.id::7768735c-5c0d-4d9b-b550-ead0b3c82a30" providerId="AD" clId="Web-{731F4634-1767-D2F4-7CC6-A07A3265D8B4}" dt="2022-11-16T03:44:51.018" v="15"/>
        <pc:sldMkLst>
          <pc:docMk/>
          <pc:sldMk cId="1225882195" sldId="300"/>
        </pc:sldMkLst>
      </pc:sldChg>
      <pc:sldChg chg="addSp delSp modSp new">
        <pc:chgData name="Gusti Pangestu" userId="S::gusti.pangestu@binus.ac.id::7768735c-5c0d-4d9b-b550-ead0b3c82a30" providerId="AD" clId="Web-{731F4634-1767-D2F4-7CC6-A07A3265D8B4}" dt="2022-11-16T07:17:25.652" v="244" actId="14100"/>
        <pc:sldMkLst>
          <pc:docMk/>
          <pc:sldMk cId="1266768660" sldId="301"/>
        </pc:sldMkLst>
        <pc:spChg chg="mod">
          <ac:chgData name="Gusti Pangestu" userId="S::gusti.pangestu@binus.ac.id::7768735c-5c0d-4d9b-b550-ead0b3c82a30" providerId="AD" clId="Web-{731F4634-1767-D2F4-7CC6-A07A3265D8B4}" dt="2022-11-16T07:17:01.604" v="240" actId="1076"/>
          <ac:spMkLst>
            <pc:docMk/>
            <pc:sldMk cId="1266768660" sldId="301"/>
            <ac:spMk id="2" creationId="{D56D5314-8D63-3544-5356-087309CC5B3F}"/>
          </ac:spMkLst>
        </pc:spChg>
        <pc:spChg chg="del">
          <ac:chgData name="Gusti Pangestu" userId="S::gusti.pangestu@binus.ac.id::7768735c-5c0d-4d9b-b550-ead0b3c82a30" providerId="AD" clId="Web-{731F4634-1767-D2F4-7CC6-A07A3265D8B4}" dt="2022-11-16T07:16:54.604" v="238"/>
          <ac:spMkLst>
            <pc:docMk/>
            <pc:sldMk cId="1266768660" sldId="301"/>
            <ac:spMk id="3" creationId="{F52FBCE7-312C-F590-8B83-3E6D7C595064}"/>
          </ac:spMkLst>
        </pc:spChg>
        <pc:picChg chg="add mod ord">
          <ac:chgData name="Gusti Pangestu" userId="S::gusti.pangestu@binus.ac.id::7768735c-5c0d-4d9b-b550-ead0b3c82a30" providerId="AD" clId="Web-{731F4634-1767-D2F4-7CC6-A07A3265D8B4}" dt="2022-11-16T07:17:05.151" v="241" actId="1076"/>
          <ac:picMkLst>
            <pc:docMk/>
            <pc:sldMk cId="1266768660" sldId="301"/>
            <ac:picMk id="4" creationId="{7B1D36CD-AEEE-24E1-8387-7E2447E64F9E}"/>
          </ac:picMkLst>
        </pc:picChg>
        <pc:picChg chg="add mod">
          <ac:chgData name="Gusti Pangestu" userId="S::gusti.pangestu@binus.ac.id::7768735c-5c0d-4d9b-b550-ead0b3c82a30" providerId="AD" clId="Web-{731F4634-1767-D2F4-7CC6-A07A3265D8B4}" dt="2022-11-16T07:17:25.652" v="244" actId="14100"/>
          <ac:picMkLst>
            <pc:docMk/>
            <pc:sldMk cId="1266768660" sldId="301"/>
            <ac:picMk id="5" creationId="{4C6688EE-4659-4479-0BFA-E533428031B6}"/>
          </ac:picMkLst>
        </pc:picChg>
      </pc:sldChg>
      <pc:sldChg chg="del">
        <pc:chgData name="Gusti Pangestu" userId="S::gusti.pangestu@binus.ac.id::7768735c-5c0d-4d9b-b550-ead0b3c82a30" providerId="AD" clId="Web-{731F4634-1767-D2F4-7CC6-A07A3265D8B4}" dt="2022-11-16T03:44:51.018" v="14"/>
        <pc:sldMkLst>
          <pc:docMk/>
          <pc:sldMk cId="2716777333" sldId="301"/>
        </pc:sldMkLst>
      </pc:sldChg>
      <pc:sldChg chg="modSp new">
        <pc:chgData name="Gusti Pangestu" userId="S::gusti.pangestu@binus.ac.id::7768735c-5c0d-4d9b-b550-ead0b3c82a30" providerId="AD" clId="Web-{731F4634-1767-D2F4-7CC6-A07A3265D8B4}" dt="2022-11-16T07:20:15.860" v="267" actId="20577"/>
        <pc:sldMkLst>
          <pc:docMk/>
          <pc:sldMk cId="343948354" sldId="302"/>
        </pc:sldMkLst>
        <pc:spChg chg="mod">
          <ac:chgData name="Gusti Pangestu" userId="S::gusti.pangestu@binus.ac.id::7768735c-5c0d-4d9b-b550-ead0b3c82a30" providerId="AD" clId="Web-{731F4634-1767-D2F4-7CC6-A07A3265D8B4}" dt="2022-11-16T07:18:06.950" v="253" actId="20577"/>
          <ac:spMkLst>
            <pc:docMk/>
            <pc:sldMk cId="343948354" sldId="302"/>
            <ac:spMk id="2" creationId="{BEF17AE5-D4FA-DC3C-0C82-FF47F4E7F62C}"/>
          </ac:spMkLst>
        </pc:spChg>
        <pc:spChg chg="mod">
          <ac:chgData name="Gusti Pangestu" userId="S::gusti.pangestu@binus.ac.id::7768735c-5c0d-4d9b-b550-ead0b3c82a30" providerId="AD" clId="Web-{731F4634-1767-D2F4-7CC6-A07A3265D8B4}" dt="2022-11-16T07:20:15.860" v="267" actId="20577"/>
          <ac:spMkLst>
            <pc:docMk/>
            <pc:sldMk cId="343948354" sldId="302"/>
            <ac:spMk id="3" creationId="{3D73FCDC-7A65-65FC-949F-057302CC64F2}"/>
          </ac:spMkLst>
        </pc:spChg>
      </pc:sldChg>
      <pc:sldChg chg="del">
        <pc:chgData name="Gusti Pangestu" userId="S::gusti.pangestu@binus.ac.id::7768735c-5c0d-4d9b-b550-ead0b3c82a30" providerId="AD" clId="Web-{731F4634-1767-D2F4-7CC6-A07A3265D8B4}" dt="2022-11-16T03:44:51.018" v="13"/>
        <pc:sldMkLst>
          <pc:docMk/>
          <pc:sldMk cId="2251878460" sldId="302"/>
        </pc:sldMkLst>
      </pc:sldChg>
      <pc:sldChg chg="del">
        <pc:chgData name="Gusti Pangestu" userId="S::gusti.pangestu@binus.ac.id::7768735c-5c0d-4d9b-b550-ead0b3c82a30" providerId="AD" clId="Web-{731F4634-1767-D2F4-7CC6-A07A3265D8B4}" dt="2022-11-16T03:44:51.003" v="12"/>
        <pc:sldMkLst>
          <pc:docMk/>
          <pc:sldMk cId="1301941771" sldId="303"/>
        </pc:sldMkLst>
      </pc:sldChg>
      <pc:sldChg chg="addSp modSp new">
        <pc:chgData name="Gusti Pangestu" userId="S::gusti.pangestu@binus.ac.id::7768735c-5c0d-4d9b-b550-ead0b3c82a30" providerId="AD" clId="Web-{731F4634-1767-D2F4-7CC6-A07A3265D8B4}" dt="2022-11-16T07:33:51.823" v="291" actId="20577"/>
        <pc:sldMkLst>
          <pc:docMk/>
          <pc:sldMk cId="2107620240" sldId="303"/>
        </pc:sldMkLst>
        <pc:spChg chg="mod">
          <ac:chgData name="Gusti Pangestu" userId="S::gusti.pangestu@binus.ac.id::7768735c-5c0d-4d9b-b550-ead0b3c82a30" providerId="AD" clId="Web-{731F4634-1767-D2F4-7CC6-A07A3265D8B4}" dt="2022-11-16T07:20:29.361" v="275" actId="20577"/>
          <ac:spMkLst>
            <pc:docMk/>
            <pc:sldMk cId="2107620240" sldId="303"/>
            <ac:spMk id="2" creationId="{40412AD6-D1BA-E58F-7F6F-2E3D1373C327}"/>
          </ac:spMkLst>
        </pc:spChg>
        <pc:spChg chg="mod">
          <ac:chgData name="Gusti Pangestu" userId="S::gusti.pangestu@binus.ac.id::7768735c-5c0d-4d9b-b550-ead0b3c82a30" providerId="AD" clId="Web-{731F4634-1767-D2F4-7CC6-A07A3265D8B4}" dt="2022-11-16T07:33:51.823" v="291" actId="20577"/>
          <ac:spMkLst>
            <pc:docMk/>
            <pc:sldMk cId="2107620240" sldId="303"/>
            <ac:spMk id="3" creationId="{14C480D8-B923-1314-2CB0-DA2573F6504E}"/>
          </ac:spMkLst>
        </pc:spChg>
        <pc:picChg chg="add mod">
          <ac:chgData name="Gusti Pangestu" userId="S::gusti.pangestu@binus.ac.id::7768735c-5c0d-4d9b-b550-ead0b3c82a30" providerId="AD" clId="Web-{731F4634-1767-D2F4-7CC6-A07A3265D8B4}" dt="2022-11-16T07:23:35.554" v="289" actId="14100"/>
          <ac:picMkLst>
            <pc:docMk/>
            <pc:sldMk cId="2107620240" sldId="303"/>
            <ac:picMk id="4" creationId="{6D89184F-062B-2AB2-7AE8-E1EFED30DFF9}"/>
          </ac:picMkLst>
        </pc:picChg>
      </pc:sldChg>
      <pc:sldChg chg="del">
        <pc:chgData name="Gusti Pangestu" userId="S::gusti.pangestu@binus.ac.id::7768735c-5c0d-4d9b-b550-ead0b3c82a30" providerId="AD" clId="Web-{731F4634-1767-D2F4-7CC6-A07A3265D8B4}" dt="2022-11-16T03:44:51.003" v="11"/>
        <pc:sldMkLst>
          <pc:docMk/>
          <pc:sldMk cId="2438179628" sldId="304"/>
        </pc:sldMkLst>
      </pc:sldChg>
      <pc:sldChg chg="addSp modSp new">
        <pc:chgData name="Gusti Pangestu" userId="S::gusti.pangestu@binus.ac.id::7768735c-5c0d-4d9b-b550-ead0b3c82a30" providerId="AD" clId="Web-{731F4634-1767-D2F4-7CC6-A07A3265D8B4}" dt="2022-11-16T07:34:25.121" v="308" actId="1076"/>
        <pc:sldMkLst>
          <pc:docMk/>
          <pc:sldMk cId="3568005129" sldId="304"/>
        </pc:sldMkLst>
        <pc:spChg chg="mod">
          <ac:chgData name="Gusti Pangestu" userId="S::gusti.pangestu@binus.ac.id::7768735c-5c0d-4d9b-b550-ead0b3c82a30" providerId="AD" clId="Web-{731F4634-1767-D2F4-7CC6-A07A3265D8B4}" dt="2022-11-16T07:33:58.558" v="299" actId="20577"/>
          <ac:spMkLst>
            <pc:docMk/>
            <pc:sldMk cId="3568005129" sldId="304"/>
            <ac:spMk id="2" creationId="{0ABA6406-6C6F-F42B-06FC-2935C32410F2}"/>
          </ac:spMkLst>
        </pc:spChg>
        <pc:spChg chg="mod">
          <ac:chgData name="Gusti Pangestu" userId="S::gusti.pangestu@binus.ac.id::7768735c-5c0d-4d9b-b550-ead0b3c82a30" providerId="AD" clId="Web-{731F4634-1767-D2F4-7CC6-A07A3265D8B4}" dt="2022-11-16T07:34:14.136" v="304" actId="20577"/>
          <ac:spMkLst>
            <pc:docMk/>
            <pc:sldMk cId="3568005129" sldId="304"/>
            <ac:spMk id="3" creationId="{558F34B3-97EC-1A5E-9481-CB5D8EECD8CE}"/>
          </ac:spMkLst>
        </pc:spChg>
        <pc:picChg chg="add mod">
          <ac:chgData name="Gusti Pangestu" userId="S::gusti.pangestu@binus.ac.id::7768735c-5c0d-4d9b-b550-ead0b3c82a30" providerId="AD" clId="Web-{731F4634-1767-D2F4-7CC6-A07A3265D8B4}" dt="2022-11-16T07:34:25.121" v="308" actId="1076"/>
          <ac:picMkLst>
            <pc:docMk/>
            <pc:sldMk cId="3568005129" sldId="304"/>
            <ac:picMk id="4" creationId="{E38E4BB8-98D8-001F-2C9A-48D4A7B94204}"/>
          </ac:picMkLst>
        </pc:picChg>
      </pc:sldChg>
      <pc:sldChg chg="del">
        <pc:chgData name="Gusti Pangestu" userId="S::gusti.pangestu@binus.ac.id::7768735c-5c0d-4d9b-b550-ead0b3c82a30" providerId="AD" clId="Web-{731F4634-1767-D2F4-7CC6-A07A3265D8B4}" dt="2022-11-16T03:44:51.003" v="10"/>
        <pc:sldMkLst>
          <pc:docMk/>
          <pc:sldMk cId="108455753" sldId="305"/>
        </pc:sldMkLst>
      </pc:sldChg>
      <pc:sldChg chg="addSp modSp new">
        <pc:chgData name="Gusti Pangestu" userId="S::gusti.pangestu@binus.ac.id::7768735c-5c0d-4d9b-b550-ead0b3c82a30" providerId="AD" clId="Web-{731F4634-1767-D2F4-7CC6-A07A3265D8B4}" dt="2022-11-16T08:26:19.892" v="336" actId="1076"/>
        <pc:sldMkLst>
          <pc:docMk/>
          <pc:sldMk cId="4266244157" sldId="305"/>
        </pc:sldMkLst>
        <pc:spChg chg="mod">
          <ac:chgData name="Gusti Pangestu" userId="S::gusti.pangestu@binus.ac.id::7768735c-5c0d-4d9b-b550-ead0b3c82a30" providerId="AD" clId="Web-{731F4634-1767-D2F4-7CC6-A07A3265D8B4}" dt="2022-11-16T08:23:34.389" v="313" actId="20577"/>
          <ac:spMkLst>
            <pc:docMk/>
            <pc:sldMk cId="4266244157" sldId="305"/>
            <ac:spMk id="2" creationId="{DF7DB8E3-4B60-7295-4CA7-C700B0C346BB}"/>
          </ac:spMkLst>
        </pc:spChg>
        <pc:spChg chg="mod">
          <ac:chgData name="Gusti Pangestu" userId="S::gusti.pangestu@binus.ac.id::7768735c-5c0d-4d9b-b550-ead0b3c82a30" providerId="AD" clId="Web-{731F4634-1767-D2F4-7CC6-A07A3265D8B4}" dt="2022-11-16T08:25:51.829" v="328" actId="20577"/>
          <ac:spMkLst>
            <pc:docMk/>
            <pc:sldMk cId="4266244157" sldId="305"/>
            <ac:spMk id="3" creationId="{B9B3F310-DB13-554A-DF83-9FE33199F320}"/>
          </ac:spMkLst>
        </pc:spChg>
        <pc:picChg chg="add mod">
          <ac:chgData name="Gusti Pangestu" userId="S::gusti.pangestu@binus.ac.id::7768735c-5c0d-4d9b-b550-ead0b3c82a30" providerId="AD" clId="Web-{731F4634-1767-D2F4-7CC6-A07A3265D8B4}" dt="2022-11-16T08:25:58.985" v="331" actId="1076"/>
          <ac:picMkLst>
            <pc:docMk/>
            <pc:sldMk cId="4266244157" sldId="305"/>
            <ac:picMk id="4" creationId="{65809364-FAD9-5625-CB13-B1668C141F3F}"/>
          </ac:picMkLst>
        </pc:picChg>
        <pc:picChg chg="add mod">
          <ac:chgData name="Gusti Pangestu" userId="S::gusti.pangestu@binus.ac.id::7768735c-5c0d-4d9b-b550-ead0b3c82a30" providerId="AD" clId="Web-{731F4634-1767-D2F4-7CC6-A07A3265D8B4}" dt="2022-11-16T08:26:19.892" v="336" actId="1076"/>
          <ac:picMkLst>
            <pc:docMk/>
            <pc:sldMk cId="4266244157" sldId="305"/>
            <ac:picMk id="5" creationId="{AB2E43D3-8198-3823-0B7D-162447927C6A}"/>
          </ac:picMkLst>
        </pc:picChg>
      </pc:sldChg>
      <pc:sldChg chg="del">
        <pc:chgData name="Gusti Pangestu" userId="S::gusti.pangestu@binus.ac.id::7768735c-5c0d-4d9b-b550-ead0b3c82a30" providerId="AD" clId="Web-{731F4634-1767-D2F4-7CC6-A07A3265D8B4}" dt="2022-11-16T03:44:51.003" v="9"/>
        <pc:sldMkLst>
          <pc:docMk/>
          <pc:sldMk cId="1495215192" sldId="306"/>
        </pc:sldMkLst>
      </pc:sldChg>
      <pc:sldChg chg="new del">
        <pc:chgData name="Gusti Pangestu" userId="S::gusti.pangestu@binus.ac.id::7768735c-5c0d-4d9b-b550-ead0b3c82a30" providerId="AD" clId="Web-{731F4634-1767-D2F4-7CC6-A07A3265D8B4}" dt="2022-11-16T09:04:49.353" v="338"/>
        <pc:sldMkLst>
          <pc:docMk/>
          <pc:sldMk cId="2404527220" sldId="306"/>
        </pc:sldMkLst>
      </pc:sldChg>
      <pc:sldChg chg="del">
        <pc:chgData name="Gusti Pangestu" userId="S::gusti.pangestu@binus.ac.id::7768735c-5c0d-4d9b-b550-ead0b3c82a30" providerId="AD" clId="Web-{731F4634-1767-D2F4-7CC6-A07A3265D8B4}" dt="2022-11-16T03:44:51.003" v="8"/>
        <pc:sldMkLst>
          <pc:docMk/>
          <pc:sldMk cId="1670407441" sldId="307"/>
        </pc:sldMkLst>
      </pc:sldChg>
      <pc:sldChg chg="del">
        <pc:chgData name="Gusti Pangestu" userId="S::gusti.pangestu@binus.ac.id::7768735c-5c0d-4d9b-b550-ead0b3c82a30" providerId="AD" clId="Web-{731F4634-1767-D2F4-7CC6-A07A3265D8B4}" dt="2022-11-16T03:44:51.003" v="7"/>
        <pc:sldMkLst>
          <pc:docMk/>
          <pc:sldMk cId="939406171" sldId="308"/>
        </pc:sldMkLst>
      </pc:sldChg>
      <pc:sldChg chg="del">
        <pc:chgData name="Gusti Pangestu" userId="S::gusti.pangestu@binus.ac.id::7768735c-5c0d-4d9b-b550-ead0b3c82a30" providerId="AD" clId="Web-{731F4634-1767-D2F4-7CC6-A07A3265D8B4}" dt="2022-11-16T03:44:51.003" v="6"/>
        <pc:sldMkLst>
          <pc:docMk/>
          <pc:sldMk cId="3236511058" sldId="309"/>
        </pc:sldMkLst>
      </pc:sldChg>
      <pc:sldChg chg="del">
        <pc:chgData name="Gusti Pangestu" userId="S::gusti.pangestu@binus.ac.id::7768735c-5c0d-4d9b-b550-ead0b3c82a30" providerId="AD" clId="Web-{731F4634-1767-D2F4-7CC6-A07A3265D8B4}" dt="2022-11-16T03:44:51.003" v="5"/>
        <pc:sldMkLst>
          <pc:docMk/>
          <pc:sldMk cId="378526677" sldId="310"/>
        </pc:sldMkLst>
      </pc:sldChg>
      <pc:sldChg chg="del">
        <pc:chgData name="Gusti Pangestu" userId="S::gusti.pangestu@binus.ac.id::7768735c-5c0d-4d9b-b550-ead0b3c82a30" providerId="AD" clId="Web-{731F4634-1767-D2F4-7CC6-A07A3265D8B4}" dt="2022-11-16T03:44:51.003" v="4"/>
        <pc:sldMkLst>
          <pc:docMk/>
          <pc:sldMk cId="2156523057" sldId="311"/>
        </pc:sldMkLst>
      </pc:sldChg>
      <pc:sldChg chg="del">
        <pc:chgData name="Gusti Pangestu" userId="S::gusti.pangestu@binus.ac.id::7768735c-5c0d-4d9b-b550-ead0b3c82a30" providerId="AD" clId="Web-{731F4634-1767-D2F4-7CC6-A07A3265D8B4}" dt="2022-11-16T03:44:51.003" v="3"/>
        <pc:sldMkLst>
          <pc:docMk/>
          <pc:sldMk cId="1063536070" sldId="312"/>
        </pc:sldMkLst>
      </pc:sldChg>
    </pc:docChg>
  </pc:docChgLst>
  <pc:docChgLst>
    <pc:chgData name="Gusti Pangestu" userId="7768735c-5c0d-4d9b-b550-ead0b3c82a30" providerId="ADAL" clId="{0B80913C-9141-48A1-9615-3AD8240D9FFA}"/>
    <pc:docChg chg="undo custSel addSld modSld modSection">
      <pc:chgData name="Gusti Pangestu" userId="7768735c-5c0d-4d9b-b550-ead0b3c82a30" providerId="ADAL" clId="{0B80913C-9141-48A1-9615-3AD8240D9FFA}" dt="2022-12-12T03:53:32.222" v="349" actId="1076"/>
      <pc:docMkLst>
        <pc:docMk/>
      </pc:docMkLst>
      <pc:sldChg chg="modSp mod">
        <pc:chgData name="Gusti Pangestu" userId="7768735c-5c0d-4d9b-b550-ead0b3c82a30" providerId="ADAL" clId="{0B80913C-9141-48A1-9615-3AD8240D9FFA}" dt="2022-12-12T02:11:43.505" v="49" actId="20577"/>
        <pc:sldMkLst>
          <pc:docMk/>
          <pc:sldMk cId="109857222" sldId="258"/>
        </pc:sldMkLst>
        <pc:spChg chg="mod">
          <ac:chgData name="Gusti Pangestu" userId="7768735c-5c0d-4d9b-b550-ead0b3c82a30" providerId="ADAL" clId="{0B80913C-9141-48A1-9615-3AD8240D9FFA}" dt="2022-12-12T02:11:43.505" v="49" actId="20577"/>
          <ac:spMkLst>
            <pc:docMk/>
            <pc:sldMk cId="109857222" sldId="258"/>
            <ac:spMk id="3" creationId="{00000000-0000-0000-0000-000000000000}"/>
          </ac:spMkLst>
        </pc:spChg>
      </pc:sldChg>
      <pc:sldChg chg="addSp delSp modSp new mod">
        <pc:chgData name="Gusti Pangestu" userId="7768735c-5c0d-4d9b-b550-ead0b3c82a30" providerId="ADAL" clId="{0B80913C-9141-48A1-9615-3AD8240D9FFA}" dt="2022-12-12T02:05:46.829" v="8" actId="1076"/>
        <pc:sldMkLst>
          <pc:docMk/>
          <pc:sldMk cId="3050537162" sldId="294"/>
        </pc:sldMkLst>
        <pc:spChg chg="del">
          <ac:chgData name="Gusti Pangestu" userId="7768735c-5c0d-4d9b-b550-ead0b3c82a30" providerId="ADAL" clId="{0B80913C-9141-48A1-9615-3AD8240D9FFA}" dt="2022-12-12T02:05:34.987" v="4" actId="478"/>
          <ac:spMkLst>
            <pc:docMk/>
            <pc:sldMk cId="3050537162" sldId="294"/>
            <ac:spMk id="2" creationId="{892A4006-D196-B689-F5F0-08D71F99A9D1}"/>
          </ac:spMkLst>
        </pc:spChg>
        <pc:spChg chg="del">
          <ac:chgData name="Gusti Pangestu" userId="7768735c-5c0d-4d9b-b550-ead0b3c82a30" providerId="ADAL" clId="{0B80913C-9141-48A1-9615-3AD8240D9FFA}" dt="2022-12-12T02:05:18.277" v="1" actId="22"/>
          <ac:spMkLst>
            <pc:docMk/>
            <pc:sldMk cId="3050537162" sldId="294"/>
            <ac:spMk id="3" creationId="{88960190-BE82-7EA2-4936-688F8298DF42}"/>
          </ac:spMkLst>
        </pc:spChg>
        <pc:picChg chg="add mod ord">
          <ac:chgData name="Gusti Pangestu" userId="7768735c-5c0d-4d9b-b550-ead0b3c82a30" providerId="ADAL" clId="{0B80913C-9141-48A1-9615-3AD8240D9FFA}" dt="2022-12-12T02:05:46.829" v="8" actId="1076"/>
          <ac:picMkLst>
            <pc:docMk/>
            <pc:sldMk cId="3050537162" sldId="294"/>
            <ac:picMk id="5" creationId="{399FAEA7-F335-BEA8-B991-AD18C770AF93}"/>
          </ac:picMkLst>
        </pc:picChg>
        <pc:picChg chg="add mod">
          <ac:chgData name="Gusti Pangestu" userId="7768735c-5c0d-4d9b-b550-ead0b3c82a30" providerId="ADAL" clId="{0B80913C-9141-48A1-9615-3AD8240D9FFA}" dt="2022-12-12T02:05:46.829" v="8" actId="1076"/>
          <ac:picMkLst>
            <pc:docMk/>
            <pc:sldMk cId="3050537162" sldId="294"/>
            <ac:picMk id="7" creationId="{5E5537F6-EC25-684E-B1F4-B7E03345420B}"/>
          </ac:picMkLst>
        </pc:picChg>
      </pc:sldChg>
      <pc:sldChg chg="addSp delSp modSp new mod modClrScheme chgLayout">
        <pc:chgData name="Gusti Pangestu" userId="7768735c-5c0d-4d9b-b550-ead0b3c82a30" providerId="ADAL" clId="{0B80913C-9141-48A1-9615-3AD8240D9FFA}" dt="2022-12-12T02:14:34.605" v="72" actId="403"/>
        <pc:sldMkLst>
          <pc:docMk/>
          <pc:sldMk cId="212346741" sldId="295"/>
        </pc:sldMkLst>
        <pc:spChg chg="del">
          <ac:chgData name="Gusti Pangestu" userId="7768735c-5c0d-4d9b-b550-ead0b3c82a30" providerId="ADAL" clId="{0B80913C-9141-48A1-9615-3AD8240D9FFA}" dt="2022-12-12T02:12:52.551" v="51" actId="478"/>
          <ac:spMkLst>
            <pc:docMk/>
            <pc:sldMk cId="212346741" sldId="295"/>
            <ac:spMk id="2" creationId="{49836011-42E6-2774-6717-CC83CF8A102C}"/>
          </ac:spMkLst>
        </pc:spChg>
        <pc:spChg chg="del">
          <ac:chgData name="Gusti Pangestu" userId="7768735c-5c0d-4d9b-b550-ead0b3c82a30" providerId="ADAL" clId="{0B80913C-9141-48A1-9615-3AD8240D9FFA}" dt="2022-12-12T02:12:50.684" v="50" actId="22"/>
          <ac:spMkLst>
            <pc:docMk/>
            <pc:sldMk cId="212346741" sldId="295"/>
            <ac:spMk id="3" creationId="{D76537D0-F48E-B484-AFE9-BBBFA78B47BD}"/>
          </ac:spMkLst>
        </pc:spChg>
        <pc:spChg chg="add mod">
          <ac:chgData name="Gusti Pangestu" userId="7768735c-5c0d-4d9b-b550-ead0b3c82a30" providerId="ADAL" clId="{0B80913C-9141-48A1-9615-3AD8240D9FFA}" dt="2022-12-12T02:14:34.605" v="72" actId="403"/>
          <ac:spMkLst>
            <pc:docMk/>
            <pc:sldMk cId="212346741" sldId="295"/>
            <ac:spMk id="7" creationId="{14378194-9ECB-BD4F-8B1A-D16D65F64F6C}"/>
          </ac:spMkLst>
        </pc:spChg>
        <pc:spChg chg="add del mod">
          <ac:chgData name="Gusti Pangestu" userId="7768735c-5c0d-4d9b-b550-ead0b3c82a30" providerId="ADAL" clId="{0B80913C-9141-48A1-9615-3AD8240D9FFA}" dt="2022-12-12T02:13:47.306" v="59" actId="26606"/>
          <ac:spMkLst>
            <pc:docMk/>
            <pc:sldMk cId="212346741" sldId="295"/>
            <ac:spMk id="12" creationId="{663B33F0-D930-E9CE-C808-4E1D0B626E26}"/>
          </ac:spMkLst>
        </pc:spChg>
        <pc:spChg chg="add del mod">
          <ac:chgData name="Gusti Pangestu" userId="7768735c-5c0d-4d9b-b550-ead0b3c82a30" providerId="ADAL" clId="{0B80913C-9141-48A1-9615-3AD8240D9FFA}" dt="2022-12-12T02:13:50.479" v="61" actId="26606"/>
          <ac:spMkLst>
            <pc:docMk/>
            <pc:sldMk cId="212346741" sldId="295"/>
            <ac:spMk id="14" creationId="{4E689AEF-5C0A-0085-8F04-4105CA1BBDF2}"/>
          </ac:spMkLst>
        </pc:spChg>
        <pc:spChg chg="add del mod">
          <ac:chgData name="Gusti Pangestu" userId="7768735c-5c0d-4d9b-b550-ead0b3c82a30" providerId="ADAL" clId="{0B80913C-9141-48A1-9615-3AD8240D9FFA}" dt="2022-12-12T02:13:55.947" v="63" actId="478"/>
          <ac:spMkLst>
            <pc:docMk/>
            <pc:sldMk cId="212346741" sldId="295"/>
            <ac:spMk id="16" creationId="{63DDE51E-BDE0-B984-4E8F-69A2B519EDD4}"/>
          </ac:spMkLst>
        </pc:spChg>
        <pc:picChg chg="add mod ord">
          <ac:chgData name="Gusti Pangestu" userId="7768735c-5c0d-4d9b-b550-ead0b3c82a30" providerId="ADAL" clId="{0B80913C-9141-48A1-9615-3AD8240D9FFA}" dt="2022-12-12T02:13:50.484" v="62" actId="26606"/>
          <ac:picMkLst>
            <pc:docMk/>
            <pc:sldMk cId="212346741" sldId="295"/>
            <ac:picMk id="5" creationId="{CFE7A31F-48F6-E2E6-2E71-6D130F1F1E85}"/>
          </ac:picMkLst>
        </pc:picChg>
      </pc:sldChg>
      <pc:sldChg chg="addSp delSp modSp new mod">
        <pc:chgData name="Gusti Pangestu" userId="7768735c-5c0d-4d9b-b550-ead0b3c82a30" providerId="ADAL" clId="{0B80913C-9141-48A1-9615-3AD8240D9FFA}" dt="2022-12-12T02:17:09.521" v="112" actId="1076"/>
        <pc:sldMkLst>
          <pc:docMk/>
          <pc:sldMk cId="2711160603" sldId="296"/>
        </pc:sldMkLst>
        <pc:spChg chg="mod">
          <ac:chgData name="Gusti Pangestu" userId="7768735c-5c0d-4d9b-b550-ead0b3c82a30" providerId="ADAL" clId="{0B80913C-9141-48A1-9615-3AD8240D9FFA}" dt="2022-12-12T02:16:40.033" v="104" actId="1076"/>
          <ac:spMkLst>
            <pc:docMk/>
            <pc:sldMk cId="2711160603" sldId="296"/>
            <ac:spMk id="2" creationId="{7B5B5DC4-BB34-33F6-8705-47A751A13923}"/>
          </ac:spMkLst>
        </pc:spChg>
        <pc:spChg chg="del">
          <ac:chgData name="Gusti Pangestu" userId="7768735c-5c0d-4d9b-b550-ead0b3c82a30" providerId="ADAL" clId="{0B80913C-9141-48A1-9615-3AD8240D9FFA}" dt="2022-12-12T02:15:20.617" v="95" actId="22"/>
          <ac:spMkLst>
            <pc:docMk/>
            <pc:sldMk cId="2711160603" sldId="296"/>
            <ac:spMk id="3" creationId="{8AECEA67-D4B7-585F-FDC3-9F99D8B2637B}"/>
          </ac:spMkLst>
        </pc:spChg>
        <pc:spChg chg="add mod">
          <ac:chgData name="Gusti Pangestu" userId="7768735c-5c0d-4d9b-b550-ead0b3c82a30" providerId="ADAL" clId="{0B80913C-9141-48A1-9615-3AD8240D9FFA}" dt="2022-12-12T02:17:02.418" v="111" actId="1076"/>
          <ac:spMkLst>
            <pc:docMk/>
            <pc:sldMk cId="2711160603" sldId="296"/>
            <ac:spMk id="7" creationId="{8C436E05-68D5-A5A7-1067-C44F4433C140}"/>
          </ac:spMkLst>
        </pc:spChg>
        <pc:picChg chg="add mod ord">
          <ac:chgData name="Gusti Pangestu" userId="7768735c-5c0d-4d9b-b550-ead0b3c82a30" providerId="ADAL" clId="{0B80913C-9141-48A1-9615-3AD8240D9FFA}" dt="2022-12-12T02:16:49.347" v="107" actId="14100"/>
          <ac:picMkLst>
            <pc:docMk/>
            <pc:sldMk cId="2711160603" sldId="296"/>
            <ac:picMk id="5" creationId="{56714170-3595-CB2C-9DBB-020B35D6E9D4}"/>
          </ac:picMkLst>
        </pc:picChg>
        <pc:picChg chg="add mod">
          <ac:chgData name="Gusti Pangestu" userId="7768735c-5c0d-4d9b-b550-ead0b3c82a30" providerId="ADAL" clId="{0B80913C-9141-48A1-9615-3AD8240D9FFA}" dt="2022-12-12T02:17:09.521" v="112" actId="1076"/>
          <ac:picMkLst>
            <pc:docMk/>
            <pc:sldMk cId="2711160603" sldId="296"/>
            <ac:picMk id="9" creationId="{78FDBED7-CF4F-F6E3-5ED9-BF67F2633A5E}"/>
          </ac:picMkLst>
        </pc:picChg>
      </pc:sldChg>
      <pc:sldChg chg="addSp modSp new mod">
        <pc:chgData name="Gusti Pangestu" userId="7768735c-5c0d-4d9b-b550-ead0b3c82a30" providerId="ADAL" clId="{0B80913C-9141-48A1-9615-3AD8240D9FFA}" dt="2022-12-12T02:19:13.167" v="135" actId="14100"/>
        <pc:sldMkLst>
          <pc:docMk/>
          <pc:sldMk cId="1881632681" sldId="297"/>
        </pc:sldMkLst>
        <pc:spChg chg="mod">
          <ac:chgData name="Gusti Pangestu" userId="7768735c-5c0d-4d9b-b550-ead0b3c82a30" providerId="ADAL" clId="{0B80913C-9141-48A1-9615-3AD8240D9FFA}" dt="2022-12-12T02:17:21.441" v="119" actId="20577"/>
          <ac:spMkLst>
            <pc:docMk/>
            <pc:sldMk cId="1881632681" sldId="297"/>
            <ac:spMk id="2" creationId="{3C290E8A-13C6-66E0-9C1A-A8E2A9B0B808}"/>
          </ac:spMkLst>
        </pc:spChg>
        <pc:spChg chg="mod">
          <ac:chgData name="Gusti Pangestu" userId="7768735c-5c0d-4d9b-b550-ead0b3c82a30" providerId="ADAL" clId="{0B80913C-9141-48A1-9615-3AD8240D9FFA}" dt="2022-12-12T02:18:02.943" v="130" actId="20577"/>
          <ac:spMkLst>
            <pc:docMk/>
            <pc:sldMk cId="1881632681" sldId="297"/>
            <ac:spMk id="3" creationId="{D27333EC-C8DB-C45F-8ED0-07A366200CDA}"/>
          </ac:spMkLst>
        </pc:spChg>
        <pc:picChg chg="add mod">
          <ac:chgData name="Gusti Pangestu" userId="7768735c-5c0d-4d9b-b550-ead0b3c82a30" providerId="ADAL" clId="{0B80913C-9141-48A1-9615-3AD8240D9FFA}" dt="2022-12-12T02:19:13.167" v="135" actId="14100"/>
          <ac:picMkLst>
            <pc:docMk/>
            <pc:sldMk cId="1881632681" sldId="297"/>
            <ac:picMk id="5" creationId="{4ACDD147-0910-586A-11BD-D075F9C66D01}"/>
          </ac:picMkLst>
        </pc:picChg>
      </pc:sldChg>
      <pc:sldChg chg="addSp modSp new mod">
        <pc:chgData name="Gusti Pangestu" userId="7768735c-5c0d-4d9b-b550-ead0b3c82a30" providerId="ADAL" clId="{0B80913C-9141-48A1-9615-3AD8240D9FFA}" dt="2022-12-12T02:35:01.149" v="151" actId="1076"/>
        <pc:sldMkLst>
          <pc:docMk/>
          <pc:sldMk cId="2531925851" sldId="298"/>
        </pc:sldMkLst>
        <pc:spChg chg="mod">
          <ac:chgData name="Gusti Pangestu" userId="7768735c-5c0d-4d9b-b550-ead0b3c82a30" providerId="ADAL" clId="{0B80913C-9141-48A1-9615-3AD8240D9FFA}" dt="2022-12-12T02:27:15.405" v="137"/>
          <ac:spMkLst>
            <pc:docMk/>
            <pc:sldMk cId="2531925851" sldId="298"/>
            <ac:spMk id="2" creationId="{74374D99-E2AF-B548-F648-F0B94C15B7E0}"/>
          </ac:spMkLst>
        </pc:spChg>
        <pc:spChg chg="mod">
          <ac:chgData name="Gusti Pangestu" userId="7768735c-5c0d-4d9b-b550-ead0b3c82a30" providerId="ADAL" clId="{0B80913C-9141-48A1-9615-3AD8240D9FFA}" dt="2022-12-12T02:27:54.870" v="147" actId="20577"/>
          <ac:spMkLst>
            <pc:docMk/>
            <pc:sldMk cId="2531925851" sldId="298"/>
            <ac:spMk id="3" creationId="{ABED7F95-6A56-821D-44BA-ED26B0C45B79}"/>
          </ac:spMkLst>
        </pc:spChg>
        <pc:picChg chg="add mod">
          <ac:chgData name="Gusti Pangestu" userId="7768735c-5c0d-4d9b-b550-ead0b3c82a30" providerId="ADAL" clId="{0B80913C-9141-48A1-9615-3AD8240D9FFA}" dt="2022-12-12T02:28:08.028" v="149" actId="1076"/>
          <ac:picMkLst>
            <pc:docMk/>
            <pc:sldMk cId="2531925851" sldId="298"/>
            <ac:picMk id="5" creationId="{AAD0DBB8-7DC7-9645-40A9-D5585E655342}"/>
          </ac:picMkLst>
        </pc:picChg>
        <pc:picChg chg="add mod">
          <ac:chgData name="Gusti Pangestu" userId="7768735c-5c0d-4d9b-b550-ead0b3c82a30" providerId="ADAL" clId="{0B80913C-9141-48A1-9615-3AD8240D9FFA}" dt="2022-12-12T02:35:01.149" v="151" actId="1076"/>
          <ac:picMkLst>
            <pc:docMk/>
            <pc:sldMk cId="2531925851" sldId="298"/>
            <ac:picMk id="7" creationId="{7D99B045-CC06-33C5-5F60-37BBCA7C1143}"/>
          </ac:picMkLst>
        </pc:picChg>
      </pc:sldChg>
      <pc:sldChg chg="addSp delSp modSp new mod modClrScheme chgLayout">
        <pc:chgData name="Gusti Pangestu" userId="7768735c-5c0d-4d9b-b550-ead0b3c82a30" providerId="ADAL" clId="{0B80913C-9141-48A1-9615-3AD8240D9FFA}" dt="2022-12-12T02:44:40.986" v="172" actId="1076"/>
        <pc:sldMkLst>
          <pc:docMk/>
          <pc:sldMk cId="1883384608" sldId="299"/>
        </pc:sldMkLst>
        <pc:spChg chg="del">
          <ac:chgData name="Gusti Pangestu" userId="7768735c-5c0d-4d9b-b550-ead0b3c82a30" providerId="ADAL" clId="{0B80913C-9141-48A1-9615-3AD8240D9FFA}" dt="2022-12-12T02:44:23.703" v="169" actId="478"/>
          <ac:spMkLst>
            <pc:docMk/>
            <pc:sldMk cId="1883384608" sldId="299"/>
            <ac:spMk id="2" creationId="{BB8EFEF4-9105-F5F6-76E8-235A0674135A}"/>
          </ac:spMkLst>
        </pc:spChg>
        <pc:spChg chg="mod ord">
          <ac:chgData name="Gusti Pangestu" userId="7768735c-5c0d-4d9b-b550-ead0b3c82a30" providerId="ADAL" clId="{0B80913C-9141-48A1-9615-3AD8240D9FFA}" dt="2022-12-12T02:44:40.986" v="172" actId="1076"/>
          <ac:spMkLst>
            <pc:docMk/>
            <pc:sldMk cId="1883384608" sldId="299"/>
            <ac:spMk id="3" creationId="{9F218871-E44B-E1CA-061F-6254FC155A14}"/>
          </ac:spMkLst>
        </pc:spChg>
        <pc:spChg chg="add del mod">
          <ac:chgData name="Gusti Pangestu" userId="7768735c-5c0d-4d9b-b550-ead0b3c82a30" providerId="ADAL" clId="{0B80913C-9141-48A1-9615-3AD8240D9FFA}" dt="2022-12-12T02:44:37.064" v="171" actId="478"/>
          <ac:spMkLst>
            <pc:docMk/>
            <pc:sldMk cId="1883384608" sldId="299"/>
            <ac:spMk id="10" creationId="{5F379F1B-6E29-C466-CDF8-77309DABE5CA}"/>
          </ac:spMkLst>
        </pc:spChg>
        <pc:picChg chg="add mod">
          <ac:chgData name="Gusti Pangestu" userId="7768735c-5c0d-4d9b-b550-ead0b3c82a30" providerId="ADAL" clId="{0B80913C-9141-48A1-9615-3AD8240D9FFA}" dt="2022-12-12T02:44:32.217" v="170" actId="26606"/>
          <ac:picMkLst>
            <pc:docMk/>
            <pc:sldMk cId="1883384608" sldId="299"/>
            <ac:picMk id="5" creationId="{F9590EF7-411C-A1E2-AA2E-126C4F486275}"/>
          </ac:picMkLst>
        </pc:picChg>
      </pc:sldChg>
      <pc:sldChg chg="addSp delSp modSp new mod modClrScheme chgLayout">
        <pc:chgData name="Gusti Pangestu" userId="7768735c-5c0d-4d9b-b550-ead0b3c82a30" providerId="ADAL" clId="{0B80913C-9141-48A1-9615-3AD8240D9FFA}" dt="2022-12-12T02:53:36.551" v="204" actId="1076"/>
        <pc:sldMkLst>
          <pc:docMk/>
          <pc:sldMk cId="23841198" sldId="300"/>
        </pc:sldMkLst>
        <pc:spChg chg="del mod ord">
          <ac:chgData name="Gusti Pangestu" userId="7768735c-5c0d-4d9b-b550-ead0b3c82a30" providerId="ADAL" clId="{0B80913C-9141-48A1-9615-3AD8240D9FFA}" dt="2022-12-12T02:45:01.014" v="174" actId="700"/>
          <ac:spMkLst>
            <pc:docMk/>
            <pc:sldMk cId="23841198" sldId="300"/>
            <ac:spMk id="2" creationId="{9EFDB33A-0AD4-EF67-E5BD-3B620B83EAA6}"/>
          </ac:spMkLst>
        </pc:spChg>
        <pc:spChg chg="del mod ord">
          <ac:chgData name="Gusti Pangestu" userId="7768735c-5c0d-4d9b-b550-ead0b3c82a30" providerId="ADAL" clId="{0B80913C-9141-48A1-9615-3AD8240D9FFA}" dt="2022-12-12T02:45:01.014" v="174" actId="700"/>
          <ac:spMkLst>
            <pc:docMk/>
            <pc:sldMk cId="23841198" sldId="300"/>
            <ac:spMk id="3" creationId="{453F2F63-F632-D161-FFC0-C253A46840F6}"/>
          </ac:spMkLst>
        </pc:spChg>
        <pc:spChg chg="del">
          <ac:chgData name="Gusti Pangestu" userId="7768735c-5c0d-4d9b-b550-ead0b3c82a30" providerId="ADAL" clId="{0B80913C-9141-48A1-9615-3AD8240D9FFA}" dt="2022-12-12T02:45:01.014" v="174" actId="700"/>
          <ac:spMkLst>
            <pc:docMk/>
            <pc:sldMk cId="23841198" sldId="300"/>
            <ac:spMk id="4" creationId="{8CB6B3D0-6064-6F61-568F-8475C724AC98}"/>
          </ac:spMkLst>
        </pc:spChg>
        <pc:spChg chg="add mod ord">
          <ac:chgData name="Gusti Pangestu" userId="7768735c-5c0d-4d9b-b550-ead0b3c82a30" providerId="ADAL" clId="{0B80913C-9141-48A1-9615-3AD8240D9FFA}" dt="2022-12-12T02:45:08.009" v="193" actId="20577"/>
          <ac:spMkLst>
            <pc:docMk/>
            <pc:sldMk cId="23841198" sldId="300"/>
            <ac:spMk id="5" creationId="{C95C4727-DB51-43D6-C00B-D03680EB3853}"/>
          </ac:spMkLst>
        </pc:spChg>
        <pc:spChg chg="add mod ord">
          <ac:chgData name="Gusti Pangestu" userId="7768735c-5c0d-4d9b-b550-ead0b3c82a30" providerId="ADAL" clId="{0B80913C-9141-48A1-9615-3AD8240D9FFA}" dt="2022-12-12T02:52:19.783" v="197" actId="20577"/>
          <ac:spMkLst>
            <pc:docMk/>
            <pc:sldMk cId="23841198" sldId="300"/>
            <ac:spMk id="6" creationId="{63EA450B-2253-07C8-6516-D93F4D30537D}"/>
          </ac:spMkLst>
        </pc:spChg>
        <pc:picChg chg="add mod">
          <ac:chgData name="Gusti Pangestu" userId="7768735c-5c0d-4d9b-b550-ead0b3c82a30" providerId="ADAL" clId="{0B80913C-9141-48A1-9615-3AD8240D9FFA}" dt="2022-12-12T02:53:35.390" v="203" actId="1076"/>
          <ac:picMkLst>
            <pc:docMk/>
            <pc:sldMk cId="23841198" sldId="300"/>
            <ac:picMk id="8" creationId="{717FC74C-4980-3C05-0C84-F1F0DCF93AD1}"/>
          </ac:picMkLst>
        </pc:picChg>
        <pc:picChg chg="add mod">
          <ac:chgData name="Gusti Pangestu" userId="7768735c-5c0d-4d9b-b550-ead0b3c82a30" providerId="ADAL" clId="{0B80913C-9141-48A1-9615-3AD8240D9FFA}" dt="2022-12-12T02:53:36.551" v="204" actId="1076"/>
          <ac:picMkLst>
            <pc:docMk/>
            <pc:sldMk cId="23841198" sldId="300"/>
            <ac:picMk id="10" creationId="{25EB795E-1BD0-31E1-0B28-AA10AD0A63D6}"/>
          </ac:picMkLst>
        </pc:picChg>
      </pc:sldChg>
      <pc:sldChg chg="addSp modSp new mod">
        <pc:chgData name="Gusti Pangestu" userId="7768735c-5c0d-4d9b-b550-ead0b3c82a30" providerId="ADAL" clId="{0B80913C-9141-48A1-9615-3AD8240D9FFA}" dt="2022-12-12T02:58:33.004" v="232" actId="1076"/>
        <pc:sldMkLst>
          <pc:docMk/>
          <pc:sldMk cId="2336243321" sldId="301"/>
        </pc:sldMkLst>
        <pc:spChg chg="mod">
          <ac:chgData name="Gusti Pangestu" userId="7768735c-5c0d-4d9b-b550-ead0b3c82a30" providerId="ADAL" clId="{0B80913C-9141-48A1-9615-3AD8240D9FFA}" dt="2022-12-12T02:57:55.973" v="223" actId="20577"/>
          <ac:spMkLst>
            <pc:docMk/>
            <pc:sldMk cId="2336243321" sldId="301"/>
            <ac:spMk id="2" creationId="{66F9C683-28D4-AB39-B91C-ED4B123436EB}"/>
          </ac:spMkLst>
        </pc:spChg>
        <pc:spChg chg="mod">
          <ac:chgData name="Gusti Pangestu" userId="7768735c-5c0d-4d9b-b550-ead0b3c82a30" providerId="ADAL" clId="{0B80913C-9141-48A1-9615-3AD8240D9FFA}" dt="2022-12-12T02:58:12.566" v="230" actId="20577"/>
          <ac:spMkLst>
            <pc:docMk/>
            <pc:sldMk cId="2336243321" sldId="301"/>
            <ac:spMk id="3" creationId="{A2F74633-550F-69EA-65D5-E63D0335A186}"/>
          </ac:spMkLst>
        </pc:spChg>
        <pc:picChg chg="add mod">
          <ac:chgData name="Gusti Pangestu" userId="7768735c-5c0d-4d9b-b550-ead0b3c82a30" providerId="ADAL" clId="{0B80913C-9141-48A1-9615-3AD8240D9FFA}" dt="2022-12-12T02:58:33.004" v="232" actId="1076"/>
          <ac:picMkLst>
            <pc:docMk/>
            <pc:sldMk cId="2336243321" sldId="301"/>
            <ac:picMk id="5" creationId="{5748B857-CC55-CA73-36D9-4AED4337B2F0}"/>
          </ac:picMkLst>
        </pc:picChg>
      </pc:sldChg>
      <pc:sldChg chg="addSp modSp new mod">
        <pc:chgData name="Gusti Pangestu" userId="7768735c-5c0d-4d9b-b550-ead0b3c82a30" providerId="ADAL" clId="{0B80913C-9141-48A1-9615-3AD8240D9FFA}" dt="2022-12-12T03:33:04.879" v="248" actId="14100"/>
        <pc:sldMkLst>
          <pc:docMk/>
          <pc:sldMk cId="2246630029" sldId="302"/>
        </pc:sldMkLst>
        <pc:spChg chg="mod">
          <ac:chgData name="Gusti Pangestu" userId="7768735c-5c0d-4d9b-b550-ead0b3c82a30" providerId="ADAL" clId="{0B80913C-9141-48A1-9615-3AD8240D9FFA}" dt="2022-12-12T03:32:02.449" v="234"/>
          <ac:spMkLst>
            <pc:docMk/>
            <pc:sldMk cId="2246630029" sldId="302"/>
            <ac:spMk id="2" creationId="{1307EE40-933A-506F-522C-AAF76365E37F}"/>
          </ac:spMkLst>
        </pc:spChg>
        <pc:spChg chg="mod">
          <ac:chgData name="Gusti Pangestu" userId="7768735c-5c0d-4d9b-b550-ead0b3c82a30" providerId="ADAL" clId="{0B80913C-9141-48A1-9615-3AD8240D9FFA}" dt="2022-12-12T03:32:41.523" v="245" actId="20577"/>
          <ac:spMkLst>
            <pc:docMk/>
            <pc:sldMk cId="2246630029" sldId="302"/>
            <ac:spMk id="3" creationId="{9845A7B5-D571-BF73-0A52-BF528FB8BC38}"/>
          </ac:spMkLst>
        </pc:spChg>
        <pc:picChg chg="add mod">
          <ac:chgData name="Gusti Pangestu" userId="7768735c-5c0d-4d9b-b550-ead0b3c82a30" providerId="ADAL" clId="{0B80913C-9141-48A1-9615-3AD8240D9FFA}" dt="2022-12-12T03:33:04.879" v="248" actId="14100"/>
          <ac:picMkLst>
            <pc:docMk/>
            <pc:sldMk cId="2246630029" sldId="302"/>
            <ac:picMk id="5" creationId="{681C8593-C04A-28E4-1189-C7C3A6702273}"/>
          </ac:picMkLst>
        </pc:picChg>
      </pc:sldChg>
      <pc:sldChg chg="addSp delSp modSp new mod">
        <pc:chgData name="Gusti Pangestu" userId="7768735c-5c0d-4d9b-b550-ead0b3c82a30" providerId="ADAL" clId="{0B80913C-9141-48A1-9615-3AD8240D9FFA}" dt="2022-12-12T03:33:26.652" v="253" actId="14100"/>
        <pc:sldMkLst>
          <pc:docMk/>
          <pc:sldMk cId="2427825456" sldId="303"/>
        </pc:sldMkLst>
        <pc:spChg chg="del">
          <ac:chgData name="Gusti Pangestu" userId="7768735c-5c0d-4d9b-b550-ead0b3c82a30" providerId="ADAL" clId="{0B80913C-9141-48A1-9615-3AD8240D9FFA}" dt="2022-12-12T03:33:20.864" v="251" actId="478"/>
          <ac:spMkLst>
            <pc:docMk/>
            <pc:sldMk cId="2427825456" sldId="303"/>
            <ac:spMk id="2" creationId="{FB6F4143-86A8-EC81-BF3B-B94AF14BF69C}"/>
          </ac:spMkLst>
        </pc:spChg>
        <pc:spChg chg="del">
          <ac:chgData name="Gusti Pangestu" userId="7768735c-5c0d-4d9b-b550-ead0b3c82a30" providerId="ADAL" clId="{0B80913C-9141-48A1-9615-3AD8240D9FFA}" dt="2022-12-12T03:33:19.089" v="250" actId="22"/>
          <ac:spMkLst>
            <pc:docMk/>
            <pc:sldMk cId="2427825456" sldId="303"/>
            <ac:spMk id="3" creationId="{A39D3C87-776C-9442-CBC6-597615CD8019}"/>
          </ac:spMkLst>
        </pc:spChg>
        <pc:picChg chg="add mod ord">
          <ac:chgData name="Gusti Pangestu" userId="7768735c-5c0d-4d9b-b550-ead0b3c82a30" providerId="ADAL" clId="{0B80913C-9141-48A1-9615-3AD8240D9FFA}" dt="2022-12-12T03:33:26.652" v="253" actId="14100"/>
          <ac:picMkLst>
            <pc:docMk/>
            <pc:sldMk cId="2427825456" sldId="303"/>
            <ac:picMk id="5" creationId="{65C868B8-5643-999A-41AC-0FD0DF730082}"/>
          </ac:picMkLst>
        </pc:picChg>
      </pc:sldChg>
      <pc:sldChg chg="addSp modSp new mod modClrScheme chgLayout">
        <pc:chgData name="Gusti Pangestu" userId="7768735c-5c0d-4d9b-b550-ead0b3c82a30" providerId="ADAL" clId="{0B80913C-9141-48A1-9615-3AD8240D9FFA}" dt="2022-12-12T03:37:41.505" v="270" actId="26606"/>
        <pc:sldMkLst>
          <pc:docMk/>
          <pc:sldMk cId="1646206652" sldId="304"/>
        </pc:sldMkLst>
        <pc:spChg chg="mod">
          <ac:chgData name="Gusti Pangestu" userId="7768735c-5c0d-4d9b-b550-ead0b3c82a30" providerId="ADAL" clId="{0B80913C-9141-48A1-9615-3AD8240D9FFA}" dt="2022-12-12T03:37:41.505" v="270" actId="26606"/>
          <ac:spMkLst>
            <pc:docMk/>
            <pc:sldMk cId="1646206652" sldId="304"/>
            <ac:spMk id="2" creationId="{3A762730-4842-5E20-6522-B8DF41D8F2E2}"/>
          </ac:spMkLst>
        </pc:spChg>
        <pc:spChg chg="mod">
          <ac:chgData name="Gusti Pangestu" userId="7768735c-5c0d-4d9b-b550-ead0b3c82a30" providerId="ADAL" clId="{0B80913C-9141-48A1-9615-3AD8240D9FFA}" dt="2022-12-12T03:37:41.505" v="270" actId="26606"/>
          <ac:spMkLst>
            <pc:docMk/>
            <pc:sldMk cId="1646206652" sldId="304"/>
            <ac:spMk id="3" creationId="{D1E8F021-5912-D9B1-E65A-50A52CD5C68C}"/>
          </ac:spMkLst>
        </pc:spChg>
        <pc:picChg chg="add mod">
          <ac:chgData name="Gusti Pangestu" userId="7768735c-5c0d-4d9b-b550-ead0b3c82a30" providerId="ADAL" clId="{0B80913C-9141-48A1-9615-3AD8240D9FFA}" dt="2022-12-12T03:37:41.505" v="270" actId="26606"/>
          <ac:picMkLst>
            <pc:docMk/>
            <pc:sldMk cId="1646206652" sldId="304"/>
            <ac:picMk id="5" creationId="{D032B9C6-5476-72C8-106A-987E66F0EE44}"/>
          </ac:picMkLst>
        </pc:picChg>
      </pc:sldChg>
      <pc:sldChg chg="addSp delSp modSp new mod modClrScheme chgLayout">
        <pc:chgData name="Gusti Pangestu" userId="7768735c-5c0d-4d9b-b550-ead0b3c82a30" providerId="ADAL" clId="{0B80913C-9141-48A1-9615-3AD8240D9FFA}" dt="2022-12-12T03:38:19.476" v="275" actId="26606"/>
        <pc:sldMkLst>
          <pc:docMk/>
          <pc:sldMk cId="1188252766" sldId="305"/>
        </pc:sldMkLst>
        <pc:spChg chg="del mod ord">
          <ac:chgData name="Gusti Pangestu" userId="7768735c-5c0d-4d9b-b550-ead0b3c82a30" providerId="ADAL" clId="{0B80913C-9141-48A1-9615-3AD8240D9FFA}" dt="2022-12-12T03:37:56.689" v="272" actId="700"/>
          <ac:spMkLst>
            <pc:docMk/>
            <pc:sldMk cId="1188252766" sldId="305"/>
            <ac:spMk id="2" creationId="{7BE22A5C-0F9A-909C-C1F6-2F47C96DB98C}"/>
          </ac:spMkLst>
        </pc:spChg>
        <pc:spChg chg="del mod ord">
          <ac:chgData name="Gusti Pangestu" userId="7768735c-5c0d-4d9b-b550-ead0b3c82a30" providerId="ADAL" clId="{0B80913C-9141-48A1-9615-3AD8240D9FFA}" dt="2022-12-12T03:37:56.689" v="272" actId="700"/>
          <ac:spMkLst>
            <pc:docMk/>
            <pc:sldMk cId="1188252766" sldId="305"/>
            <ac:spMk id="3" creationId="{73FCFC19-0C13-9D65-B61E-9365D18AA4FC}"/>
          </ac:spMkLst>
        </pc:spChg>
        <pc:spChg chg="del">
          <ac:chgData name="Gusti Pangestu" userId="7768735c-5c0d-4d9b-b550-ead0b3c82a30" providerId="ADAL" clId="{0B80913C-9141-48A1-9615-3AD8240D9FFA}" dt="2022-12-12T03:37:56.689" v="272" actId="700"/>
          <ac:spMkLst>
            <pc:docMk/>
            <pc:sldMk cId="1188252766" sldId="305"/>
            <ac:spMk id="4" creationId="{54C163AA-758F-7C07-6910-8D1DBB705E4A}"/>
          </ac:spMkLst>
        </pc:spChg>
        <pc:spChg chg="add mod ord">
          <ac:chgData name="Gusti Pangestu" userId="7768735c-5c0d-4d9b-b550-ead0b3c82a30" providerId="ADAL" clId="{0B80913C-9141-48A1-9615-3AD8240D9FFA}" dt="2022-12-12T03:38:19.476" v="275" actId="26606"/>
          <ac:spMkLst>
            <pc:docMk/>
            <pc:sldMk cId="1188252766" sldId="305"/>
            <ac:spMk id="5" creationId="{21A64906-8898-BF4F-16D5-BD13345B52EC}"/>
          </ac:spMkLst>
        </pc:spChg>
        <pc:spChg chg="add del mod ord">
          <ac:chgData name="Gusti Pangestu" userId="7768735c-5c0d-4d9b-b550-ead0b3c82a30" providerId="ADAL" clId="{0B80913C-9141-48A1-9615-3AD8240D9FFA}" dt="2022-12-12T03:38:16.551" v="274" actId="22"/>
          <ac:spMkLst>
            <pc:docMk/>
            <pc:sldMk cId="1188252766" sldId="305"/>
            <ac:spMk id="6" creationId="{BEDCFB37-F5F4-A9FE-464D-90E7CB0688A1}"/>
          </ac:spMkLst>
        </pc:spChg>
        <pc:picChg chg="add mod ord">
          <ac:chgData name="Gusti Pangestu" userId="7768735c-5c0d-4d9b-b550-ead0b3c82a30" providerId="ADAL" clId="{0B80913C-9141-48A1-9615-3AD8240D9FFA}" dt="2022-12-12T03:38:19.476" v="275" actId="26606"/>
          <ac:picMkLst>
            <pc:docMk/>
            <pc:sldMk cId="1188252766" sldId="305"/>
            <ac:picMk id="8" creationId="{F9CD86C7-F80F-15F1-03C0-EC397BE128C3}"/>
          </ac:picMkLst>
        </pc:picChg>
      </pc:sldChg>
      <pc:sldChg chg="addSp modSp new mod modClrScheme chgLayout">
        <pc:chgData name="Gusti Pangestu" userId="7768735c-5c0d-4d9b-b550-ead0b3c82a30" providerId="ADAL" clId="{0B80913C-9141-48A1-9615-3AD8240D9FFA}" dt="2022-12-12T03:50:24.590" v="301" actId="26606"/>
        <pc:sldMkLst>
          <pc:docMk/>
          <pc:sldMk cId="3237010557" sldId="306"/>
        </pc:sldMkLst>
        <pc:spChg chg="mod">
          <ac:chgData name="Gusti Pangestu" userId="7768735c-5c0d-4d9b-b550-ead0b3c82a30" providerId="ADAL" clId="{0B80913C-9141-48A1-9615-3AD8240D9FFA}" dt="2022-12-12T03:50:24.590" v="301" actId="26606"/>
          <ac:spMkLst>
            <pc:docMk/>
            <pc:sldMk cId="3237010557" sldId="306"/>
            <ac:spMk id="2" creationId="{BCA7BF09-064E-2C3E-66D1-A7B0D05D4510}"/>
          </ac:spMkLst>
        </pc:spChg>
        <pc:spChg chg="mod">
          <ac:chgData name="Gusti Pangestu" userId="7768735c-5c0d-4d9b-b550-ead0b3c82a30" providerId="ADAL" clId="{0B80913C-9141-48A1-9615-3AD8240D9FFA}" dt="2022-12-12T03:50:24.590" v="301" actId="26606"/>
          <ac:spMkLst>
            <pc:docMk/>
            <pc:sldMk cId="3237010557" sldId="306"/>
            <ac:spMk id="3" creationId="{7809535C-83E9-61EF-DE17-CD8E9078303A}"/>
          </ac:spMkLst>
        </pc:spChg>
        <pc:picChg chg="add mod">
          <ac:chgData name="Gusti Pangestu" userId="7768735c-5c0d-4d9b-b550-ead0b3c82a30" providerId="ADAL" clId="{0B80913C-9141-48A1-9615-3AD8240D9FFA}" dt="2022-12-12T03:50:24.590" v="301" actId="26606"/>
          <ac:picMkLst>
            <pc:docMk/>
            <pc:sldMk cId="3237010557" sldId="306"/>
            <ac:picMk id="5" creationId="{01CE68A8-FD98-2252-21BC-9249F0ACCC8E}"/>
          </ac:picMkLst>
        </pc:picChg>
      </pc:sldChg>
      <pc:sldChg chg="addSp delSp modSp new mod modClrScheme chgLayout">
        <pc:chgData name="Gusti Pangestu" userId="7768735c-5c0d-4d9b-b550-ead0b3c82a30" providerId="ADAL" clId="{0B80913C-9141-48A1-9615-3AD8240D9FFA}" dt="2022-12-12T03:51:45.695" v="325" actId="26606"/>
        <pc:sldMkLst>
          <pc:docMk/>
          <pc:sldMk cId="934571703" sldId="307"/>
        </pc:sldMkLst>
        <pc:spChg chg="del mod ord">
          <ac:chgData name="Gusti Pangestu" userId="7768735c-5c0d-4d9b-b550-ead0b3c82a30" providerId="ADAL" clId="{0B80913C-9141-48A1-9615-3AD8240D9FFA}" dt="2022-12-12T03:50:52.380" v="303" actId="700"/>
          <ac:spMkLst>
            <pc:docMk/>
            <pc:sldMk cId="934571703" sldId="307"/>
            <ac:spMk id="2" creationId="{23816FA8-E83C-53D0-7C70-5D8417E0863C}"/>
          </ac:spMkLst>
        </pc:spChg>
        <pc:spChg chg="del mod ord">
          <ac:chgData name="Gusti Pangestu" userId="7768735c-5c0d-4d9b-b550-ead0b3c82a30" providerId="ADAL" clId="{0B80913C-9141-48A1-9615-3AD8240D9FFA}" dt="2022-12-12T03:50:52.380" v="303" actId="700"/>
          <ac:spMkLst>
            <pc:docMk/>
            <pc:sldMk cId="934571703" sldId="307"/>
            <ac:spMk id="3" creationId="{4B3EAF94-FA22-6966-CEA7-FA050A1A24C2}"/>
          </ac:spMkLst>
        </pc:spChg>
        <pc:spChg chg="del">
          <ac:chgData name="Gusti Pangestu" userId="7768735c-5c0d-4d9b-b550-ead0b3c82a30" providerId="ADAL" clId="{0B80913C-9141-48A1-9615-3AD8240D9FFA}" dt="2022-12-12T03:50:52.380" v="303" actId="700"/>
          <ac:spMkLst>
            <pc:docMk/>
            <pc:sldMk cId="934571703" sldId="307"/>
            <ac:spMk id="4" creationId="{CC696DD9-6A88-D29D-687B-81C66DFCC4D6}"/>
          </ac:spMkLst>
        </pc:spChg>
        <pc:spChg chg="add mod ord">
          <ac:chgData name="Gusti Pangestu" userId="7768735c-5c0d-4d9b-b550-ead0b3c82a30" providerId="ADAL" clId="{0B80913C-9141-48A1-9615-3AD8240D9FFA}" dt="2022-12-12T03:51:45.695" v="325" actId="26606"/>
          <ac:spMkLst>
            <pc:docMk/>
            <pc:sldMk cId="934571703" sldId="307"/>
            <ac:spMk id="5" creationId="{2D057201-F3AB-B290-09D3-EE0B97BD1A00}"/>
          </ac:spMkLst>
        </pc:spChg>
        <pc:spChg chg="add mod ord">
          <ac:chgData name="Gusti Pangestu" userId="7768735c-5c0d-4d9b-b550-ead0b3c82a30" providerId="ADAL" clId="{0B80913C-9141-48A1-9615-3AD8240D9FFA}" dt="2022-12-12T03:51:45.695" v="325" actId="26606"/>
          <ac:spMkLst>
            <pc:docMk/>
            <pc:sldMk cId="934571703" sldId="307"/>
            <ac:spMk id="6" creationId="{1B411A05-B132-EA06-30FE-2FF3E2037F53}"/>
          </ac:spMkLst>
        </pc:spChg>
        <pc:picChg chg="add mod">
          <ac:chgData name="Gusti Pangestu" userId="7768735c-5c0d-4d9b-b550-ead0b3c82a30" providerId="ADAL" clId="{0B80913C-9141-48A1-9615-3AD8240D9FFA}" dt="2022-12-12T03:51:45.695" v="325" actId="26606"/>
          <ac:picMkLst>
            <pc:docMk/>
            <pc:sldMk cId="934571703" sldId="307"/>
            <ac:picMk id="8" creationId="{FF225089-5E89-C5B8-F114-85CAF9C61AFE}"/>
          </ac:picMkLst>
        </pc:picChg>
      </pc:sldChg>
      <pc:sldChg chg="addSp delSp modSp new mod modClrScheme chgLayout">
        <pc:chgData name="Gusti Pangestu" userId="7768735c-5c0d-4d9b-b550-ead0b3c82a30" providerId="ADAL" clId="{0B80913C-9141-48A1-9615-3AD8240D9FFA}" dt="2022-12-12T03:53:32.222" v="349" actId="1076"/>
        <pc:sldMkLst>
          <pc:docMk/>
          <pc:sldMk cId="1490100694" sldId="308"/>
        </pc:sldMkLst>
        <pc:spChg chg="del mod ord">
          <ac:chgData name="Gusti Pangestu" userId="7768735c-5c0d-4d9b-b550-ead0b3c82a30" providerId="ADAL" clId="{0B80913C-9141-48A1-9615-3AD8240D9FFA}" dt="2022-12-12T03:52:06.112" v="327" actId="700"/>
          <ac:spMkLst>
            <pc:docMk/>
            <pc:sldMk cId="1490100694" sldId="308"/>
            <ac:spMk id="2" creationId="{1930A76F-01C9-455D-CBDC-7DB0840A45BE}"/>
          </ac:spMkLst>
        </pc:spChg>
        <pc:spChg chg="del mod ord">
          <ac:chgData name="Gusti Pangestu" userId="7768735c-5c0d-4d9b-b550-ead0b3c82a30" providerId="ADAL" clId="{0B80913C-9141-48A1-9615-3AD8240D9FFA}" dt="2022-12-12T03:52:06.112" v="327" actId="700"/>
          <ac:spMkLst>
            <pc:docMk/>
            <pc:sldMk cId="1490100694" sldId="308"/>
            <ac:spMk id="3" creationId="{190639FF-E599-7AF7-CF1F-B199CD4CF87A}"/>
          </ac:spMkLst>
        </pc:spChg>
        <pc:spChg chg="del">
          <ac:chgData name="Gusti Pangestu" userId="7768735c-5c0d-4d9b-b550-ead0b3c82a30" providerId="ADAL" clId="{0B80913C-9141-48A1-9615-3AD8240D9FFA}" dt="2022-12-12T03:52:06.112" v="327" actId="700"/>
          <ac:spMkLst>
            <pc:docMk/>
            <pc:sldMk cId="1490100694" sldId="308"/>
            <ac:spMk id="4" creationId="{E76EBC46-906B-67DE-8EA2-47DABB5C4259}"/>
          </ac:spMkLst>
        </pc:spChg>
        <pc:spChg chg="add del mod ord">
          <ac:chgData name="Gusti Pangestu" userId="7768735c-5c0d-4d9b-b550-ead0b3c82a30" providerId="ADAL" clId="{0B80913C-9141-48A1-9615-3AD8240D9FFA}" dt="2022-12-12T03:52:09.661" v="328" actId="478"/>
          <ac:spMkLst>
            <pc:docMk/>
            <pc:sldMk cId="1490100694" sldId="308"/>
            <ac:spMk id="5" creationId="{A66FE2B7-56B1-E4D4-1A55-15D678DB35E6}"/>
          </ac:spMkLst>
        </pc:spChg>
        <pc:spChg chg="add mod ord">
          <ac:chgData name="Gusti Pangestu" userId="7768735c-5c0d-4d9b-b550-ead0b3c82a30" providerId="ADAL" clId="{0B80913C-9141-48A1-9615-3AD8240D9FFA}" dt="2022-12-12T03:53:23.344" v="346" actId="27636"/>
          <ac:spMkLst>
            <pc:docMk/>
            <pc:sldMk cId="1490100694" sldId="308"/>
            <ac:spMk id="6" creationId="{C20A5325-4AF3-6B34-43BA-51FAC12DF400}"/>
          </ac:spMkLst>
        </pc:spChg>
        <pc:spChg chg="add del mod">
          <ac:chgData name="Gusti Pangestu" userId="7768735c-5c0d-4d9b-b550-ead0b3c82a30" providerId="ADAL" clId="{0B80913C-9141-48A1-9615-3AD8240D9FFA}" dt="2022-12-12T03:53:07.691" v="341" actId="478"/>
          <ac:spMkLst>
            <pc:docMk/>
            <pc:sldMk cId="1490100694" sldId="308"/>
            <ac:spMk id="13" creationId="{9D026907-9E78-86B6-82BC-344BA20E23BF}"/>
          </ac:spMkLst>
        </pc:spChg>
        <pc:picChg chg="add mod">
          <ac:chgData name="Gusti Pangestu" userId="7768735c-5c0d-4d9b-b550-ead0b3c82a30" providerId="ADAL" clId="{0B80913C-9141-48A1-9615-3AD8240D9FFA}" dt="2022-12-12T03:53:32.222" v="349" actId="1076"/>
          <ac:picMkLst>
            <pc:docMk/>
            <pc:sldMk cId="1490100694" sldId="308"/>
            <ac:picMk id="8" creationId="{B4065925-CA90-648B-A933-AFAA1A556A85}"/>
          </ac:picMkLst>
        </pc:picChg>
      </pc:sldChg>
    </pc:docChg>
  </pc:docChgLst>
  <pc:docChgLst>
    <pc:chgData name="Gusti Pangestu" userId="S::gusti.pangestu@binus.ac.id::7768735c-5c0d-4d9b-b550-ead0b3c82a30" providerId="AD" clId="Web-{C66C34B6-9332-01B0-020B-2C52778785FE}"/>
    <pc:docChg chg="addSld delSld modSld modSection">
      <pc:chgData name="Gusti Pangestu" userId="S::gusti.pangestu@binus.ac.id::7768735c-5c0d-4d9b-b550-ead0b3c82a30" providerId="AD" clId="Web-{C66C34B6-9332-01B0-020B-2C52778785FE}" dt="2022-11-16T09:17:52.740" v="40"/>
      <pc:docMkLst>
        <pc:docMk/>
      </pc:docMkLst>
      <pc:sldChg chg="modSp">
        <pc:chgData name="Gusti Pangestu" userId="S::gusti.pangestu@binus.ac.id::7768735c-5c0d-4d9b-b550-ead0b3c82a30" providerId="AD" clId="Web-{C66C34B6-9332-01B0-020B-2C52778785FE}" dt="2022-11-16T09:08:06.935" v="16" actId="20577"/>
        <pc:sldMkLst>
          <pc:docMk/>
          <pc:sldMk cId="1545682022" sldId="290"/>
        </pc:sldMkLst>
        <pc:spChg chg="mod">
          <ac:chgData name="Gusti Pangestu" userId="S::gusti.pangestu@binus.ac.id::7768735c-5c0d-4d9b-b550-ead0b3c82a30" providerId="AD" clId="Web-{C66C34B6-9332-01B0-020B-2C52778785FE}" dt="2022-11-16T09:08:06.935" v="16" actId="20577"/>
          <ac:spMkLst>
            <pc:docMk/>
            <pc:sldMk cId="1545682022" sldId="290"/>
            <ac:spMk id="3" creationId="{CFBE6DC7-A61F-27FA-B9A7-7018AFBF0075}"/>
          </ac:spMkLst>
        </pc:spChg>
      </pc:sldChg>
      <pc:sldChg chg="del">
        <pc:chgData name="Gusti Pangestu" userId="S::gusti.pangestu@binus.ac.id::7768735c-5c0d-4d9b-b550-ead0b3c82a30" providerId="AD" clId="Web-{C66C34B6-9332-01B0-020B-2C52778785FE}" dt="2022-11-16T09:07:20.871" v="14"/>
        <pc:sldMkLst>
          <pc:docMk/>
          <pc:sldMk cId="1765197454" sldId="291"/>
        </pc:sldMkLst>
      </pc:sldChg>
      <pc:sldChg chg="addSp modSp new">
        <pc:chgData name="Gusti Pangestu" userId="S::gusti.pangestu@binus.ac.id::7768735c-5c0d-4d9b-b550-ead0b3c82a30" providerId="AD" clId="Web-{C66C34B6-9332-01B0-020B-2C52778785FE}" dt="2022-11-16T09:17:46.756" v="39" actId="14100"/>
        <pc:sldMkLst>
          <pc:docMk/>
          <pc:sldMk cId="3825084955" sldId="291"/>
        </pc:sldMkLst>
        <pc:spChg chg="mod">
          <ac:chgData name="Gusti Pangestu" userId="S::gusti.pangestu@binus.ac.id::7768735c-5c0d-4d9b-b550-ead0b3c82a30" providerId="AD" clId="Web-{C66C34B6-9332-01B0-020B-2C52778785FE}" dt="2022-11-16T09:12:45.993" v="22" actId="20577"/>
          <ac:spMkLst>
            <pc:docMk/>
            <pc:sldMk cId="3825084955" sldId="291"/>
            <ac:spMk id="2" creationId="{065D08AA-2609-86CD-C729-7BC0D8B66F01}"/>
          </ac:spMkLst>
        </pc:spChg>
        <pc:spChg chg="mod">
          <ac:chgData name="Gusti Pangestu" userId="S::gusti.pangestu@binus.ac.id::7768735c-5c0d-4d9b-b550-ead0b3c82a30" providerId="AD" clId="Web-{C66C34B6-9332-01B0-020B-2C52778785FE}" dt="2022-11-16T09:17:23.755" v="31" actId="20577"/>
          <ac:spMkLst>
            <pc:docMk/>
            <pc:sldMk cId="3825084955" sldId="291"/>
            <ac:spMk id="3" creationId="{5CDA8B99-6B48-BF80-D3FB-13793B8E9409}"/>
          </ac:spMkLst>
        </pc:spChg>
        <pc:picChg chg="add mod">
          <ac:chgData name="Gusti Pangestu" userId="S::gusti.pangestu@binus.ac.id::7768735c-5c0d-4d9b-b550-ead0b3c82a30" providerId="AD" clId="Web-{C66C34B6-9332-01B0-020B-2C52778785FE}" dt="2022-11-16T09:17:41.771" v="37" actId="1076"/>
          <ac:picMkLst>
            <pc:docMk/>
            <pc:sldMk cId="3825084955" sldId="291"/>
            <ac:picMk id="4" creationId="{E11F8490-F232-993B-6615-EFD506669072}"/>
          </ac:picMkLst>
        </pc:picChg>
        <pc:picChg chg="add mod">
          <ac:chgData name="Gusti Pangestu" userId="S::gusti.pangestu@binus.ac.id::7768735c-5c0d-4d9b-b550-ead0b3c82a30" providerId="AD" clId="Web-{C66C34B6-9332-01B0-020B-2C52778785FE}" dt="2022-11-16T09:17:46.756" v="39" actId="14100"/>
          <ac:picMkLst>
            <pc:docMk/>
            <pc:sldMk cId="3825084955" sldId="291"/>
            <ac:picMk id="5" creationId="{4F0F1FA3-D48F-68D8-F1FB-6EA7F50B1369}"/>
          </ac:picMkLst>
        </pc:picChg>
      </pc:sldChg>
      <pc:sldChg chg="new">
        <pc:chgData name="Gusti Pangestu" userId="S::gusti.pangestu@binus.ac.id::7768735c-5c0d-4d9b-b550-ead0b3c82a30" providerId="AD" clId="Web-{C66C34B6-9332-01B0-020B-2C52778785FE}" dt="2022-11-16T09:17:52.740" v="40"/>
        <pc:sldMkLst>
          <pc:docMk/>
          <pc:sldMk cId="1339754843" sldId="292"/>
        </pc:sldMkLst>
      </pc:sldChg>
      <pc:sldChg chg="del">
        <pc:chgData name="Gusti Pangestu" userId="S::gusti.pangestu@binus.ac.id::7768735c-5c0d-4d9b-b550-ead0b3c82a30" providerId="AD" clId="Web-{C66C34B6-9332-01B0-020B-2C52778785FE}" dt="2022-11-16T09:07:20.871" v="13"/>
        <pc:sldMkLst>
          <pc:docMk/>
          <pc:sldMk cId="3506783845" sldId="292"/>
        </pc:sldMkLst>
      </pc:sldChg>
      <pc:sldChg chg="del">
        <pc:chgData name="Gusti Pangestu" userId="S::gusti.pangestu@binus.ac.id::7768735c-5c0d-4d9b-b550-ead0b3c82a30" providerId="AD" clId="Web-{C66C34B6-9332-01B0-020B-2C52778785FE}" dt="2022-11-16T09:07:20.871" v="11"/>
        <pc:sldMkLst>
          <pc:docMk/>
          <pc:sldMk cId="1023137893" sldId="293"/>
        </pc:sldMkLst>
      </pc:sldChg>
      <pc:sldChg chg="del">
        <pc:chgData name="Gusti Pangestu" userId="S::gusti.pangestu@binus.ac.id::7768735c-5c0d-4d9b-b550-ead0b3c82a30" providerId="AD" clId="Web-{C66C34B6-9332-01B0-020B-2C52778785FE}" dt="2022-11-16T09:07:20.871" v="12"/>
        <pc:sldMkLst>
          <pc:docMk/>
          <pc:sldMk cId="641680110" sldId="294"/>
        </pc:sldMkLst>
      </pc:sldChg>
      <pc:sldChg chg="del">
        <pc:chgData name="Gusti Pangestu" userId="S::gusti.pangestu@binus.ac.id::7768735c-5c0d-4d9b-b550-ead0b3c82a30" providerId="AD" clId="Web-{C66C34B6-9332-01B0-020B-2C52778785FE}" dt="2022-11-16T09:07:20.855" v="10"/>
        <pc:sldMkLst>
          <pc:docMk/>
          <pc:sldMk cId="1095013890" sldId="295"/>
        </pc:sldMkLst>
      </pc:sldChg>
      <pc:sldChg chg="del">
        <pc:chgData name="Gusti Pangestu" userId="S::gusti.pangestu@binus.ac.id::7768735c-5c0d-4d9b-b550-ead0b3c82a30" providerId="AD" clId="Web-{C66C34B6-9332-01B0-020B-2C52778785FE}" dt="2022-11-16T09:07:20.855" v="9"/>
        <pc:sldMkLst>
          <pc:docMk/>
          <pc:sldMk cId="1426729290" sldId="296"/>
        </pc:sldMkLst>
      </pc:sldChg>
      <pc:sldChg chg="del">
        <pc:chgData name="Gusti Pangestu" userId="S::gusti.pangestu@binus.ac.id::7768735c-5c0d-4d9b-b550-ead0b3c82a30" providerId="AD" clId="Web-{C66C34B6-9332-01B0-020B-2C52778785FE}" dt="2022-11-16T09:07:20.855" v="8"/>
        <pc:sldMkLst>
          <pc:docMk/>
          <pc:sldMk cId="2467367817" sldId="297"/>
        </pc:sldMkLst>
      </pc:sldChg>
      <pc:sldChg chg="del">
        <pc:chgData name="Gusti Pangestu" userId="S::gusti.pangestu@binus.ac.id::7768735c-5c0d-4d9b-b550-ead0b3c82a30" providerId="AD" clId="Web-{C66C34B6-9332-01B0-020B-2C52778785FE}" dt="2022-11-16T09:07:20.855" v="7"/>
        <pc:sldMkLst>
          <pc:docMk/>
          <pc:sldMk cId="3078249726" sldId="298"/>
        </pc:sldMkLst>
      </pc:sldChg>
      <pc:sldChg chg="del">
        <pc:chgData name="Gusti Pangestu" userId="S::gusti.pangestu@binus.ac.id::7768735c-5c0d-4d9b-b550-ead0b3c82a30" providerId="AD" clId="Web-{C66C34B6-9332-01B0-020B-2C52778785FE}" dt="2022-11-16T09:07:20.855" v="6"/>
        <pc:sldMkLst>
          <pc:docMk/>
          <pc:sldMk cId="2189213575" sldId="299"/>
        </pc:sldMkLst>
      </pc:sldChg>
      <pc:sldChg chg="del">
        <pc:chgData name="Gusti Pangestu" userId="S::gusti.pangestu@binus.ac.id::7768735c-5c0d-4d9b-b550-ead0b3c82a30" providerId="AD" clId="Web-{C66C34B6-9332-01B0-020B-2C52778785FE}" dt="2022-11-16T09:07:20.855" v="5"/>
        <pc:sldMkLst>
          <pc:docMk/>
          <pc:sldMk cId="544600065" sldId="300"/>
        </pc:sldMkLst>
      </pc:sldChg>
      <pc:sldChg chg="del">
        <pc:chgData name="Gusti Pangestu" userId="S::gusti.pangestu@binus.ac.id::7768735c-5c0d-4d9b-b550-ead0b3c82a30" providerId="AD" clId="Web-{C66C34B6-9332-01B0-020B-2C52778785FE}" dt="2022-11-16T09:07:20.855" v="4"/>
        <pc:sldMkLst>
          <pc:docMk/>
          <pc:sldMk cId="1266768660" sldId="301"/>
        </pc:sldMkLst>
      </pc:sldChg>
      <pc:sldChg chg="del">
        <pc:chgData name="Gusti Pangestu" userId="S::gusti.pangestu@binus.ac.id::7768735c-5c0d-4d9b-b550-ead0b3c82a30" providerId="AD" clId="Web-{C66C34B6-9332-01B0-020B-2C52778785FE}" dt="2022-11-16T09:07:20.855" v="3"/>
        <pc:sldMkLst>
          <pc:docMk/>
          <pc:sldMk cId="343948354" sldId="302"/>
        </pc:sldMkLst>
      </pc:sldChg>
      <pc:sldChg chg="del">
        <pc:chgData name="Gusti Pangestu" userId="S::gusti.pangestu@binus.ac.id::7768735c-5c0d-4d9b-b550-ead0b3c82a30" providerId="AD" clId="Web-{C66C34B6-9332-01B0-020B-2C52778785FE}" dt="2022-11-16T09:07:20.855" v="2"/>
        <pc:sldMkLst>
          <pc:docMk/>
          <pc:sldMk cId="2107620240" sldId="303"/>
        </pc:sldMkLst>
      </pc:sldChg>
      <pc:sldChg chg="del">
        <pc:chgData name="Gusti Pangestu" userId="S::gusti.pangestu@binus.ac.id::7768735c-5c0d-4d9b-b550-ead0b3c82a30" providerId="AD" clId="Web-{C66C34B6-9332-01B0-020B-2C52778785FE}" dt="2022-11-16T09:07:20.855" v="1"/>
        <pc:sldMkLst>
          <pc:docMk/>
          <pc:sldMk cId="3568005129" sldId="304"/>
        </pc:sldMkLst>
      </pc:sldChg>
      <pc:sldChg chg="del">
        <pc:chgData name="Gusti Pangestu" userId="S::gusti.pangestu@binus.ac.id::7768735c-5c0d-4d9b-b550-ead0b3c82a30" providerId="AD" clId="Web-{C66C34B6-9332-01B0-020B-2C52778785FE}" dt="2022-11-16T09:07:20.855" v="0"/>
        <pc:sldMkLst>
          <pc:docMk/>
          <pc:sldMk cId="4266244157" sldId="30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EE347AD-4C68-40F0-A7FE-7B388326E828}" type="datetimeFigureOut">
              <a:rPr lang="id-ID" smtClean="0"/>
              <a:t>02/01/2023</a:t>
            </a:fld>
            <a:endParaRPr lang="id-ID"/>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8A3A927-6C38-4632-942C-2C21A01C7D94}" type="slidenum">
              <a:rPr lang="id-ID" smtClean="0"/>
              <a:t>‹#›</a:t>
            </a:fld>
            <a:endParaRPr lang="id-ID"/>
          </a:p>
        </p:txBody>
      </p:sp>
    </p:spTree>
    <p:extLst>
      <p:ext uri="{BB962C8B-B14F-4D97-AF65-F5344CB8AC3E}">
        <p14:creationId xmlns:p14="http://schemas.microsoft.com/office/powerpoint/2010/main" val="3493954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1" descr="Background 01.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62" y="4763"/>
            <a:ext cx="9139237" cy="6461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p:cNvSpPr/>
          <p:nvPr userDrawn="1"/>
        </p:nvSpPr>
        <p:spPr>
          <a:xfrm>
            <a:off x="1691679" y="1628800"/>
            <a:ext cx="7452319" cy="5229200"/>
          </a:xfrm>
          <a:prstGeom prst="rect">
            <a:avLst/>
          </a:prstGeom>
          <a:solidFill>
            <a:srgbClr val="008F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ctrTitle" hasCustomPrompt="1"/>
          </p:nvPr>
        </p:nvSpPr>
        <p:spPr>
          <a:xfrm>
            <a:off x="1835696" y="2708920"/>
            <a:ext cx="7128792" cy="1470025"/>
          </a:xfrm>
        </p:spPr>
        <p:txBody>
          <a:bodyPr/>
          <a:lstStyle>
            <a:lvl1pPr eaLnBrk="1" hangingPunct="1">
              <a:defRPr sz="4400">
                <a:solidFill>
                  <a:schemeClr val="bg1"/>
                </a:solidFill>
              </a:defRPr>
            </a:lvl1pPr>
          </a:lstStyle>
          <a:p>
            <a:pPr eaLnBrk="1" hangingPunct="1"/>
            <a:r>
              <a:rPr lang="en-US" sz="3200" b="1">
                <a:solidFill>
                  <a:schemeClr val="bg1"/>
                </a:solidFill>
                <a:latin typeface="Open Sans" pitchFamily="-84" charset="0"/>
                <a:ea typeface="ＭＳ Ｐゴシック" pitchFamily="34" charset="-128"/>
              </a:rPr>
              <a:t>Headline Open Sans Bold 32pt</a:t>
            </a:r>
          </a:p>
        </p:txBody>
      </p:sp>
      <p:sp>
        <p:nvSpPr>
          <p:cNvPr id="3" name="Subtitle 2"/>
          <p:cNvSpPr>
            <a:spLocks noGrp="1"/>
          </p:cNvSpPr>
          <p:nvPr>
            <p:ph type="subTitle" idx="1"/>
          </p:nvPr>
        </p:nvSpPr>
        <p:spPr>
          <a:xfrm>
            <a:off x="2267744" y="4295527"/>
            <a:ext cx="6400800" cy="576064"/>
          </a:xfrm>
        </p:spPr>
        <p:txBody>
          <a:bodyPr>
            <a:normAutofit/>
          </a:bodyPr>
          <a:lstStyle>
            <a:lvl1pPr marL="0" indent="0" algn="ctr">
              <a:buNone/>
              <a:defRPr sz="2400">
                <a:solidFill>
                  <a:schemeClr val="bg1"/>
                </a:solidFill>
                <a:latin typeface="Open San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id-ID"/>
          </a:p>
        </p:txBody>
      </p:sp>
      <p:sp>
        <p:nvSpPr>
          <p:cNvPr id="4"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a:xfrm>
            <a:off x="3124200" y="6453336"/>
            <a:ext cx="2895600" cy="365125"/>
          </a:xfrm>
        </p:spPr>
        <p:txBody>
          <a:bodyPr/>
          <a:lstStyle/>
          <a:p>
            <a:endParaRPr lang="id-ID"/>
          </a:p>
        </p:txBody>
      </p:sp>
      <p:sp>
        <p:nvSpPr>
          <p:cNvPr id="6"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pic>
        <p:nvPicPr>
          <p:cNvPr id="11" name="Picture 1" descr="Background 01-01.jpg">
            <a:extLst>
              <a:ext uri="{FF2B5EF4-FFF2-40B4-BE49-F238E27FC236}">
                <a16:creationId xmlns:a16="http://schemas.microsoft.com/office/drawing/2014/main" id="{BAB1F597-27DD-4AD5-9342-11528D4387BB}"/>
              </a:ext>
            </a:extLst>
          </p:cNvPr>
          <p:cNvPicPr>
            <a:picLocks noChangeAspect="1"/>
          </p:cNvPicPr>
          <p:nvPr userDrawn="1"/>
        </p:nvPicPr>
        <p:blipFill>
          <a:blip r:embed="rId3" cstate="screen"/>
          <a:srcRect/>
          <a:stretch>
            <a:fillRect/>
          </a:stretch>
        </p:blipFill>
        <p:spPr bwMode="auto">
          <a:xfrm>
            <a:off x="-1" y="0"/>
            <a:ext cx="9146207" cy="6858000"/>
          </a:xfrm>
          <a:prstGeom prst="rect">
            <a:avLst/>
          </a:prstGeom>
          <a:noFill/>
          <a:ln w="9525">
            <a:noFill/>
            <a:miter lim="800000"/>
            <a:headEnd/>
            <a:tailEnd/>
          </a:ln>
        </p:spPr>
      </p:pic>
      <p:pic>
        <p:nvPicPr>
          <p:cNvPr id="12" name="Picture 11" descr="A screenshot of a cell phone&#10;&#10;Description automatically generated">
            <a:extLst>
              <a:ext uri="{FF2B5EF4-FFF2-40B4-BE49-F238E27FC236}">
                <a16:creationId xmlns:a16="http://schemas.microsoft.com/office/drawing/2014/main" id="{37C18FCB-F3A8-4188-9F49-B2D77ECA9ACD}"/>
              </a:ext>
            </a:extLst>
          </p:cNvPr>
          <p:cNvPicPr>
            <a:picLocks noChangeAspect="1"/>
          </p:cNvPicPr>
          <p:nvPr userDrawn="1"/>
        </p:nvPicPr>
        <p:blipFill rotWithShape="1">
          <a:blip r:embed="rId4"/>
          <a:srcRect l="20942" t="89154" r="21091" b="4449"/>
          <a:stretch/>
        </p:blipFill>
        <p:spPr>
          <a:xfrm>
            <a:off x="5417838" y="650553"/>
            <a:ext cx="3426919" cy="534843"/>
          </a:xfrm>
          <a:prstGeom prst="rect">
            <a:avLst/>
          </a:prstGeom>
          <a:ln w="3175">
            <a:noFill/>
          </a:ln>
        </p:spPr>
      </p:pic>
    </p:spTree>
    <p:extLst>
      <p:ext uri="{BB962C8B-B14F-4D97-AF65-F5344CB8AC3E}">
        <p14:creationId xmlns:p14="http://schemas.microsoft.com/office/powerpoint/2010/main" val="2725141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1" descr="Background 02.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3937"/>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title"/>
          </p:nvPr>
        </p:nvSpPr>
        <p:spPr>
          <a:xfrm>
            <a:off x="1911350" y="2060848"/>
            <a:ext cx="6837114" cy="792088"/>
          </a:xfrm>
        </p:spPr>
        <p:txBody>
          <a:bodyPr>
            <a:normAutofit/>
          </a:bodyPr>
          <a:lstStyle>
            <a:lvl1pPr algn="l">
              <a:defRPr sz="3000" b="1">
                <a:solidFill>
                  <a:srgbClr val="0079B8"/>
                </a:solidFill>
                <a:latin typeface="Open Sans"/>
              </a:defRPr>
            </a:lvl1pPr>
          </a:lstStyle>
          <a:p>
            <a:r>
              <a:rPr lang="en-US"/>
              <a:t>Click to edit Master title style</a:t>
            </a:r>
            <a:endParaRPr lang="id-ID"/>
          </a:p>
        </p:txBody>
      </p:sp>
      <p:sp>
        <p:nvSpPr>
          <p:cNvPr id="8"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02/01/2023</a:t>
            </a:fld>
            <a:endParaRPr lang="id-ID"/>
          </a:p>
        </p:txBody>
      </p:sp>
      <p:sp>
        <p:nvSpPr>
          <p:cNvPr id="9" name="Footer Placeholder 4"/>
          <p:cNvSpPr>
            <a:spLocks noGrp="1"/>
          </p:cNvSpPr>
          <p:nvPr>
            <p:ph type="ftr" sz="quarter" idx="11"/>
          </p:nvPr>
        </p:nvSpPr>
        <p:spPr>
          <a:xfrm>
            <a:off x="3124200" y="6453336"/>
            <a:ext cx="2895600" cy="365125"/>
          </a:xfrm>
        </p:spPr>
        <p:txBody>
          <a:bodyPr/>
          <a:lstStyle/>
          <a:p>
            <a:endParaRPr lang="id-ID"/>
          </a:p>
        </p:txBody>
      </p:sp>
      <p:sp>
        <p:nvSpPr>
          <p:cNvPr id="10"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sp>
        <p:nvSpPr>
          <p:cNvPr id="14" name="Content Placeholder 2"/>
          <p:cNvSpPr>
            <a:spLocks noGrp="1"/>
          </p:cNvSpPr>
          <p:nvPr>
            <p:ph idx="1"/>
          </p:nvPr>
        </p:nvSpPr>
        <p:spPr>
          <a:xfrm>
            <a:off x="1911350" y="3429001"/>
            <a:ext cx="6837114" cy="3040422"/>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16" name="Subtitle 2"/>
          <p:cNvSpPr>
            <a:spLocks noGrp="1"/>
          </p:cNvSpPr>
          <p:nvPr>
            <p:ph type="subTitle" idx="13"/>
          </p:nvPr>
        </p:nvSpPr>
        <p:spPr>
          <a:xfrm>
            <a:off x="1907704" y="2852936"/>
            <a:ext cx="6840760" cy="504056"/>
          </a:xfrm>
        </p:spPr>
        <p:txBody>
          <a:bodyPr vert="horz" lIns="91440" tIns="45720" rIns="91440" bIns="45720" rtlCol="0" anchor="ctr">
            <a:normAutofit/>
          </a:bodyPr>
          <a:lstStyle>
            <a:lvl1pPr>
              <a:defRPr lang="id-ID" sz="2200" b="1" dirty="0">
                <a:solidFill>
                  <a:srgbClr val="0079B8"/>
                </a:solidFill>
                <a:latin typeface="Open Sans"/>
                <a:ea typeface="+mj-ea"/>
                <a:cs typeface="+mj-cs"/>
              </a:defRPr>
            </a:lvl1pPr>
          </a:lstStyle>
          <a:p>
            <a:pPr lvl="0">
              <a:spcBef>
                <a:spcPct val="0"/>
              </a:spcBef>
              <a:buNone/>
            </a:pPr>
            <a:r>
              <a:rPr lang="en-US"/>
              <a:t>Click to edit Master subtitle style</a:t>
            </a:r>
            <a:endParaRPr lang="id-ID"/>
          </a:p>
        </p:txBody>
      </p:sp>
      <p:pic>
        <p:nvPicPr>
          <p:cNvPr id="12" name="Picture 1" descr="Background 01-02.jpg">
            <a:extLst>
              <a:ext uri="{FF2B5EF4-FFF2-40B4-BE49-F238E27FC236}">
                <a16:creationId xmlns:a16="http://schemas.microsoft.com/office/drawing/2014/main" id="{85D2C002-CFDC-4500-9C4B-9C7B4FA4308D}"/>
              </a:ext>
            </a:extLst>
          </p:cNvPr>
          <p:cNvPicPr>
            <a:picLocks noChangeAspect="1"/>
          </p:cNvPicPr>
          <p:nvPr userDrawn="1"/>
        </p:nvPicPr>
        <p:blipFill>
          <a:blip r:embed="rId3" cstate="screen"/>
          <a:srcRect/>
          <a:stretch>
            <a:fillRect/>
          </a:stretch>
        </p:blipFill>
        <p:spPr bwMode="auto">
          <a:xfrm>
            <a:off x="0" y="0"/>
            <a:ext cx="9144000" cy="6858000"/>
          </a:xfrm>
          <a:prstGeom prst="rect">
            <a:avLst/>
          </a:prstGeom>
          <a:noFill/>
          <a:ln w="9525">
            <a:noFill/>
            <a:miter lim="800000"/>
            <a:headEnd/>
            <a:tailEnd/>
          </a:ln>
        </p:spPr>
      </p:pic>
      <p:pic>
        <p:nvPicPr>
          <p:cNvPr id="13" name="Picture 12" descr="A screenshot of a cell phone&#10;&#10;Description automatically generated">
            <a:extLst>
              <a:ext uri="{FF2B5EF4-FFF2-40B4-BE49-F238E27FC236}">
                <a16:creationId xmlns:a16="http://schemas.microsoft.com/office/drawing/2014/main" id="{FE1BE66E-B095-4930-9921-1D3A326974AF}"/>
              </a:ext>
            </a:extLst>
          </p:cNvPr>
          <p:cNvPicPr>
            <a:picLocks noChangeAspect="1"/>
          </p:cNvPicPr>
          <p:nvPr userDrawn="1"/>
        </p:nvPicPr>
        <p:blipFill rotWithShape="1">
          <a:blip r:embed="rId4"/>
          <a:srcRect l="20942" t="89154" r="21091" b="4449"/>
          <a:stretch/>
        </p:blipFill>
        <p:spPr>
          <a:xfrm>
            <a:off x="2971800" y="5925358"/>
            <a:ext cx="3426092" cy="534714"/>
          </a:xfrm>
          <a:prstGeom prst="rect">
            <a:avLst/>
          </a:prstGeom>
          <a:ln w="3175">
            <a:noFill/>
          </a:ln>
        </p:spPr>
      </p:pic>
    </p:spTree>
    <p:extLst>
      <p:ext uri="{BB962C8B-B14F-4D97-AF65-F5344CB8AC3E}">
        <p14:creationId xmlns:p14="http://schemas.microsoft.com/office/powerpoint/2010/main" val="761869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31640" y="4406901"/>
            <a:ext cx="7344816" cy="678284"/>
          </a:xfrm>
        </p:spPr>
        <p:txBody>
          <a:bodyPr anchor="t">
            <a:noAutofit/>
          </a:bodyPr>
          <a:lstStyle>
            <a:lvl1pPr algn="l">
              <a:defRPr sz="3000" b="1" cap="all"/>
            </a:lvl1pPr>
          </a:lstStyle>
          <a:p>
            <a:r>
              <a:rPr lang="en-US"/>
              <a:t>Click to edit Master title style</a:t>
            </a:r>
            <a:endParaRPr lang="id-ID"/>
          </a:p>
        </p:txBody>
      </p:sp>
      <p:sp>
        <p:nvSpPr>
          <p:cNvPr id="3" name="Text Placeholder 2"/>
          <p:cNvSpPr>
            <a:spLocks noGrp="1"/>
          </p:cNvSpPr>
          <p:nvPr>
            <p:ph type="body" idx="1"/>
          </p:nvPr>
        </p:nvSpPr>
        <p:spPr>
          <a:xfrm>
            <a:off x="1331640" y="2906713"/>
            <a:ext cx="7344816"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593648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1619672" y="2636912"/>
            <a:ext cx="3456384"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p:cNvSpPr>
            <a:spLocks noGrp="1"/>
          </p:cNvSpPr>
          <p:nvPr>
            <p:ph sz="half" idx="2"/>
          </p:nvPr>
        </p:nvSpPr>
        <p:spPr>
          <a:xfrm>
            <a:off x="5148064" y="2636912"/>
            <a:ext cx="3538736"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4016327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19672" y="1484784"/>
            <a:ext cx="7067128" cy="1008112"/>
          </a:xfrm>
        </p:spPr>
        <p:txBody>
          <a:bodyPr/>
          <a:lstStyle>
            <a:lvl1pPr>
              <a:defRPr/>
            </a:lvl1pPr>
          </a:lstStyle>
          <a:p>
            <a:r>
              <a:rPr lang="en-US"/>
              <a:t>Click to edit Master title style</a:t>
            </a:r>
            <a:endParaRPr lang="id-ID"/>
          </a:p>
        </p:txBody>
      </p:sp>
      <p:sp>
        <p:nvSpPr>
          <p:cNvPr id="3" name="Text Placeholder 2"/>
          <p:cNvSpPr>
            <a:spLocks noGrp="1"/>
          </p:cNvSpPr>
          <p:nvPr>
            <p:ph type="body" idx="1"/>
          </p:nvPr>
        </p:nvSpPr>
        <p:spPr>
          <a:xfrm>
            <a:off x="16196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19672" y="2708920"/>
            <a:ext cx="3456384" cy="3456384"/>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Content Placeholder 5"/>
          <p:cNvSpPr>
            <a:spLocks noGrp="1"/>
          </p:cNvSpPr>
          <p:nvPr>
            <p:ph sz="quarter" idx="4"/>
          </p:nvPr>
        </p:nvSpPr>
        <p:spPr>
          <a:xfrm>
            <a:off x="5220072" y="2708919"/>
            <a:ext cx="3466728" cy="3456385"/>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7" name="Date Placeholder 6"/>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F173735F-2667-4028-B606-D96AABD86FDB}" type="slidenum">
              <a:rPr lang="id-ID" smtClean="0"/>
              <a:pPr/>
              <a:t>‹#›</a:t>
            </a:fld>
            <a:endParaRPr lang="id-ID"/>
          </a:p>
        </p:txBody>
      </p:sp>
      <p:sp>
        <p:nvSpPr>
          <p:cNvPr id="10" name="Text Placeholder 2"/>
          <p:cNvSpPr>
            <a:spLocks noGrp="1"/>
          </p:cNvSpPr>
          <p:nvPr>
            <p:ph type="body" idx="13"/>
          </p:nvPr>
        </p:nvSpPr>
        <p:spPr>
          <a:xfrm>
            <a:off x="52200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359855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Date Placeholder 2"/>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435514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4763"/>
            <a:ext cx="9693629" cy="685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313250" y="2859881"/>
            <a:ext cx="7067128" cy="1143000"/>
          </a:xfrm>
        </p:spPr>
        <p:txBody>
          <a:bodyPr>
            <a:normAutofit/>
          </a:bodyPr>
          <a:lstStyle>
            <a:lvl1pPr>
              <a:defRPr sz="3200">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273697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07704" y="1628800"/>
            <a:ext cx="6768752" cy="802010"/>
          </a:xfrm>
        </p:spPr>
        <p:txBody>
          <a:bodyPr anchor="b">
            <a:normAutofit/>
          </a:bodyPr>
          <a:lstStyle>
            <a:lvl1pPr algn="l">
              <a:defRPr sz="3000" b="1"/>
            </a:lvl1pPr>
          </a:lstStyle>
          <a:p>
            <a:r>
              <a:rPr lang="en-US"/>
              <a:t>Click to edit Master title style</a:t>
            </a:r>
            <a:endParaRPr lang="id-ID"/>
          </a:p>
        </p:txBody>
      </p:sp>
      <p:sp>
        <p:nvSpPr>
          <p:cNvPr id="3" name="Content Placeholder 2"/>
          <p:cNvSpPr>
            <a:spLocks noGrp="1"/>
          </p:cNvSpPr>
          <p:nvPr>
            <p:ph idx="1"/>
          </p:nvPr>
        </p:nvSpPr>
        <p:spPr>
          <a:xfrm>
            <a:off x="1907705" y="2564904"/>
            <a:ext cx="3168352" cy="3672408"/>
          </a:xfrm>
        </p:spPr>
        <p:txBody>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Text Placeholder 3"/>
          <p:cNvSpPr>
            <a:spLocks noGrp="1"/>
          </p:cNvSpPr>
          <p:nvPr>
            <p:ph type="body" sz="half" idx="2"/>
          </p:nvPr>
        </p:nvSpPr>
        <p:spPr>
          <a:xfrm>
            <a:off x="5220072" y="2564904"/>
            <a:ext cx="3430017" cy="3672160"/>
          </a:xfrm>
        </p:spPr>
        <p:txBody>
          <a:bodyPr>
            <a:norm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161704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6884168" cy="566738"/>
          </a:xfrm>
        </p:spPr>
        <p:txBody>
          <a:bodyPr anchor="b"/>
          <a:lstStyle>
            <a:lvl1pPr algn="l">
              <a:defRPr sz="2000" b="1"/>
            </a:lvl1pPr>
          </a:lstStyle>
          <a:p>
            <a:r>
              <a:rPr lang="en-US"/>
              <a:t>Click to edit Master title style</a:t>
            </a:r>
            <a:endParaRPr lang="id-ID"/>
          </a:p>
        </p:txBody>
      </p:sp>
      <p:sp>
        <p:nvSpPr>
          <p:cNvPr id="3" name="Picture Placeholder 2"/>
          <p:cNvSpPr>
            <a:spLocks noGrp="1"/>
          </p:cNvSpPr>
          <p:nvPr>
            <p:ph type="pic" idx="1"/>
          </p:nvPr>
        </p:nvSpPr>
        <p:spPr>
          <a:xfrm>
            <a:off x="1792288" y="1916832"/>
            <a:ext cx="6884168" cy="281074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id-ID"/>
          </a:p>
        </p:txBody>
      </p:sp>
      <p:sp>
        <p:nvSpPr>
          <p:cNvPr id="4" name="Text Placeholder 3"/>
          <p:cNvSpPr>
            <a:spLocks noGrp="1"/>
          </p:cNvSpPr>
          <p:nvPr>
            <p:ph type="body" sz="half" idx="2"/>
          </p:nvPr>
        </p:nvSpPr>
        <p:spPr>
          <a:xfrm>
            <a:off x="1792288" y="5367338"/>
            <a:ext cx="688416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3193814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635969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484784"/>
            <a:ext cx="2057400" cy="4641379"/>
          </a:xfrm>
        </p:spPr>
        <p:txBody>
          <a:bodyPr vert="eaVert"/>
          <a:lstStyle/>
          <a:p>
            <a:r>
              <a:rPr lang="en-US"/>
              <a:t>Click to edit Master title style</a:t>
            </a:r>
            <a:endParaRPr lang="id-ID"/>
          </a:p>
        </p:txBody>
      </p:sp>
      <p:sp>
        <p:nvSpPr>
          <p:cNvPr id="3" name="Vertical Text Placeholder 2"/>
          <p:cNvSpPr>
            <a:spLocks noGrp="1"/>
          </p:cNvSpPr>
          <p:nvPr>
            <p:ph type="body" orient="vert" idx="1"/>
          </p:nvPr>
        </p:nvSpPr>
        <p:spPr>
          <a:xfrm>
            <a:off x="1043608" y="1484784"/>
            <a:ext cx="5433392" cy="46413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11887607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11759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Picture 1" descr="Background 02.jpg"/>
          <p:cNvPicPr>
            <a:picLocks noChangeAspect="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0" y="4764"/>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Placeholder 1"/>
          <p:cNvSpPr>
            <a:spLocks noGrp="1"/>
          </p:cNvSpPr>
          <p:nvPr>
            <p:ph type="title"/>
          </p:nvPr>
        </p:nvSpPr>
        <p:spPr>
          <a:xfrm>
            <a:off x="1619672" y="1484784"/>
            <a:ext cx="7067128" cy="1143000"/>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p:cNvSpPr>
            <a:spLocks noGrp="1"/>
          </p:cNvSpPr>
          <p:nvPr>
            <p:ph type="body" idx="1"/>
          </p:nvPr>
        </p:nvSpPr>
        <p:spPr>
          <a:xfrm>
            <a:off x="1619672" y="2636912"/>
            <a:ext cx="7067128" cy="34892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2"/>
          </p:nvPr>
        </p:nvSpPr>
        <p:spPr>
          <a:xfrm>
            <a:off x="457200" y="6453336"/>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F9B71C-2D91-4D15-BAB7-ADA66F828B46}" type="datetimeFigureOut">
              <a:rPr lang="id-ID" smtClean="0"/>
              <a:pPr/>
              <a:t>02/01/2023</a:t>
            </a:fld>
            <a:endParaRPr lang="id-ID"/>
          </a:p>
        </p:txBody>
      </p:sp>
      <p:sp>
        <p:nvSpPr>
          <p:cNvPr id="5" name="Footer Placeholder 4"/>
          <p:cNvSpPr>
            <a:spLocks noGrp="1"/>
          </p:cNvSpPr>
          <p:nvPr>
            <p:ph type="ftr" sz="quarter" idx="3"/>
          </p:nvPr>
        </p:nvSpPr>
        <p:spPr>
          <a:xfrm>
            <a:off x="3124200" y="6453336"/>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6553200" y="6453336"/>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73735F-2667-4028-B606-D96AABD86FDB}" type="slidenum">
              <a:rPr lang="id-ID" smtClean="0"/>
              <a:pPr/>
              <a:t>‹#›</a:t>
            </a:fld>
            <a:endParaRPr lang="id-ID"/>
          </a:p>
        </p:txBody>
      </p:sp>
    </p:spTree>
    <p:extLst>
      <p:ext uri="{BB962C8B-B14F-4D97-AF65-F5344CB8AC3E}">
        <p14:creationId xmlns:p14="http://schemas.microsoft.com/office/powerpoint/2010/main" val="2818913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3000" b="1" kern="1200">
          <a:solidFill>
            <a:srgbClr val="0079B8"/>
          </a:solidFill>
          <a:latin typeface="Open Sans"/>
          <a:ea typeface="+mj-ea"/>
          <a:cs typeface="+mj-cs"/>
        </a:defRPr>
      </a:lvl1pPr>
    </p:titleStyle>
    <p:body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hyperlink" Target="https://www.golangprograms.com/go-language/channels.html" TargetMode="External"/><Relationship Id="rId2" Type="http://schemas.openxmlformats.org/officeDocument/2006/relationships/hyperlink" Target="https://www.golangprograms.com/goroutines.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cs typeface="Calibri Light"/>
              </a:rPr>
              <a:t>Popular Programming Tech</a:t>
            </a:r>
            <a:endParaRPr lang="en-US">
              <a:ea typeface="Open Sans"/>
              <a:cs typeface="Calibri Light"/>
            </a:endParaRPr>
          </a:p>
        </p:txBody>
      </p:sp>
      <p:sp>
        <p:nvSpPr>
          <p:cNvPr id="3" name="Subtitle 2"/>
          <p:cNvSpPr>
            <a:spLocks noGrp="1"/>
          </p:cNvSpPr>
          <p:nvPr>
            <p:ph type="subTitle" idx="1"/>
          </p:nvPr>
        </p:nvSpPr>
        <p:spPr/>
        <p:txBody>
          <a:bodyPr vert="horz" lIns="68580" tIns="34290" rIns="68580" bIns="34290" rtlCol="0" anchor="t">
            <a:normAutofit fontScale="70000" lnSpcReduction="20000"/>
          </a:bodyPr>
          <a:lstStyle/>
          <a:p>
            <a:r>
              <a:rPr lang="en-US" dirty="0">
                <a:cs typeface="Calibri"/>
              </a:rPr>
              <a:t>Part 8</a:t>
            </a:r>
          </a:p>
          <a:p>
            <a:r>
              <a:rPr lang="en-US" dirty="0">
                <a:ea typeface="Open Sans"/>
                <a:cs typeface="Open Sans"/>
              </a:rPr>
              <a:t>Goroutines and Channels</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E616B-94C1-4821-AA95-497C64ADBC5C}"/>
              </a:ext>
            </a:extLst>
          </p:cNvPr>
          <p:cNvSpPr>
            <a:spLocks noGrp="1"/>
          </p:cNvSpPr>
          <p:nvPr>
            <p:ph type="title"/>
          </p:nvPr>
        </p:nvSpPr>
        <p:spPr/>
        <p:txBody>
          <a:bodyPr/>
          <a:lstStyle/>
          <a:p>
            <a:r>
              <a:rPr lang="en-GB"/>
              <a:t>Learning Objective</a:t>
            </a:r>
            <a:endParaRPr lang="id-ID"/>
          </a:p>
        </p:txBody>
      </p:sp>
      <p:sp>
        <p:nvSpPr>
          <p:cNvPr id="3" name="Content Placeholder 2">
            <a:extLst>
              <a:ext uri="{FF2B5EF4-FFF2-40B4-BE49-F238E27FC236}">
                <a16:creationId xmlns:a16="http://schemas.microsoft.com/office/drawing/2014/main" id="{4C14D8CF-1B8B-4AE4-B51C-5D619267E8B5}"/>
              </a:ext>
            </a:extLst>
          </p:cNvPr>
          <p:cNvSpPr>
            <a:spLocks noGrp="1"/>
          </p:cNvSpPr>
          <p:nvPr>
            <p:ph idx="1"/>
          </p:nvPr>
        </p:nvSpPr>
        <p:spPr/>
        <p:txBody>
          <a:bodyPr/>
          <a:lstStyle/>
          <a:p>
            <a:pPr marL="742950" marR="0" lvl="1" indent="-285750">
              <a:lnSpc>
                <a:spcPct val="107000"/>
              </a:lnSpc>
              <a:spcBef>
                <a:spcPts val="0"/>
              </a:spcBef>
              <a:spcAft>
                <a:spcPts val="0"/>
              </a:spcAft>
              <a:buFont typeface="Symbol" panose="05050102010706020507" pitchFamily="18" charset="2"/>
              <a:buChar char=""/>
            </a:pP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LO 1 : Explain fundamental concept of GO Programming Language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Font typeface="Symbol" panose="05050102010706020507" pitchFamily="18" charset="2"/>
              <a:buChar char=""/>
            </a:pPr>
            <a:r>
              <a:rPr lang="en-US" sz="1800" b="1">
                <a:effectLst/>
                <a:latin typeface="Calibri" panose="020F0502020204030204" pitchFamily="34" charset="0"/>
                <a:ea typeface="Times New Roman" panose="02020603050405020304" pitchFamily="18" charset="0"/>
                <a:cs typeface="Times New Roman" panose="02020603050405020304" pitchFamily="18" charset="0"/>
              </a:rPr>
              <a:t>LO 2 : Apply GO programming language techniques and libraries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27291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27130-CB93-C8BE-7021-F7979E8208C3}"/>
              </a:ext>
            </a:extLst>
          </p:cNvPr>
          <p:cNvSpPr>
            <a:spLocks noGrp="1"/>
          </p:cNvSpPr>
          <p:nvPr>
            <p:ph type="title"/>
          </p:nvPr>
        </p:nvSpPr>
        <p:spPr/>
        <p:txBody>
          <a:bodyPr/>
          <a:lstStyle/>
          <a:p>
            <a:r>
              <a:rPr lang="en-US">
                <a:ea typeface="Open Sans"/>
                <a:cs typeface="Open Sans"/>
              </a:rPr>
              <a:t>Outline</a:t>
            </a:r>
            <a:endParaRPr lang="en-US"/>
          </a:p>
        </p:txBody>
      </p:sp>
      <p:sp>
        <p:nvSpPr>
          <p:cNvPr id="3" name="Content Placeholder 2">
            <a:extLst>
              <a:ext uri="{FF2B5EF4-FFF2-40B4-BE49-F238E27FC236}">
                <a16:creationId xmlns:a16="http://schemas.microsoft.com/office/drawing/2014/main" id="{CFBE6DC7-A61F-27FA-B9A7-7018AFBF0075}"/>
              </a:ext>
            </a:extLst>
          </p:cNvPr>
          <p:cNvSpPr>
            <a:spLocks noGrp="1"/>
          </p:cNvSpPr>
          <p:nvPr>
            <p:ph idx="1"/>
          </p:nvPr>
        </p:nvSpPr>
        <p:spPr/>
        <p:txBody>
          <a:bodyPr vert="horz" lIns="91440" tIns="45720" rIns="91440" bIns="45720" rtlCol="0" anchor="t">
            <a:normAutofit/>
          </a:bodyPr>
          <a:lstStyle/>
          <a:p>
            <a:pPr marL="0" indent="0">
              <a:buNone/>
            </a:pPr>
            <a:endParaRPr lang="en-US" dirty="0">
              <a:ea typeface="Open Sans"/>
              <a:cs typeface="Open Sans"/>
            </a:endParaRPr>
          </a:p>
          <a:p>
            <a:r>
              <a:rPr lang="en-US" b="1" dirty="0">
                <a:ea typeface="Open Sans"/>
                <a:cs typeface="Open Sans"/>
              </a:rPr>
              <a:t>Goroutines</a:t>
            </a:r>
          </a:p>
          <a:p>
            <a:r>
              <a:rPr lang="en-US" b="1" dirty="0">
                <a:ea typeface="Open Sans"/>
                <a:cs typeface="Open Sans"/>
              </a:rPr>
              <a:t>Concurrent clock server</a:t>
            </a:r>
          </a:p>
          <a:p>
            <a:r>
              <a:rPr lang="en-US" b="1" dirty="0">
                <a:ea typeface="Open Sans"/>
                <a:cs typeface="Open Sans"/>
              </a:rPr>
              <a:t>Channels</a:t>
            </a:r>
          </a:p>
          <a:p>
            <a:r>
              <a:rPr lang="en-US" b="1" dirty="0">
                <a:ea typeface="Open Sans"/>
                <a:cs typeface="Open Sans"/>
              </a:rPr>
              <a:t>Looping in </a:t>
            </a:r>
            <a:r>
              <a:rPr lang="en-US" b="1" dirty="0" err="1">
                <a:ea typeface="Open Sans"/>
                <a:cs typeface="Open Sans"/>
              </a:rPr>
              <a:t>paralle</a:t>
            </a:r>
            <a:endParaRPr lang="en-US" b="1" dirty="0">
              <a:ea typeface="Open Sans"/>
              <a:cs typeface="Open Sans"/>
            </a:endParaRPr>
          </a:p>
          <a:p>
            <a:r>
              <a:rPr lang="en-US" b="1" dirty="0">
                <a:ea typeface="Open Sans"/>
                <a:cs typeface="Open Sans"/>
              </a:rPr>
              <a:t>Concurrent web crawler</a:t>
            </a:r>
          </a:p>
          <a:p>
            <a:r>
              <a:rPr lang="en-US" b="1" dirty="0">
                <a:ea typeface="Open Sans"/>
                <a:cs typeface="Open Sans"/>
              </a:rPr>
              <a:t>Multiplexing with select</a:t>
            </a:r>
          </a:p>
          <a:p>
            <a:r>
              <a:rPr lang="en-US" b="1" dirty="0">
                <a:ea typeface="Open Sans"/>
                <a:cs typeface="Open Sans"/>
              </a:rPr>
              <a:t> Cancellation</a:t>
            </a:r>
          </a:p>
          <a:p>
            <a:endParaRPr lang="en-US" b="1" dirty="0">
              <a:ea typeface="Open Sans"/>
              <a:cs typeface="Open Sans"/>
            </a:endParaRPr>
          </a:p>
        </p:txBody>
      </p:sp>
    </p:spTree>
    <p:extLst>
      <p:ext uri="{BB962C8B-B14F-4D97-AF65-F5344CB8AC3E}">
        <p14:creationId xmlns:p14="http://schemas.microsoft.com/office/powerpoint/2010/main" val="1545682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B316E-2FB4-C26D-911C-F2CF9B6794D9}"/>
              </a:ext>
            </a:extLst>
          </p:cNvPr>
          <p:cNvSpPr>
            <a:spLocks noGrp="1"/>
          </p:cNvSpPr>
          <p:nvPr>
            <p:ph type="title"/>
          </p:nvPr>
        </p:nvSpPr>
        <p:spPr/>
        <p:txBody>
          <a:bodyPr/>
          <a:lstStyle/>
          <a:p>
            <a:r>
              <a:rPr lang="en-US" dirty="0"/>
              <a:t>Goroutines and Channels</a:t>
            </a:r>
          </a:p>
        </p:txBody>
      </p:sp>
      <p:sp>
        <p:nvSpPr>
          <p:cNvPr id="3" name="Content Placeholder 2">
            <a:extLst>
              <a:ext uri="{FF2B5EF4-FFF2-40B4-BE49-F238E27FC236}">
                <a16:creationId xmlns:a16="http://schemas.microsoft.com/office/drawing/2014/main" id="{F0FF754A-0E11-999C-E8FB-F371B2338B0C}"/>
              </a:ext>
            </a:extLst>
          </p:cNvPr>
          <p:cNvSpPr>
            <a:spLocks noGrp="1"/>
          </p:cNvSpPr>
          <p:nvPr>
            <p:ph idx="1"/>
          </p:nvPr>
        </p:nvSpPr>
        <p:spPr/>
        <p:txBody>
          <a:bodyPr/>
          <a:lstStyle/>
          <a:p>
            <a:pPr marL="0" indent="0">
              <a:buNone/>
            </a:pPr>
            <a:r>
              <a:rPr lang="en-US" dirty="0"/>
              <a:t>Go enables two styles of concur rent programming. This chapter presents goroutines and channels, which support communicating sequential processes or CSP, a model of concurrency in which values are passed between independent activities (goroutines) but variables are for the most par t confined to a single activity</a:t>
            </a:r>
          </a:p>
        </p:txBody>
      </p:sp>
    </p:spTree>
    <p:extLst>
      <p:ext uri="{BB962C8B-B14F-4D97-AF65-F5344CB8AC3E}">
        <p14:creationId xmlns:p14="http://schemas.microsoft.com/office/powerpoint/2010/main" val="1079826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B07F3-BFD0-0762-1F6B-A44FA08CE3BC}"/>
              </a:ext>
            </a:extLst>
          </p:cNvPr>
          <p:cNvSpPr>
            <a:spLocks noGrp="1"/>
          </p:cNvSpPr>
          <p:nvPr>
            <p:ph type="title"/>
          </p:nvPr>
        </p:nvSpPr>
        <p:spPr/>
        <p:txBody>
          <a:bodyPr/>
          <a:lstStyle/>
          <a:p>
            <a:r>
              <a:rPr lang="en-US" dirty="0"/>
              <a:t>Goroutines</a:t>
            </a:r>
          </a:p>
        </p:txBody>
      </p:sp>
      <p:sp>
        <p:nvSpPr>
          <p:cNvPr id="3" name="Content Placeholder 2">
            <a:extLst>
              <a:ext uri="{FF2B5EF4-FFF2-40B4-BE49-F238E27FC236}">
                <a16:creationId xmlns:a16="http://schemas.microsoft.com/office/drawing/2014/main" id="{C10AD678-358E-3648-871E-2907F900A576}"/>
              </a:ext>
            </a:extLst>
          </p:cNvPr>
          <p:cNvSpPr>
            <a:spLocks noGrp="1"/>
          </p:cNvSpPr>
          <p:nvPr>
            <p:ph idx="1"/>
          </p:nvPr>
        </p:nvSpPr>
        <p:spPr/>
        <p:txBody>
          <a:bodyPr>
            <a:normAutofit lnSpcReduction="10000"/>
          </a:bodyPr>
          <a:lstStyle/>
          <a:p>
            <a:r>
              <a:rPr lang="en-US" dirty="0"/>
              <a:t>Consider a program that has two functions, one that does some computation and one that writes some output, and assume that neither function calls the other</a:t>
            </a:r>
          </a:p>
          <a:p>
            <a:r>
              <a:rPr lang="en-US" dirty="0"/>
              <a:t> A sequential program may call one function and then call the other, but in a concur rent program with two or more goroutines, calls to both functions can be active at the same time</a:t>
            </a:r>
          </a:p>
          <a:p>
            <a:r>
              <a:rPr lang="en-US" dirty="0"/>
              <a:t>When a program starts, its only goroutine is the one that calls the main function, so we call it the main goroutine</a:t>
            </a:r>
          </a:p>
        </p:txBody>
      </p:sp>
    </p:spTree>
    <p:extLst>
      <p:ext uri="{BB962C8B-B14F-4D97-AF65-F5344CB8AC3E}">
        <p14:creationId xmlns:p14="http://schemas.microsoft.com/office/powerpoint/2010/main" val="1665812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4B77846-8C86-967E-3826-BDCB9063CCC1}"/>
              </a:ext>
            </a:extLst>
          </p:cNvPr>
          <p:cNvPicPr>
            <a:picLocks noGrp="1" noChangeAspect="1"/>
          </p:cNvPicPr>
          <p:nvPr>
            <p:ph idx="1"/>
          </p:nvPr>
        </p:nvPicPr>
        <p:blipFill>
          <a:blip r:embed="rId2"/>
          <a:stretch>
            <a:fillRect/>
          </a:stretch>
        </p:blipFill>
        <p:spPr>
          <a:xfrm>
            <a:off x="1706625" y="1454046"/>
            <a:ext cx="6254275" cy="4627147"/>
          </a:xfrm>
        </p:spPr>
      </p:pic>
    </p:spTree>
    <p:extLst>
      <p:ext uri="{BB962C8B-B14F-4D97-AF65-F5344CB8AC3E}">
        <p14:creationId xmlns:p14="http://schemas.microsoft.com/office/powerpoint/2010/main" val="3468554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3EF485-CC68-EE9C-4853-908E90A6397F}"/>
              </a:ext>
            </a:extLst>
          </p:cNvPr>
          <p:cNvSpPr>
            <a:spLocks noGrp="1"/>
          </p:cNvSpPr>
          <p:nvPr>
            <p:ph idx="1"/>
          </p:nvPr>
        </p:nvSpPr>
        <p:spPr>
          <a:xfrm>
            <a:off x="1619672" y="1678898"/>
            <a:ext cx="7067128" cy="4447265"/>
          </a:xfrm>
        </p:spPr>
        <p:txBody>
          <a:bodyPr>
            <a:normAutofit lnSpcReduction="10000"/>
          </a:bodyPr>
          <a:lstStyle/>
          <a:p>
            <a:r>
              <a:rPr lang="en-US" dirty="0"/>
              <a:t>The main goroutine computes the 45th Fibonacci number</a:t>
            </a:r>
          </a:p>
          <a:p>
            <a:r>
              <a:rPr lang="en-US" dirty="0"/>
              <a:t>Since it uses the terribly inefficient recursive algorithm, it runs for an appreciable time, during which we’ d like to provide the user wit h a visual indication that the  program is still running, by displaying an animated textual ‘‘spinner. ’</a:t>
            </a:r>
          </a:p>
          <a:p>
            <a:r>
              <a:rPr lang="en-US" dirty="0"/>
              <a:t>The main function then returns. When this happens, all goroutines are abruptly terminated and the program exits</a:t>
            </a:r>
          </a:p>
          <a:p>
            <a:r>
              <a:rPr lang="en-US" dirty="0"/>
              <a:t>Other than by returning from main or exiting the program, there is no programmatic way for one goroutine to stop another, but as we will see later, there are ways to communicate with a goroutine to request that it stop itself.</a:t>
            </a:r>
          </a:p>
        </p:txBody>
      </p:sp>
    </p:spTree>
    <p:extLst>
      <p:ext uri="{BB962C8B-B14F-4D97-AF65-F5344CB8AC3E}">
        <p14:creationId xmlns:p14="http://schemas.microsoft.com/office/powerpoint/2010/main" val="272733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F47FB-8949-74E6-0505-C0B1E8F200D5}"/>
              </a:ext>
            </a:extLst>
          </p:cNvPr>
          <p:cNvSpPr>
            <a:spLocks noGrp="1"/>
          </p:cNvSpPr>
          <p:nvPr>
            <p:ph type="title"/>
          </p:nvPr>
        </p:nvSpPr>
        <p:spPr>
          <a:xfrm>
            <a:off x="4113183" y="731837"/>
            <a:ext cx="4858429" cy="643819"/>
          </a:xfrm>
        </p:spPr>
        <p:txBody>
          <a:bodyPr>
            <a:normAutofit fontScale="90000"/>
          </a:bodyPr>
          <a:lstStyle/>
          <a:p>
            <a:r>
              <a:rPr lang="en-US" dirty="0"/>
              <a:t> Example: Concurrent Clock Server</a:t>
            </a:r>
          </a:p>
        </p:txBody>
      </p:sp>
      <p:pic>
        <p:nvPicPr>
          <p:cNvPr id="5" name="Content Placeholder 4">
            <a:extLst>
              <a:ext uri="{FF2B5EF4-FFF2-40B4-BE49-F238E27FC236}">
                <a16:creationId xmlns:a16="http://schemas.microsoft.com/office/drawing/2014/main" id="{BB80E96C-BD75-2AF7-49A9-6159FAD73249}"/>
              </a:ext>
            </a:extLst>
          </p:cNvPr>
          <p:cNvPicPr>
            <a:picLocks noGrp="1" noChangeAspect="1"/>
          </p:cNvPicPr>
          <p:nvPr>
            <p:ph idx="1"/>
          </p:nvPr>
        </p:nvPicPr>
        <p:blipFill>
          <a:blip r:embed="rId2"/>
          <a:stretch>
            <a:fillRect/>
          </a:stretch>
        </p:blipFill>
        <p:spPr>
          <a:xfrm>
            <a:off x="3098758" y="1527566"/>
            <a:ext cx="4108534" cy="3489325"/>
          </a:xfrm>
        </p:spPr>
      </p:pic>
      <p:pic>
        <p:nvPicPr>
          <p:cNvPr id="7" name="Picture 6">
            <a:extLst>
              <a:ext uri="{FF2B5EF4-FFF2-40B4-BE49-F238E27FC236}">
                <a16:creationId xmlns:a16="http://schemas.microsoft.com/office/drawing/2014/main" id="{219D3DD8-3F56-6ED4-27E9-B4262F0E5644}"/>
              </a:ext>
            </a:extLst>
          </p:cNvPr>
          <p:cNvPicPr>
            <a:picLocks noChangeAspect="1"/>
          </p:cNvPicPr>
          <p:nvPr/>
        </p:nvPicPr>
        <p:blipFill>
          <a:blip r:embed="rId3"/>
          <a:stretch>
            <a:fillRect/>
          </a:stretch>
        </p:blipFill>
        <p:spPr>
          <a:xfrm>
            <a:off x="3098758" y="5016891"/>
            <a:ext cx="4858428" cy="1686160"/>
          </a:xfrm>
          <a:prstGeom prst="rect">
            <a:avLst/>
          </a:prstGeom>
        </p:spPr>
      </p:pic>
    </p:spTree>
    <p:extLst>
      <p:ext uri="{BB962C8B-B14F-4D97-AF65-F5344CB8AC3E}">
        <p14:creationId xmlns:p14="http://schemas.microsoft.com/office/powerpoint/2010/main" val="4254841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FE463-BF9E-45B1-CA97-755371AA5F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C4C0456-1822-A4E0-F274-9B404523A404}"/>
              </a:ext>
            </a:extLst>
          </p:cNvPr>
          <p:cNvSpPr>
            <a:spLocks noGrp="1"/>
          </p:cNvSpPr>
          <p:nvPr>
            <p:ph idx="1"/>
          </p:nvPr>
        </p:nvSpPr>
        <p:spPr/>
        <p:txBody>
          <a:bodyPr/>
          <a:lstStyle/>
          <a:p>
            <a:r>
              <a:rPr lang="en-US" dirty="0"/>
              <a:t>The Listen function creates a </a:t>
            </a:r>
            <a:r>
              <a:rPr lang="en-US" dirty="0" err="1"/>
              <a:t>net.Listener</a:t>
            </a:r>
            <a:r>
              <a:rPr lang="en-US" dirty="0"/>
              <a:t>, an object that listens for incoming connections on a network port, in this case TCP port localhost:8000.</a:t>
            </a:r>
          </a:p>
          <a:p>
            <a:r>
              <a:rPr lang="en-US" dirty="0"/>
              <a:t>The listener’s Accept method blocks until an incoming connection request is made, then returns a </a:t>
            </a:r>
            <a:r>
              <a:rPr lang="en-US" dirty="0" err="1"/>
              <a:t>net.Conn</a:t>
            </a:r>
            <a:r>
              <a:rPr lang="en-US" dirty="0"/>
              <a:t> object representing the connection</a:t>
            </a:r>
          </a:p>
        </p:txBody>
      </p:sp>
    </p:spTree>
    <p:extLst>
      <p:ext uri="{BB962C8B-B14F-4D97-AF65-F5344CB8AC3E}">
        <p14:creationId xmlns:p14="http://schemas.microsoft.com/office/powerpoint/2010/main" val="920674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9235B-30A9-D962-7C38-6BCA684A1DCF}"/>
              </a:ext>
            </a:extLst>
          </p:cNvPr>
          <p:cNvSpPr>
            <a:spLocks noGrp="1"/>
          </p:cNvSpPr>
          <p:nvPr>
            <p:ph type="title"/>
          </p:nvPr>
        </p:nvSpPr>
        <p:spPr/>
        <p:txBody>
          <a:bodyPr/>
          <a:lstStyle/>
          <a:p>
            <a:r>
              <a:rPr lang="en-US" dirty="0"/>
              <a:t>Channels</a:t>
            </a:r>
          </a:p>
        </p:txBody>
      </p:sp>
      <p:sp>
        <p:nvSpPr>
          <p:cNvPr id="3" name="Content Placeholder 2">
            <a:extLst>
              <a:ext uri="{FF2B5EF4-FFF2-40B4-BE49-F238E27FC236}">
                <a16:creationId xmlns:a16="http://schemas.microsoft.com/office/drawing/2014/main" id="{3EDBEB2C-4D58-89FC-A6AC-2E658B59ECC7}"/>
              </a:ext>
            </a:extLst>
          </p:cNvPr>
          <p:cNvSpPr>
            <a:spLocks noGrp="1"/>
          </p:cNvSpPr>
          <p:nvPr>
            <p:ph idx="1"/>
          </p:nvPr>
        </p:nvSpPr>
        <p:spPr/>
        <p:txBody>
          <a:bodyPr/>
          <a:lstStyle/>
          <a:p>
            <a:r>
              <a:rPr lang="en-US" dirty="0"/>
              <a:t>If goroutines are the activities of a concurrent Go program, channels are the connections between them</a:t>
            </a:r>
          </a:p>
          <a:p>
            <a:r>
              <a:rPr lang="en-US" dirty="0"/>
              <a:t>A channel is a communication mechanism that lets one goroutine send values to another goroutine</a:t>
            </a:r>
          </a:p>
          <a:p>
            <a:r>
              <a:rPr lang="en-US" dirty="0"/>
              <a:t>Each channel is a conduit for values of a particular type, called the channel’s element type</a:t>
            </a:r>
          </a:p>
          <a:p>
            <a:r>
              <a:rPr lang="en-US" dirty="0"/>
              <a:t>When we copy a channel or pass one as an argument to a function, we are copying a reference, so caller and callee refer to the same data structure</a:t>
            </a:r>
          </a:p>
          <a:p>
            <a:endParaRPr lang="en-US" dirty="0"/>
          </a:p>
        </p:txBody>
      </p:sp>
      <p:pic>
        <p:nvPicPr>
          <p:cNvPr id="5" name="Picture 4">
            <a:extLst>
              <a:ext uri="{FF2B5EF4-FFF2-40B4-BE49-F238E27FC236}">
                <a16:creationId xmlns:a16="http://schemas.microsoft.com/office/drawing/2014/main" id="{DE15EC9B-E27B-C5C0-26D0-E24A913B9ABE}"/>
              </a:ext>
            </a:extLst>
          </p:cNvPr>
          <p:cNvPicPr>
            <a:picLocks noChangeAspect="1"/>
          </p:cNvPicPr>
          <p:nvPr/>
        </p:nvPicPr>
        <p:blipFill>
          <a:blip r:embed="rId2"/>
          <a:stretch>
            <a:fillRect/>
          </a:stretch>
        </p:blipFill>
        <p:spPr>
          <a:xfrm>
            <a:off x="2101876" y="5729525"/>
            <a:ext cx="6102719" cy="811531"/>
          </a:xfrm>
          <a:prstGeom prst="rect">
            <a:avLst/>
          </a:prstGeom>
        </p:spPr>
      </p:pic>
    </p:spTree>
    <p:extLst>
      <p:ext uri="{BB962C8B-B14F-4D97-AF65-F5344CB8AC3E}">
        <p14:creationId xmlns:p14="http://schemas.microsoft.com/office/powerpoint/2010/main" val="1886084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ABB61E-558A-FDC0-8B03-63BEFEC3A2FF}"/>
              </a:ext>
            </a:extLst>
          </p:cNvPr>
          <p:cNvSpPr>
            <a:spLocks noGrp="1"/>
          </p:cNvSpPr>
          <p:nvPr>
            <p:ph idx="1"/>
          </p:nvPr>
        </p:nvSpPr>
        <p:spPr>
          <a:xfrm>
            <a:off x="1619672" y="1454046"/>
            <a:ext cx="7067128" cy="4672117"/>
          </a:xfrm>
        </p:spPr>
        <p:txBody>
          <a:bodyPr/>
          <a:lstStyle/>
          <a:p>
            <a:r>
              <a:rPr lang="en-US" dirty="0"/>
              <a:t>A channel has two principal operations, send and receive, collectively known as communications</a:t>
            </a:r>
          </a:p>
          <a:p>
            <a:r>
              <a:rPr lang="en-US" dirty="0"/>
              <a:t>A send statement transmits a value from one goroutine, through the channel, to another goroutine executing a corresponding receive expression</a:t>
            </a:r>
          </a:p>
          <a:p>
            <a:endParaRPr lang="en-US" dirty="0"/>
          </a:p>
          <a:p>
            <a:endParaRPr lang="en-US" dirty="0"/>
          </a:p>
          <a:p>
            <a:r>
              <a:rPr lang="en-US" dirty="0"/>
              <a:t>Channels support a third operation, close, which sets a flag indicating that no more values will ever be sent on this channel; subsequent attempts to send will panic</a:t>
            </a:r>
          </a:p>
          <a:p>
            <a:endParaRPr lang="en-US" dirty="0"/>
          </a:p>
          <a:p>
            <a:endParaRPr lang="en-US" dirty="0"/>
          </a:p>
        </p:txBody>
      </p:sp>
      <p:pic>
        <p:nvPicPr>
          <p:cNvPr id="5" name="Picture 4">
            <a:extLst>
              <a:ext uri="{FF2B5EF4-FFF2-40B4-BE49-F238E27FC236}">
                <a16:creationId xmlns:a16="http://schemas.microsoft.com/office/drawing/2014/main" id="{A71CC440-FDBE-234E-9921-F547202D6BF8}"/>
              </a:ext>
            </a:extLst>
          </p:cNvPr>
          <p:cNvPicPr>
            <a:picLocks noChangeAspect="1"/>
          </p:cNvPicPr>
          <p:nvPr/>
        </p:nvPicPr>
        <p:blipFill>
          <a:blip r:embed="rId2"/>
          <a:stretch>
            <a:fillRect/>
          </a:stretch>
        </p:blipFill>
        <p:spPr>
          <a:xfrm>
            <a:off x="2452391" y="3119394"/>
            <a:ext cx="4239217" cy="619211"/>
          </a:xfrm>
          <a:prstGeom prst="rect">
            <a:avLst/>
          </a:prstGeom>
        </p:spPr>
      </p:pic>
    </p:spTree>
    <p:extLst>
      <p:ext uri="{BB962C8B-B14F-4D97-AF65-F5344CB8AC3E}">
        <p14:creationId xmlns:p14="http://schemas.microsoft.com/office/powerpoint/2010/main" val="619452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82F8DAD-A781-8D00-E6F2-5DDF13DF70B1}"/>
              </a:ext>
            </a:extLst>
          </p:cNvPr>
          <p:cNvPicPr>
            <a:picLocks noGrp="1" noChangeAspect="1"/>
          </p:cNvPicPr>
          <p:nvPr>
            <p:ph idx="1"/>
          </p:nvPr>
        </p:nvPicPr>
        <p:blipFill>
          <a:blip r:embed="rId2"/>
          <a:stretch>
            <a:fillRect/>
          </a:stretch>
        </p:blipFill>
        <p:spPr>
          <a:xfrm>
            <a:off x="3289614" y="419725"/>
            <a:ext cx="5316619" cy="5766399"/>
          </a:xfrm>
        </p:spPr>
      </p:pic>
    </p:spTree>
    <p:extLst>
      <p:ext uri="{BB962C8B-B14F-4D97-AF65-F5344CB8AC3E}">
        <p14:creationId xmlns:p14="http://schemas.microsoft.com/office/powerpoint/2010/main" val="24535694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26FE8-A966-94A9-0077-C7F40551EC7D}"/>
              </a:ext>
            </a:extLst>
          </p:cNvPr>
          <p:cNvSpPr>
            <a:spLocks noGrp="1"/>
          </p:cNvSpPr>
          <p:nvPr>
            <p:ph type="title"/>
          </p:nvPr>
        </p:nvSpPr>
        <p:spPr/>
        <p:txBody>
          <a:bodyPr/>
          <a:lstStyle/>
          <a:p>
            <a:r>
              <a:rPr lang="en-US" dirty="0"/>
              <a:t> Looping in Parallel</a:t>
            </a:r>
          </a:p>
        </p:txBody>
      </p:sp>
      <p:sp>
        <p:nvSpPr>
          <p:cNvPr id="3" name="Content Placeholder 2">
            <a:extLst>
              <a:ext uri="{FF2B5EF4-FFF2-40B4-BE49-F238E27FC236}">
                <a16:creationId xmlns:a16="http://schemas.microsoft.com/office/drawing/2014/main" id="{BAE48E41-2A88-31C0-2206-CACF8A585C85}"/>
              </a:ext>
            </a:extLst>
          </p:cNvPr>
          <p:cNvSpPr>
            <a:spLocks noGrp="1"/>
          </p:cNvSpPr>
          <p:nvPr>
            <p:ph idx="1"/>
          </p:nvPr>
        </p:nvSpPr>
        <p:spPr/>
        <p:txBody>
          <a:bodyPr>
            <a:normAutofit fontScale="77500" lnSpcReduction="20000"/>
          </a:bodyPr>
          <a:lstStyle/>
          <a:p>
            <a:pPr marL="0" indent="0">
              <a:buNone/>
            </a:pPr>
            <a:r>
              <a:rPr lang="en-US" dirty="0"/>
              <a:t>gopl.io/ch8/thumbnail</a:t>
            </a:r>
          </a:p>
          <a:p>
            <a:pPr marL="0" indent="0">
              <a:buNone/>
            </a:pPr>
            <a:r>
              <a:rPr lang="en-US" dirty="0"/>
              <a:t>package thumbnail</a:t>
            </a:r>
          </a:p>
          <a:p>
            <a:pPr marL="0" indent="0">
              <a:buNone/>
            </a:pPr>
            <a:r>
              <a:rPr lang="en-US" dirty="0"/>
              <a:t>// </a:t>
            </a:r>
            <a:r>
              <a:rPr lang="en-US" dirty="0" err="1"/>
              <a:t>ImageFile</a:t>
            </a:r>
            <a:r>
              <a:rPr lang="en-US" dirty="0"/>
              <a:t> reads an image from </a:t>
            </a:r>
            <a:r>
              <a:rPr lang="en-US" dirty="0" err="1"/>
              <a:t>infile</a:t>
            </a:r>
            <a:r>
              <a:rPr lang="en-US" dirty="0"/>
              <a:t> and writes</a:t>
            </a:r>
          </a:p>
          <a:p>
            <a:pPr marL="0" indent="0">
              <a:buNone/>
            </a:pPr>
            <a:r>
              <a:rPr lang="en-US" dirty="0"/>
              <a:t>// a thumbnail-size version of it in the same directory.</a:t>
            </a:r>
          </a:p>
          <a:p>
            <a:pPr marL="0" indent="0">
              <a:buNone/>
            </a:pPr>
            <a:r>
              <a:rPr lang="en-US" dirty="0"/>
              <a:t>// It returns the generated file name, e.g., "foo.thumb.jpg".</a:t>
            </a:r>
          </a:p>
          <a:p>
            <a:pPr marL="0" indent="0">
              <a:buNone/>
            </a:pPr>
            <a:r>
              <a:rPr lang="en-US" dirty="0" err="1"/>
              <a:t>func</a:t>
            </a:r>
            <a:r>
              <a:rPr lang="en-US" dirty="0"/>
              <a:t> </a:t>
            </a:r>
            <a:r>
              <a:rPr lang="en-US" dirty="0" err="1"/>
              <a:t>ImageFile</a:t>
            </a:r>
            <a:r>
              <a:rPr lang="en-US" dirty="0"/>
              <a:t>(</a:t>
            </a:r>
            <a:r>
              <a:rPr lang="en-US" dirty="0" err="1"/>
              <a:t>infile</a:t>
            </a:r>
            <a:r>
              <a:rPr lang="en-US" dirty="0"/>
              <a:t> string) (string, error)</a:t>
            </a:r>
          </a:p>
          <a:p>
            <a:pPr marL="0" indent="0">
              <a:buNone/>
            </a:pPr>
            <a:r>
              <a:rPr lang="en-US" dirty="0"/>
              <a:t>// </a:t>
            </a:r>
            <a:r>
              <a:rPr lang="en-US" dirty="0" err="1"/>
              <a:t>makeThumbnails</a:t>
            </a:r>
            <a:r>
              <a:rPr lang="en-US" dirty="0"/>
              <a:t> makes thumbnails of the specified files.</a:t>
            </a:r>
          </a:p>
          <a:p>
            <a:pPr marL="0" indent="0">
              <a:buNone/>
            </a:pPr>
            <a:r>
              <a:rPr lang="en-US" dirty="0" err="1"/>
              <a:t>func</a:t>
            </a:r>
            <a:r>
              <a:rPr lang="en-US" dirty="0"/>
              <a:t> </a:t>
            </a:r>
            <a:r>
              <a:rPr lang="en-US" dirty="0" err="1"/>
              <a:t>makeThumbnails</a:t>
            </a:r>
            <a:r>
              <a:rPr lang="en-US" dirty="0"/>
              <a:t>(filenames []string) {</a:t>
            </a:r>
          </a:p>
          <a:p>
            <a:pPr marL="0" indent="0">
              <a:buNone/>
            </a:pPr>
            <a:r>
              <a:rPr lang="en-US" dirty="0"/>
              <a:t>for _, f := range filenames {</a:t>
            </a:r>
          </a:p>
          <a:p>
            <a:pPr marL="0" indent="0">
              <a:buNone/>
            </a:pPr>
            <a:r>
              <a:rPr lang="en-US" dirty="0"/>
              <a:t>if _, err := </a:t>
            </a:r>
            <a:r>
              <a:rPr lang="en-US" dirty="0" err="1"/>
              <a:t>thumbnail.ImageFile</a:t>
            </a:r>
            <a:r>
              <a:rPr lang="en-US" dirty="0"/>
              <a:t>(f); err != nil {</a:t>
            </a:r>
          </a:p>
          <a:p>
            <a:pPr marL="0" indent="0">
              <a:buNone/>
            </a:pPr>
            <a:r>
              <a:rPr lang="en-US" dirty="0" err="1"/>
              <a:t>log.Println</a:t>
            </a:r>
            <a:r>
              <a:rPr lang="en-US" dirty="0"/>
              <a:t>(err)</a:t>
            </a:r>
          </a:p>
          <a:p>
            <a:pPr marL="0" indent="0">
              <a:buNone/>
            </a:pPr>
            <a:r>
              <a:rPr lang="en-US" dirty="0"/>
              <a:t>}</a:t>
            </a:r>
          </a:p>
          <a:p>
            <a:pPr marL="0" indent="0">
              <a:buNone/>
            </a:pPr>
            <a:r>
              <a:rPr lang="en-US" dirty="0"/>
              <a:t>}</a:t>
            </a:r>
          </a:p>
          <a:p>
            <a:pPr marL="0" indent="0">
              <a:buNone/>
            </a:pPr>
            <a:r>
              <a:rPr lang="en-US" dirty="0"/>
              <a:t>}</a:t>
            </a:r>
          </a:p>
        </p:txBody>
      </p:sp>
    </p:spTree>
    <p:extLst>
      <p:ext uri="{BB962C8B-B14F-4D97-AF65-F5344CB8AC3E}">
        <p14:creationId xmlns:p14="http://schemas.microsoft.com/office/powerpoint/2010/main" val="1455660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9D1E6E2-E4D6-5C3E-5020-5DF01E79A8B0}"/>
              </a:ext>
            </a:extLst>
          </p:cNvPr>
          <p:cNvPicPr>
            <a:picLocks noGrp="1" noChangeAspect="1"/>
          </p:cNvPicPr>
          <p:nvPr>
            <p:ph idx="1"/>
          </p:nvPr>
        </p:nvPicPr>
        <p:blipFill>
          <a:blip r:embed="rId2"/>
          <a:stretch>
            <a:fillRect/>
          </a:stretch>
        </p:blipFill>
        <p:spPr>
          <a:xfrm>
            <a:off x="2461122" y="1738348"/>
            <a:ext cx="5183862" cy="4468846"/>
          </a:xfrm>
        </p:spPr>
      </p:pic>
    </p:spTree>
    <p:extLst>
      <p:ext uri="{BB962C8B-B14F-4D97-AF65-F5344CB8AC3E}">
        <p14:creationId xmlns:p14="http://schemas.microsoft.com/office/powerpoint/2010/main" val="1748253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4FE65-A83C-922D-3AF6-8E4CE65E72E8}"/>
              </a:ext>
            </a:extLst>
          </p:cNvPr>
          <p:cNvSpPr>
            <a:spLocks noGrp="1"/>
          </p:cNvSpPr>
          <p:nvPr>
            <p:ph type="title"/>
          </p:nvPr>
        </p:nvSpPr>
        <p:spPr/>
        <p:txBody>
          <a:bodyPr/>
          <a:lstStyle/>
          <a:p>
            <a:r>
              <a:rPr lang="en-US" dirty="0"/>
              <a:t>Chat server (Example)</a:t>
            </a:r>
          </a:p>
        </p:txBody>
      </p:sp>
      <p:sp>
        <p:nvSpPr>
          <p:cNvPr id="3" name="Content Placeholder 2">
            <a:extLst>
              <a:ext uri="{FF2B5EF4-FFF2-40B4-BE49-F238E27FC236}">
                <a16:creationId xmlns:a16="http://schemas.microsoft.com/office/drawing/2014/main" id="{1BF78A00-BEA2-DAC8-2387-A04D4B27BE49}"/>
              </a:ext>
            </a:extLst>
          </p:cNvPr>
          <p:cNvSpPr>
            <a:spLocks noGrp="1"/>
          </p:cNvSpPr>
          <p:nvPr>
            <p:ph idx="1"/>
          </p:nvPr>
        </p:nvSpPr>
        <p:spPr/>
        <p:txBody>
          <a:bodyPr/>
          <a:lstStyle/>
          <a:p>
            <a:r>
              <a:rPr lang="en-US" dirty="0"/>
              <a:t>There are four kinds of goroutine in this program. There is one instance apiece of the main and broadcaster goroutines, and for each client connection there is one handle-Conn and one </a:t>
            </a:r>
            <a:r>
              <a:rPr lang="en-US" dirty="0" err="1"/>
              <a:t>clientWriter</a:t>
            </a:r>
            <a:r>
              <a:rPr lang="en-US" dirty="0"/>
              <a:t> goroutine</a:t>
            </a:r>
          </a:p>
        </p:txBody>
      </p:sp>
    </p:spTree>
    <p:extLst>
      <p:ext uri="{BB962C8B-B14F-4D97-AF65-F5344CB8AC3E}">
        <p14:creationId xmlns:p14="http://schemas.microsoft.com/office/powerpoint/2010/main" val="3386953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0FD8D-05AA-7B76-EDC7-3C0A30A444CB}"/>
              </a:ext>
            </a:extLst>
          </p:cNvPr>
          <p:cNvSpPr>
            <a:spLocks noGrp="1"/>
          </p:cNvSpPr>
          <p:nvPr>
            <p:ph type="title"/>
          </p:nvPr>
        </p:nvSpPr>
        <p:spPr/>
        <p:txBody>
          <a:bodyPr/>
          <a:lstStyle/>
          <a:p>
            <a:r>
              <a:rPr lang="en-US" dirty="0"/>
              <a:t>Main Class</a:t>
            </a:r>
          </a:p>
        </p:txBody>
      </p:sp>
      <p:pic>
        <p:nvPicPr>
          <p:cNvPr id="5" name="Content Placeholder 4">
            <a:extLst>
              <a:ext uri="{FF2B5EF4-FFF2-40B4-BE49-F238E27FC236}">
                <a16:creationId xmlns:a16="http://schemas.microsoft.com/office/drawing/2014/main" id="{D69939C9-9906-6D74-4C3D-C8350EFAD911}"/>
              </a:ext>
            </a:extLst>
          </p:cNvPr>
          <p:cNvPicPr>
            <a:picLocks noGrp="1" noChangeAspect="1"/>
          </p:cNvPicPr>
          <p:nvPr>
            <p:ph idx="1"/>
          </p:nvPr>
        </p:nvPicPr>
        <p:blipFill>
          <a:blip r:embed="rId2"/>
          <a:stretch>
            <a:fillRect/>
          </a:stretch>
        </p:blipFill>
        <p:spPr>
          <a:xfrm>
            <a:off x="2058489" y="2677175"/>
            <a:ext cx="6280007" cy="3694121"/>
          </a:xfrm>
        </p:spPr>
      </p:pic>
    </p:spTree>
    <p:extLst>
      <p:ext uri="{BB962C8B-B14F-4D97-AF65-F5344CB8AC3E}">
        <p14:creationId xmlns:p14="http://schemas.microsoft.com/office/powerpoint/2010/main" val="40223059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555B3-779A-1A25-3C77-6ABCDEA17864}"/>
              </a:ext>
            </a:extLst>
          </p:cNvPr>
          <p:cNvSpPr>
            <a:spLocks noGrp="1"/>
          </p:cNvSpPr>
          <p:nvPr>
            <p:ph type="title"/>
          </p:nvPr>
        </p:nvSpPr>
        <p:spPr>
          <a:xfrm>
            <a:off x="3793246" y="705296"/>
            <a:ext cx="4391384" cy="568868"/>
          </a:xfrm>
        </p:spPr>
        <p:txBody>
          <a:bodyPr/>
          <a:lstStyle/>
          <a:p>
            <a:r>
              <a:rPr lang="en-US" dirty="0"/>
              <a:t>Broadcaster Class</a:t>
            </a:r>
          </a:p>
        </p:txBody>
      </p:sp>
      <p:pic>
        <p:nvPicPr>
          <p:cNvPr id="5" name="Content Placeholder 4">
            <a:extLst>
              <a:ext uri="{FF2B5EF4-FFF2-40B4-BE49-F238E27FC236}">
                <a16:creationId xmlns:a16="http://schemas.microsoft.com/office/drawing/2014/main" id="{F5D5AB98-D63C-3C28-839E-B9E368AE2A55}"/>
              </a:ext>
            </a:extLst>
          </p:cNvPr>
          <p:cNvPicPr>
            <a:picLocks noGrp="1" noChangeAspect="1"/>
          </p:cNvPicPr>
          <p:nvPr>
            <p:ph idx="1"/>
          </p:nvPr>
        </p:nvPicPr>
        <p:blipFill>
          <a:blip r:embed="rId2"/>
          <a:stretch>
            <a:fillRect/>
          </a:stretch>
        </p:blipFill>
        <p:spPr>
          <a:xfrm>
            <a:off x="1680778" y="1607790"/>
            <a:ext cx="5782444" cy="4828639"/>
          </a:xfrm>
        </p:spPr>
      </p:pic>
      <p:sp>
        <p:nvSpPr>
          <p:cNvPr id="7" name="TextBox 6">
            <a:extLst>
              <a:ext uri="{FF2B5EF4-FFF2-40B4-BE49-F238E27FC236}">
                <a16:creationId xmlns:a16="http://schemas.microsoft.com/office/drawing/2014/main" id="{9AB2A61F-2755-9D9B-ABF2-1200DA474A59}"/>
              </a:ext>
            </a:extLst>
          </p:cNvPr>
          <p:cNvSpPr txBox="1"/>
          <p:nvPr/>
        </p:nvSpPr>
        <p:spPr>
          <a:xfrm>
            <a:off x="5314013" y="4952375"/>
            <a:ext cx="3695075" cy="1200329"/>
          </a:xfrm>
          <a:prstGeom prst="rect">
            <a:avLst/>
          </a:prstGeom>
          <a:noFill/>
        </p:spPr>
        <p:txBody>
          <a:bodyPr wrap="square">
            <a:spAutoFit/>
          </a:bodyPr>
          <a:lstStyle/>
          <a:p>
            <a:r>
              <a:rPr lang="en-US" dirty="0"/>
              <a:t>The broadcaster listens on the global entering and leaving channels for announcements of</a:t>
            </a:r>
          </a:p>
          <a:p>
            <a:r>
              <a:rPr lang="en-US" dirty="0"/>
              <a:t>arriving and departing clients</a:t>
            </a:r>
          </a:p>
        </p:txBody>
      </p:sp>
    </p:spTree>
    <p:extLst>
      <p:ext uri="{BB962C8B-B14F-4D97-AF65-F5344CB8AC3E}">
        <p14:creationId xmlns:p14="http://schemas.microsoft.com/office/powerpoint/2010/main" val="29975712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748C3-3CA9-720E-9A84-FCC9491DC6E9}"/>
              </a:ext>
            </a:extLst>
          </p:cNvPr>
          <p:cNvSpPr>
            <a:spLocks noGrp="1"/>
          </p:cNvSpPr>
          <p:nvPr>
            <p:ph type="title"/>
          </p:nvPr>
        </p:nvSpPr>
        <p:spPr>
          <a:xfrm>
            <a:off x="1619672" y="1484784"/>
            <a:ext cx="7067128" cy="568868"/>
          </a:xfrm>
        </p:spPr>
        <p:txBody>
          <a:bodyPr/>
          <a:lstStyle/>
          <a:p>
            <a:r>
              <a:rPr lang="en-US" dirty="0" err="1"/>
              <a:t>HandleConn</a:t>
            </a:r>
            <a:r>
              <a:rPr lang="en-US" dirty="0"/>
              <a:t> class</a:t>
            </a:r>
          </a:p>
        </p:txBody>
      </p:sp>
      <p:pic>
        <p:nvPicPr>
          <p:cNvPr id="5" name="Content Placeholder 4">
            <a:extLst>
              <a:ext uri="{FF2B5EF4-FFF2-40B4-BE49-F238E27FC236}">
                <a16:creationId xmlns:a16="http://schemas.microsoft.com/office/drawing/2014/main" id="{564D7443-DB48-CFE0-AEF6-8FD1E19217E9}"/>
              </a:ext>
            </a:extLst>
          </p:cNvPr>
          <p:cNvPicPr>
            <a:picLocks noGrp="1" noChangeAspect="1"/>
          </p:cNvPicPr>
          <p:nvPr>
            <p:ph idx="1"/>
          </p:nvPr>
        </p:nvPicPr>
        <p:blipFill>
          <a:blip r:embed="rId2"/>
          <a:stretch>
            <a:fillRect/>
          </a:stretch>
        </p:blipFill>
        <p:spPr>
          <a:xfrm>
            <a:off x="3233469" y="2866814"/>
            <a:ext cx="3839111" cy="3029373"/>
          </a:xfrm>
        </p:spPr>
      </p:pic>
    </p:spTree>
    <p:extLst>
      <p:ext uri="{BB962C8B-B14F-4D97-AF65-F5344CB8AC3E}">
        <p14:creationId xmlns:p14="http://schemas.microsoft.com/office/powerpoint/2010/main" val="2557531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54848-D65A-F993-AAE1-91685ADA2325}"/>
              </a:ext>
            </a:extLst>
          </p:cNvPr>
          <p:cNvSpPr>
            <a:spLocks noGrp="1"/>
          </p:cNvSpPr>
          <p:nvPr>
            <p:ph type="title"/>
          </p:nvPr>
        </p:nvSpPr>
        <p:spPr/>
        <p:txBody>
          <a:bodyPr/>
          <a:lstStyle/>
          <a:p>
            <a:r>
              <a:rPr lang="en-US" dirty="0"/>
              <a:t>Result</a:t>
            </a:r>
          </a:p>
        </p:txBody>
      </p:sp>
      <p:pic>
        <p:nvPicPr>
          <p:cNvPr id="5" name="Content Placeholder 4">
            <a:extLst>
              <a:ext uri="{FF2B5EF4-FFF2-40B4-BE49-F238E27FC236}">
                <a16:creationId xmlns:a16="http://schemas.microsoft.com/office/drawing/2014/main" id="{30C84D9B-A5C1-3F77-F331-96ACF1A0AB5A}"/>
              </a:ext>
            </a:extLst>
          </p:cNvPr>
          <p:cNvPicPr>
            <a:picLocks noGrp="1" noChangeAspect="1"/>
          </p:cNvPicPr>
          <p:nvPr>
            <p:ph idx="1"/>
          </p:nvPr>
        </p:nvPicPr>
        <p:blipFill>
          <a:blip r:embed="rId2"/>
          <a:stretch>
            <a:fillRect/>
          </a:stretch>
        </p:blipFill>
        <p:spPr>
          <a:xfrm>
            <a:off x="1765120" y="2878004"/>
            <a:ext cx="4093771" cy="959478"/>
          </a:xfrm>
        </p:spPr>
      </p:pic>
      <p:pic>
        <p:nvPicPr>
          <p:cNvPr id="7" name="Picture 6">
            <a:extLst>
              <a:ext uri="{FF2B5EF4-FFF2-40B4-BE49-F238E27FC236}">
                <a16:creationId xmlns:a16="http://schemas.microsoft.com/office/drawing/2014/main" id="{F06832F6-7231-2395-D766-D9FB5FA30C2C}"/>
              </a:ext>
            </a:extLst>
          </p:cNvPr>
          <p:cNvPicPr>
            <a:picLocks noChangeAspect="1"/>
          </p:cNvPicPr>
          <p:nvPr/>
        </p:nvPicPr>
        <p:blipFill>
          <a:blip r:embed="rId3"/>
          <a:stretch>
            <a:fillRect/>
          </a:stretch>
        </p:blipFill>
        <p:spPr>
          <a:xfrm>
            <a:off x="2406580" y="3972722"/>
            <a:ext cx="5305860" cy="2652930"/>
          </a:xfrm>
          <a:prstGeom prst="rect">
            <a:avLst/>
          </a:prstGeom>
        </p:spPr>
      </p:pic>
    </p:spTree>
    <p:extLst>
      <p:ext uri="{BB962C8B-B14F-4D97-AF65-F5344CB8AC3E}">
        <p14:creationId xmlns:p14="http://schemas.microsoft.com/office/powerpoint/2010/main" val="2655063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8D8085-CEF9-4899-944F-A4EBC89804E1}"/>
              </a:ext>
            </a:extLst>
          </p:cNvPr>
          <p:cNvSpPr>
            <a:spLocks noGrp="1"/>
          </p:cNvSpPr>
          <p:nvPr>
            <p:ph type="title"/>
          </p:nvPr>
        </p:nvSpPr>
        <p:spPr/>
        <p:txBody>
          <a:bodyPr/>
          <a:lstStyle/>
          <a:p>
            <a:r>
              <a:rPr lang="en-GB"/>
              <a:t>References</a:t>
            </a:r>
            <a:endParaRPr lang="id-ID"/>
          </a:p>
        </p:txBody>
      </p:sp>
      <p:sp>
        <p:nvSpPr>
          <p:cNvPr id="5" name="Content Placeholder 4">
            <a:extLst>
              <a:ext uri="{FF2B5EF4-FFF2-40B4-BE49-F238E27FC236}">
                <a16:creationId xmlns:a16="http://schemas.microsoft.com/office/drawing/2014/main" id="{BFC9FBC7-A7B5-44F5-875A-9C78EE947DD2}"/>
              </a:ext>
            </a:extLst>
          </p:cNvPr>
          <p:cNvSpPr>
            <a:spLocks noGrp="1"/>
          </p:cNvSpPr>
          <p:nvPr>
            <p:ph idx="1"/>
          </p:nvPr>
        </p:nvSpPr>
        <p:spPr/>
        <p:txBody>
          <a:bodyPr vert="horz" lIns="91440" tIns="45720" rIns="91440" bIns="45720" rtlCol="0" anchor="t">
            <a:normAutofit/>
          </a:bodyPr>
          <a:lstStyle/>
          <a:p>
            <a:pPr>
              <a:lnSpc>
                <a:spcPct val="107000"/>
              </a:lnSpc>
              <a:spcAft>
                <a:spcPts val="800"/>
              </a:spcAft>
            </a:pPr>
            <a:r>
              <a:rPr lang="en-AU" sz="1800" dirty="0">
                <a:latin typeface="Arial"/>
                <a:ea typeface="Open Sans"/>
                <a:cs typeface="Times New Roman" panose="02020603050405020304" pitchFamily="18" charset="0"/>
                <a:hlinkClick r:id="rId2"/>
              </a:rPr>
              <a:t>https://www.golangprograms.com/goroutines.html</a:t>
            </a:r>
            <a:endParaRPr lang="en-AU" sz="1800" dirty="0">
              <a:latin typeface="Arial"/>
              <a:ea typeface="Open Sans"/>
              <a:cs typeface="Times New Roman" panose="02020603050405020304" pitchFamily="18" charset="0"/>
            </a:endParaRPr>
          </a:p>
          <a:p>
            <a:pPr>
              <a:lnSpc>
                <a:spcPct val="107000"/>
              </a:lnSpc>
              <a:spcAft>
                <a:spcPts val="800"/>
              </a:spcAft>
            </a:pPr>
            <a:r>
              <a:rPr lang="en-AU" sz="1800" dirty="0">
                <a:latin typeface="Arial"/>
                <a:ea typeface="Open Sans"/>
                <a:cs typeface="Times New Roman" panose="02020603050405020304" pitchFamily="18" charset="0"/>
                <a:hlinkClick r:id="rId3"/>
              </a:rPr>
              <a:t>https://www.golangprograms.com/go-language/channels.html</a:t>
            </a:r>
            <a:endParaRPr lang="en-AU" sz="1800" dirty="0">
              <a:latin typeface="Arial"/>
              <a:ea typeface="Open Sans"/>
              <a:cs typeface="Times New Roman" panose="02020603050405020304" pitchFamily="18" charset="0"/>
            </a:endParaRPr>
          </a:p>
          <a:p>
            <a:pPr>
              <a:lnSpc>
                <a:spcPct val="107000"/>
              </a:lnSpc>
              <a:spcAft>
                <a:spcPts val="800"/>
              </a:spcAft>
            </a:pPr>
            <a:endParaRPr lang="en-AU" sz="1800" dirty="0">
              <a:latin typeface="Arial"/>
              <a:ea typeface="Open Sans"/>
              <a:cs typeface="Times New Roman" panose="02020603050405020304" pitchFamily="18" charset="0"/>
            </a:endParaRPr>
          </a:p>
          <a:p>
            <a:pPr>
              <a:lnSpc>
                <a:spcPct val="107000"/>
              </a:lnSpc>
              <a:spcAft>
                <a:spcPts val="800"/>
              </a:spcAft>
            </a:pPr>
            <a:endParaRPr lang="en-AU" sz="1800" dirty="0">
              <a:latin typeface="Arial"/>
              <a:ea typeface="Open Sans"/>
              <a:cs typeface="Times New Roman" panose="02020603050405020304" pitchFamily="18" charset="0"/>
            </a:endParaRPr>
          </a:p>
          <a:p>
            <a:pPr>
              <a:lnSpc>
                <a:spcPct val="107000"/>
              </a:lnSpc>
              <a:spcAft>
                <a:spcPts val="800"/>
              </a:spcAft>
            </a:pPr>
            <a:endParaRPr lang="en-AU" sz="1800" dirty="0">
              <a:ea typeface="Open Sans"/>
              <a:cs typeface="Open Sans"/>
            </a:endParaRPr>
          </a:p>
        </p:txBody>
      </p:sp>
      <p:sp>
        <p:nvSpPr>
          <p:cNvPr id="6" name="Subtitle 5">
            <a:extLst>
              <a:ext uri="{FF2B5EF4-FFF2-40B4-BE49-F238E27FC236}">
                <a16:creationId xmlns:a16="http://schemas.microsoft.com/office/drawing/2014/main" id="{64CE016D-E953-4FF6-AB64-3D5523725FF4}"/>
              </a:ext>
            </a:extLst>
          </p:cNvPr>
          <p:cNvSpPr>
            <a:spLocks noGrp="1"/>
          </p:cNvSpPr>
          <p:nvPr>
            <p:ph type="subTitle" idx="13"/>
          </p:nvPr>
        </p:nvSpPr>
        <p:spPr/>
        <p:txBody>
          <a:bodyPr/>
          <a:lstStyle/>
          <a:p>
            <a:endParaRPr lang="id-ID"/>
          </a:p>
        </p:txBody>
      </p:sp>
    </p:spTree>
    <p:extLst>
      <p:ext uri="{BB962C8B-B14F-4D97-AF65-F5344CB8AC3E}">
        <p14:creationId xmlns:p14="http://schemas.microsoft.com/office/powerpoint/2010/main" val="1365886943"/>
      </p:ext>
    </p:extLst>
  </p:cSld>
  <p:clrMapOvr>
    <a:masterClrMapping/>
  </p:clrMapOvr>
</p:sld>
</file>

<file path=ppt/theme/theme1.xml><?xml version="1.0" encoding="utf-8"?>
<a:theme xmlns:a="http://schemas.openxmlformats.org/drawingml/2006/main" name="Template PPT 201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 PPT 2015</Template>
  <TotalTime>1490</TotalTime>
  <Words>718</Words>
  <Application>Microsoft Office PowerPoint</Application>
  <PresentationFormat>On-screen Show (4:3)</PresentationFormat>
  <Paragraphs>65</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Open Sans</vt:lpstr>
      <vt:lpstr>Symbol</vt:lpstr>
      <vt:lpstr>Template PPT 2015</vt:lpstr>
      <vt:lpstr>Popular Programming Tech</vt:lpstr>
      <vt:lpstr>Learning Objective</vt:lpstr>
      <vt:lpstr>Outline</vt:lpstr>
      <vt:lpstr>Goroutines and Channels</vt:lpstr>
      <vt:lpstr>Goroutines</vt:lpstr>
      <vt:lpstr>PowerPoint Presentation</vt:lpstr>
      <vt:lpstr>PowerPoint Presentation</vt:lpstr>
      <vt:lpstr> Example: Concurrent Clock Server</vt:lpstr>
      <vt:lpstr>PowerPoint Presentation</vt:lpstr>
      <vt:lpstr>Channels</vt:lpstr>
      <vt:lpstr>PowerPoint Presentation</vt:lpstr>
      <vt:lpstr>PowerPoint Presentation</vt:lpstr>
      <vt:lpstr> Looping in Parallel</vt:lpstr>
      <vt:lpstr>PowerPoint Presentation</vt:lpstr>
      <vt:lpstr>Chat server (Example)</vt:lpstr>
      <vt:lpstr>Main Class</vt:lpstr>
      <vt:lpstr>Broadcaster Class</vt:lpstr>
      <vt:lpstr>HandleConn class</vt:lpstr>
      <vt:lpstr>Result</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Session  #</dc:title>
  <dc:creator>Yulia</dc:creator>
  <cp:lastModifiedBy>Gusti Pangestu</cp:lastModifiedBy>
  <cp:revision>503</cp:revision>
  <dcterms:created xsi:type="dcterms:W3CDTF">2015-05-04T03:33:03Z</dcterms:created>
  <dcterms:modified xsi:type="dcterms:W3CDTF">2023-01-02T09:22:02Z</dcterms:modified>
</cp:coreProperties>
</file>