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8" r:id="rId2"/>
    <p:sldId id="288" r:id="rId3"/>
    <p:sldId id="290" r:id="rId4"/>
    <p:sldId id="291" r:id="rId5"/>
    <p:sldId id="292" r:id="rId6"/>
    <p:sldId id="294" r:id="rId7"/>
    <p:sldId id="293" r:id="rId8"/>
    <p:sldId id="295" r:id="rId9"/>
    <p:sldId id="296" r:id="rId10"/>
    <p:sldId id="297" r:id="rId11"/>
    <p:sldId id="298" r:id="rId12"/>
    <p:sldId id="299" r:id="rId13"/>
    <p:sldId id="300" r:id="rId14"/>
    <p:sldId id="301" r:id="rId15"/>
    <p:sldId id="302" r:id="rId16"/>
    <p:sldId id="303" r:id="rId17"/>
    <p:sldId id="304" r:id="rId18"/>
    <p:sldId id="305" r:id="rId19"/>
    <p:sldId id="289" r:id="rId20"/>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27C0728-BFBA-4018-A895-7E45D940962F}">
          <p14:sldIdLst>
            <p14:sldId id="258"/>
          </p14:sldIdLst>
        </p14:section>
        <p14:section name="COURSE CONTENT" id="{F4927CBE-FA17-46D1-BAAE-887D0AF2CCBF}">
          <p14:sldIdLst>
            <p14:sldId id="288"/>
            <p14:sldId id="290"/>
            <p14:sldId id="291"/>
            <p14:sldId id="292"/>
            <p14:sldId id="294"/>
            <p14:sldId id="293"/>
            <p14:sldId id="295"/>
            <p14:sldId id="296"/>
            <p14:sldId id="297"/>
            <p14:sldId id="298"/>
            <p14:sldId id="299"/>
            <p14:sldId id="300"/>
            <p14:sldId id="301"/>
            <p14:sldId id="302"/>
            <p14:sldId id="303"/>
            <p14:sldId id="304"/>
            <p14:sldId id="305"/>
          </p14:sldIdLst>
        </p14:section>
        <p14:section name="REFERENCE" id="{82098E28-DACF-4424-86A1-E861B2DCC6FF}">
          <p14:sldIdLst>
            <p14:sldId id="28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8F15"/>
    <a:srgbClr val="008FD5"/>
    <a:srgbClr val="F7F7F7"/>
    <a:srgbClr val="558FD5"/>
    <a:srgbClr val="0079B8"/>
    <a:srgbClr val="0081BD"/>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87F887-9E21-44B9-9D1C-BAA7C8D145D4}" v="2" dt="2023-01-02T04:17:15.0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156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A223DC79-8A1C-ABAE-1F9B-158E890A425E}"/>
    <pc:docChg chg="modSld">
      <pc:chgData name="" userId="" providerId="" clId="Web-{A223DC79-8A1C-ABAE-1F9B-158E890A425E}" dt="2022-11-08T02:41:15.832" v="1" actId="20577"/>
      <pc:docMkLst>
        <pc:docMk/>
      </pc:docMkLst>
      <pc:sldChg chg="modSp">
        <pc:chgData name="" userId="" providerId="" clId="Web-{A223DC79-8A1C-ABAE-1F9B-158E890A425E}" dt="2022-11-08T02:41:15.832" v="1" actId="20577"/>
        <pc:sldMkLst>
          <pc:docMk/>
          <pc:sldMk cId="109857222" sldId="258"/>
        </pc:sldMkLst>
        <pc:spChg chg="mod">
          <ac:chgData name="" userId="" providerId="" clId="Web-{A223DC79-8A1C-ABAE-1F9B-158E890A425E}" dt="2022-11-08T02:41:15.832" v="1" actId="20577"/>
          <ac:spMkLst>
            <pc:docMk/>
            <pc:sldMk cId="109857222" sldId="258"/>
            <ac:spMk id="3" creationId="{00000000-0000-0000-0000-000000000000}"/>
          </ac:spMkLst>
        </pc:spChg>
      </pc:sldChg>
    </pc:docChg>
  </pc:docChgLst>
  <pc:docChgLst>
    <pc:chgData name="Gusti Pangestu" userId="S::gusti.pangestu@binus.ac.id::7768735c-5c0d-4d9b-b550-ead0b3c82a30" providerId="AD" clId="Web-{4723764F-4FB6-2621-BCB5-1B2AA75B9DEF}"/>
    <pc:docChg chg="addSld modSld modSection">
      <pc:chgData name="Gusti Pangestu" userId="S::gusti.pangestu@binus.ac.id::7768735c-5c0d-4d9b-b550-ead0b3c82a30" providerId="AD" clId="Web-{4723764F-4FB6-2621-BCB5-1B2AA75B9DEF}" dt="2022-11-03T03:17:22.866" v="178" actId="1076"/>
      <pc:docMkLst>
        <pc:docMk/>
      </pc:docMkLst>
      <pc:sldChg chg="modSp">
        <pc:chgData name="Gusti Pangestu" userId="S::gusti.pangestu@binus.ac.id::7768735c-5c0d-4d9b-b550-ead0b3c82a30" providerId="AD" clId="Web-{4723764F-4FB6-2621-BCB5-1B2AA75B9DEF}" dt="2022-11-03T02:43:24.724" v="5" actId="20577"/>
        <pc:sldMkLst>
          <pc:docMk/>
          <pc:sldMk cId="109857222" sldId="258"/>
        </pc:sldMkLst>
        <pc:spChg chg="mod">
          <ac:chgData name="Gusti Pangestu" userId="S::gusti.pangestu@binus.ac.id::7768735c-5c0d-4d9b-b550-ead0b3c82a30" providerId="AD" clId="Web-{4723764F-4FB6-2621-BCB5-1B2AA75B9DEF}" dt="2022-11-03T02:43:24.724" v="5" actId="20577"/>
          <ac:spMkLst>
            <pc:docMk/>
            <pc:sldMk cId="109857222" sldId="258"/>
            <ac:spMk id="3" creationId="{00000000-0000-0000-0000-000000000000}"/>
          </ac:spMkLst>
        </pc:spChg>
      </pc:sldChg>
      <pc:sldChg chg="modSp">
        <pc:chgData name="Gusti Pangestu" userId="S::gusti.pangestu@binus.ac.id::7768735c-5c0d-4d9b-b550-ead0b3c82a30" providerId="AD" clId="Web-{4723764F-4FB6-2621-BCB5-1B2AA75B9DEF}" dt="2022-11-03T02:44:14.991" v="7" actId="20577"/>
        <pc:sldMkLst>
          <pc:docMk/>
          <pc:sldMk cId="1545682022" sldId="290"/>
        </pc:sldMkLst>
        <pc:spChg chg="mod">
          <ac:chgData name="Gusti Pangestu" userId="S::gusti.pangestu@binus.ac.id::7768735c-5c0d-4d9b-b550-ead0b3c82a30" providerId="AD" clId="Web-{4723764F-4FB6-2621-BCB5-1B2AA75B9DEF}" dt="2022-11-03T02:44:14.991" v="7" actId="20577"/>
          <ac:spMkLst>
            <pc:docMk/>
            <pc:sldMk cId="1545682022" sldId="290"/>
            <ac:spMk id="3" creationId="{CFBE6DC7-A61F-27FA-B9A7-7018AFBF0075}"/>
          </ac:spMkLst>
        </pc:spChg>
      </pc:sldChg>
      <pc:sldChg chg="addSp delSp modSp new mod modClrScheme chgLayout">
        <pc:chgData name="Gusti Pangestu" userId="S::gusti.pangestu@binus.ac.id::7768735c-5c0d-4d9b-b550-ead0b3c82a30" providerId="AD" clId="Web-{4723764F-4FB6-2621-BCB5-1B2AA75B9DEF}" dt="2022-11-03T02:45:49.603" v="26"/>
        <pc:sldMkLst>
          <pc:docMk/>
          <pc:sldMk cId="3239910030" sldId="291"/>
        </pc:sldMkLst>
        <pc:spChg chg="mod ord">
          <ac:chgData name="Gusti Pangestu" userId="S::gusti.pangestu@binus.ac.id::7768735c-5c0d-4d9b-b550-ead0b3c82a30" providerId="AD" clId="Web-{4723764F-4FB6-2621-BCB5-1B2AA75B9DEF}" dt="2022-11-03T02:45:49.603" v="26"/>
          <ac:spMkLst>
            <pc:docMk/>
            <pc:sldMk cId="3239910030" sldId="291"/>
            <ac:spMk id="2" creationId="{06BE8195-C27D-70D7-28E0-726710B91B9D}"/>
          </ac:spMkLst>
        </pc:spChg>
        <pc:spChg chg="mod ord">
          <ac:chgData name="Gusti Pangestu" userId="S::gusti.pangestu@binus.ac.id::7768735c-5c0d-4d9b-b550-ead0b3c82a30" providerId="AD" clId="Web-{4723764F-4FB6-2621-BCB5-1B2AA75B9DEF}" dt="2022-11-03T02:45:49.603" v="26"/>
          <ac:spMkLst>
            <pc:docMk/>
            <pc:sldMk cId="3239910030" sldId="291"/>
            <ac:spMk id="3" creationId="{499B5FB4-6AD2-6720-5F06-982D62089E73}"/>
          </ac:spMkLst>
        </pc:spChg>
        <pc:spChg chg="add del mod ord">
          <ac:chgData name="Gusti Pangestu" userId="S::gusti.pangestu@binus.ac.id::7768735c-5c0d-4d9b-b550-ead0b3c82a30" providerId="AD" clId="Web-{4723764F-4FB6-2621-BCB5-1B2AA75B9DEF}" dt="2022-11-03T02:45:46.759" v="25"/>
          <ac:spMkLst>
            <pc:docMk/>
            <pc:sldMk cId="3239910030" sldId="291"/>
            <ac:spMk id="4" creationId="{92C9719A-CC46-2504-EF4C-6C78CFE1199F}"/>
          </ac:spMkLst>
        </pc:spChg>
        <pc:picChg chg="add mod ord">
          <ac:chgData name="Gusti Pangestu" userId="S::gusti.pangestu@binus.ac.id::7768735c-5c0d-4d9b-b550-ead0b3c82a30" providerId="AD" clId="Web-{4723764F-4FB6-2621-BCB5-1B2AA75B9DEF}" dt="2022-11-03T02:45:49.603" v="26"/>
          <ac:picMkLst>
            <pc:docMk/>
            <pc:sldMk cId="3239910030" sldId="291"/>
            <ac:picMk id="5" creationId="{6F7C705D-3C75-F52D-FC70-362D5330B2A4}"/>
          </ac:picMkLst>
        </pc:picChg>
      </pc:sldChg>
      <pc:sldChg chg="addSp delSp modSp new mod modClrScheme chgLayout">
        <pc:chgData name="Gusti Pangestu" userId="S::gusti.pangestu@binus.ac.id::7768735c-5c0d-4d9b-b550-ead0b3c82a30" providerId="AD" clId="Web-{4723764F-4FB6-2621-BCB5-1B2AA75B9DEF}" dt="2022-11-03T02:48:31.202" v="81" actId="1076"/>
        <pc:sldMkLst>
          <pc:docMk/>
          <pc:sldMk cId="989727377" sldId="292"/>
        </pc:sldMkLst>
        <pc:spChg chg="mod ord">
          <ac:chgData name="Gusti Pangestu" userId="S::gusti.pangestu@binus.ac.id::7768735c-5c0d-4d9b-b550-ead0b3c82a30" providerId="AD" clId="Web-{4723764F-4FB6-2621-BCB5-1B2AA75B9DEF}" dt="2022-11-03T02:46:34.573" v="48" actId="20577"/>
          <ac:spMkLst>
            <pc:docMk/>
            <pc:sldMk cId="989727377" sldId="292"/>
            <ac:spMk id="2" creationId="{41CCD47F-9B6B-3569-DEBA-A2401F2D11CC}"/>
          </ac:spMkLst>
        </pc:spChg>
        <pc:spChg chg="mod ord">
          <ac:chgData name="Gusti Pangestu" userId="S::gusti.pangestu@binus.ac.id::7768735c-5c0d-4d9b-b550-ead0b3c82a30" providerId="AD" clId="Web-{4723764F-4FB6-2621-BCB5-1B2AA75B9DEF}" dt="2022-11-03T02:48:28.889" v="80" actId="20577"/>
          <ac:spMkLst>
            <pc:docMk/>
            <pc:sldMk cId="989727377" sldId="292"/>
            <ac:spMk id="3" creationId="{E1706120-D971-3F2E-FDC1-F729C1BBB272}"/>
          </ac:spMkLst>
        </pc:spChg>
        <pc:spChg chg="del">
          <ac:chgData name="Gusti Pangestu" userId="S::gusti.pangestu@binus.ac.id::7768735c-5c0d-4d9b-b550-ead0b3c82a30" providerId="AD" clId="Web-{4723764F-4FB6-2621-BCB5-1B2AA75B9DEF}" dt="2022-11-03T02:46:19.901" v="28"/>
          <ac:spMkLst>
            <pc:docMk/>
            <pc:sldMk cId="989727377" sldId="292"/>
            <ac:spMk id="4" creationId="{89EA1DC5-C250-477F-D5F8-983F8BF98A58}"/>
          </ac:spMkLst>
        </pc:spChg>
        <pc:picChg chg="add mod">
          <ac:chgData name="Gusti Pangestu" userId="S::gusti.pangestu@binus.ac.id::7768735c-5c0d-4d9b-b550-ead0b3c82a30" providerId="AD" clId="Web-{4723764F-4FB6-2621-BCB5-1B2AA75B9DEF}" dt="2022-11-03T02:48:31.202" v="81" actId="1076"/>
          <ac:picMkLst>
            <pc:docMk/>
            <pc:sldMk cId="989727377" sldId="292"/>
            <ac:picMk id="5" creationId="{2288BEF4-E51F-B242-1C73-FACBF9FEDC23}"/>
          </ac:picMkLst>
        </pc:picChg>
      </pc:sldChg>
      <pc:sldChg chg="addSp modSp new">
        <pc:chgData name="Gusti Pangestu" userId="S::gusti.pangestu@binus.ac.id::7768735c-5c0d-4d9b-b550-ead0b3c82a30" providerId="AD" clId="Web-{4723764F-4FB6-2621-BCB5-1B2AA75B9DEF}" dt="2022-11-03T02:49:58.080" v="106" actId="1076"/>
        <pc:sldMkLst>
          <pc:docMk/>
          <pc:sldMk cId="1956832009" sldId="293"/>
        </pc:sldMkLst>
        <pc:spChg chg="mod">
          <ac:chgData name="Gusti Pangestu" userId="S::gusti.pangestu@binus.ac.id::7768735c-5c0d-4d9b-b550-ead0b3c82a30" providerId="AD" clId="Web-{4723764F-4FB6-2621-BCB5-1B2AA75B9DEF}" dt="2022-11-03T02:48:57.406" v="87" actId="20577"/>
          <ac:spMkLst>
            <pc:docMk/>
            <pc:sldMk cId="1956832009" sldId="293"/>
            <ac:spMk id="2" creationId="{0974A77D-DC1B-EC55-1E0D-780FFB7B6171}"/>
          </ac:spMkLst>
        </pc:spChg>
        <pc:spChg chg="mod">
          <ac:chgData name="Gusti Pangestu" userId="S::gusti.pangestu@binus.ac.id::7768735c-5c0d-4d9b-b550-ead0b3c82a30" providerId="AD" clId="Web-{4723764F-4FB6-2621-BCB5-1B2AA75B9DEF}" dt="2022-11-03T02:49:51.908" v="102" actId="20577"/>
          <ac:spMkLst>
            <pc:docMk/>
            <pc:sldMk cId="1956832009" sldId="293"/>
            <ac:spMk id="3" creationId="{4CD220FE-80E2-DAFC-E049-FE571AF85D59}"/>
          </ac:spMkLst>
        </pc:spChg>
        <pc:picChg chg="add mod">
          <ac:chgData name="Gusti Pangestu" userId="S::gusti.pangestu@binus.ac.id::7768735c-5c0d-4d9b-b550-ead0b3c82a30" providerId="AD" clId="Web-{4723764F-4FB6-2621-BCB5-1B2AA75B9DEF}" dt="2022-11-03T02:49:24.860" v="95" actId="1076"/>
          <ac:picMkLst>
            <pc:docMk/>
            <pc:sldMk cId="1956832009" sldId="293"/>
            <ac:picMk id="4" creationId="{C6272345-3F9B-AB2B-AF9A-9063808F84D5}"/>
          </ac:picMkLst>
        </pc:picChg>
        <pc:picChg chg="add mod">
          <ac:chgData name="Gusti Pangestu" userId="S::gusti.pangestu@binus.ac.id::7768735c-5c0d-4d9b-b550-ead0b3c82a30" providerId="AD" clId="Web-{4723764F-4FB6-2621-BCB5-1B2AA75B9DEF}" dt="2022-11-03T02:49:58.080" v="106" actId="1076"/>
          <ac:picMkLst>
            <pc:docMk/>
            <pc:sldMk cId="1956832009" sldId="293"/>
            <ac:picMk id="5" creationId="{39A73783-942A-3DAD-C268-F150A84B9582}"/>
          </ac:picMkLst>
        </pc:picChg>
      </pc:sldChg>
      <pc:sldChg chg="modSp new">
        <pc:chgData name="Gusti Pangestu" userId="S::gusti.pangestu@binus.ac.id::7768735c-5c0d-4d9b-b550-ead0b3c82a30" providerId="AD" clId="Web-{4723764F-4FB6-2621-BCB5-1B2AA75B9DEF}" dt="2022-11-03T03:06:42.893" v="136" actId="20577"/>
        <pc:sldMkLst>
          <pc:docMk/>
          <pc:sldMk cId="2857808774" sldId="294"/>
        </pc:sldMkLst>
        <pc:spChg chg="mod">
          <ac:chgData name="Gusti Pangestu" userId="S::gusti.pangestu@binus.ac.id::7768735c-5c0d-4d9b-b550-ead0b3c82a30" providerId="AD" clId="Web-{4723764F-4FB6-2621-BCB5-1B2AA75B9DEF}" dt="2022-11-03T02:51:03.097" v="115" actId="20577"/>
          <ac:spMkLst>
            <pc:docMk/>
            <pc:sldMk cId="2857808774" sldId="294"/>
            <ac:spMk id="2" creationId="{80D8ED6B-1F91-FA76-8442-3BD92848D259}"/>
          </ac:spMkLst>
        </pc:spChg>
        <pc:spChg chg="mod">
          <ac:chgData name="Gusti Pangestu" userId="S::gusti.pangestu@binus.ac.id::7768735c-5c0d-4d9b-b550-ead0b3c82a30" providerId="AD" clId="Web-{4723764F-4FB6-2621-BCB5-1B2AA75B9DEF}" dt="2022-11-03T03:06:42.893" v="136" actId="20577"/>
          <ac:spMkLst>
            <pc:docMk/>
            <pc:sldMk cId="2857808774" sldId="294"/>
            <ac:spMk id="3" creationId="{67F7FC30-C4BB-4163-B058-F8921BEF2568}"/>
          </ac:spMkLst>
        </pc:spChg>
      </pc:sldChg>
      <pc:sldChg chg="addSp modSp new">
        <pc:chgData name="Gusti Pangestu" userId="S::gusti.pangestu@binus.ac.id::7768735c-5c0d-4d9b-b550-ead0b3c82a30" providerId="AD" clId="Web-{4723764F-4FB6-2621-BCB5-1B2AA75B9DEF}" dt="2022-11-03T03:17:22.866" v="178" actId="1076"/>
        <pc:sldMkLst>
          <pc:docMk/>
          <pc:sldMk cId="1684321161" sldId="295"/>
        </pc:sldMkLst>
        <pc:spChg chg="mod">
          <ac:chgData name="Gusti Pangestu" userId="S::gusti.pangestu@binus.ac.id::7768735c-5c0d-4d9b-b550-ead0b3c82a30" providerId="AD" clId="Web-{4723764F-4FB6-2621-BCB5-1B2AA75B9DEF}" dt="2022-11-03T03:09:11.507" v="154" actId="20577"/>
          <ac:spMkLst>
            <pc:docMk/>
            <pc:sldMk cId="1684321161" sldId="295"/>
            <ac:spMk id="2" creationId="{3D7D28F3-975D-21FF-3DFD-F779FEBED9AA}"/>
          </ac:spMkLst>
        </pc:spChg>
        <pc:spChg chg="mod">
          <ac:chgData name="Gusti Pangestu" userId="S::gusti.pangestu@binus.ac.id::7768735c-5c0d-4d9b-b550-ead0b3c82a30" providerId="AD" clId="Web-{4723764F-4FB6-2621-BCB5-1B2AA75B9DEF}" dt="2022-11-03T03:12:03.450" v="161" actId="20577"/>
          <ac:spMkLst>
            <pc:docMk/>
            <pc:sldMk cId="1684321161" sldId="295"/>
            <ac:spMk id="3" creationId="{96D19530-4A52-9542-D14E-51F0CB915FF7}"/>
          </ac:spMkLst>
        </pc:spChg>
        <pc:picChg chg="add mod">
          <ac:chgData name="Gusti Pangestu" userId="S::gusti.pangestu@binus.ac.id::7768735c-5c0d-4d9b-b550-ead0b3c82a30" providerId="AD" clId="Web-{4723764F-4FB6-2621-BCB5-1B2AA75B9DEF}" dt="2022-11-03T03:17:09.491" v="174" actId="1076"/>
          <ac:picMkLst>
            <pc:docMk/>
            <pc:sldMk cId="1684321161" sldId="295"/>
            <ac:picMk id="4" creationId="{D19ABB9B-B821-9820-6C45-7CEDDF2D4136}"/>
          </ac:picMkLst>
        </pc:picChg>
        <pc:picChg chg="add mod">
          <ac:chgData name="Gusti Pangestu" userId="S::gusti.pangestu@binus.ac.id::7768735c-5c0d-4d9b-b550-ead0b3c82a30" providerId="AD" clId="Web-{4723764F-4FB6-2621-BCB5-1B2AA75B9DEF}" dt="2022-11-03T03:17:22.866" v="178" actId="1076"/>
          <ac:picMkLst>
            <pc:docMk/>
            <pc:sldMk cId="1684321161" sldId="295"/>
            <ac:picMk id="5" creationId="{6644DA4B-20A8-41DD-48CB-19F74E0D69A9}"/>
          </ac:picMkLst>
        </pc:picChg>
      </pc:sldChg>
      <pc:sldChg chg="modSp new">
        <pc:chgData name="Gusti Pangestu" userId="S::gusti.pangestu@binus.ac.id::7768735c-5c0d-4d9b-b550-ead0b3c82a30" providerId="AD" clId="Web-{4723764F-4FB6-2621-BCB5-1B2AA75B9DEF}" dt="2022-11-03T03:17:07.538" v="173" actId="20577"/>
        <pc:sldMkLst>
          <pc:docMk/>
          <pc:sldMk cId="832701779" sldId="296"/>
        </pc:sldMkLst>
        <pc:spChg chg="mod">
          <ac:chgData name="Gusti Pangestu" userId="S::gusti.pangestu@binus.ac.id::7768735c-5c0d-4d9b-b550-ead0b3c82a30" providerId="AD" clId="Web-{4723764F-4FB6-2621-BCB5-1B2AA75B9DEF}" dt="2022-11-03T03:16:22.239" v="167" actId="20577"/>
          <ac:spMkLst>
            <pc:docMk/>
            <pc:sldMk cId="832701779" sldId="296"/>
            <ac:spMk id="2" creationId="{A9D638A7-C878-DBC6-BCA3-94CAB5E6CBE5}"/>
          </ac:spMkLst>
        </pc:spChg>
        <pc:spChg chg="mod">
          <ac:chgData name="Gusti Pangestu" userId="S::gusti.pangestu@binus.ac.id::7768735c-5c0d-4d9b-b550-ead0b3c82a30" providerId="AD" clId="Web-{4723764F-4FB6-2621-BCB5-1B2AA75B9DEF}" dt="2022-11-03T03:17:07.538" v="173" actId="20577"/>
          <ac:spMkLst>
            <pc:docMk/>
            <pc:sldMk cId="832701779" sldId="296"/>
            <ac:spMk id="3" creationId="{FF0687D8-F186-C0BE-FEF2-00D857C5D11E}"/>
          </ac:spMkLst>
        </pc:spChg>
      </pc:sldChg>
    </pc:docChg>
  </pc:docChgLst>
  <pc:docChgLst>
    <pc:chgData name="Gusti Pangestu" userId="7768735c-5c0d-4d9b-b550-ead0b3c82a30" providerId="ADAL" clId="{A228A050-C777-4D68-9F08-432EC40BDDDD}"/>
    <pc:docChg chg="custSel addSld delSld modSld sldOrd modSection">
      <pc:chgData name="Gusti Pangestu" userId="7768735c-5c0d-4d9b-b550-ead0b3c82a30" providerId="ADAL" clId="{A228A050-C777-4D68-9F08-432EC40BDDDD}" dt="2021-01-07T20:53:19.184" v="61" actId="12"/>
      <pc:docMkLst>
        <pc:docMk/>
      </pc:docMkLst>
      <pc:sldChg chg="del">
        <pc:chgData name="Gusti Pangestu" userId="7768735c-5c0d-4d9b-b550-ead0b3c82a30" providerId="ADAL" clId="{A228A050-C777-4D68-9F08-432EC40BDDDD}" dt="2021-01-07T20:50:36.705" v="15" actId="47"/>
        <pc:sldMkLst>
          <pc:docMk/>
          <pc:sldMk cId="654055134" sldId="256"/>
        </pc:sldMkLst>
      </pc:sldChg>
      <pc:sldChg chg="new del">
        <pc:chgData name="Gusti Pangestu" userId="7768735c-5c0d-4d9b-b550-ead0b3c82a30" providerId="ADAL" clId="{A228A050-C777-4D68-9F08-432EC40BDDDD}" dt="2021-01-07T20:50:36.705" v="15" actId="47"/>
        <pc:sldMkLst>
          <pc:docMk/>
          <pc:sldMk cId="2630684662" sldId="257"/>
        </pc:sldMkLst>
      </pc:sldChg>
      <pc:sldChg chg="modSp add mod ord">
        <pc:chgData name="Gusti Pangestu" userId="7768735c-5c0d-4d9b-b550-ead0b3c82a30" providerId="ADAL" clId="{A228A050-C777-4D68-9F08-432EC40BDDDD}" dt="2021-01-07T20:50:42.926" v="17"/>
        <pc:sldMkLst>
          <pc:docMk/>
          <pc:sldMk cId="109857222" sldId="258"/>
        </pc:sldMkLst>
        <pc:spChg chg="mod">
          <ac:chgData name="Gusti Pangestu" userId="7768735c-5c0d-4d9b-b550-ead0b3c82a30" providerId="ADAL" clId="{A228A050-C777-4D68-9F08-432EC40BDDDD}" dt="2021-01-07T20:50:31.032" v="10" actId="27636"/>
          <ac:spMkLst>
            <pc:docMk/>
            <pc:sldMk cId="109857222" sldId="258"/>
            <ac:spMk id="3" creationId="{00000000-0000-0000-0000-000000000000}"/>
          </ac:spMkLst>
        </pc:spChg>
      </pc:sldChg>
      <pc:sldChg chg="add">
        <pc:chgData name="Gusti Pangestu" userId="7768735c-5c0d-4d9b-b550-ead0b3c82a30" providerId="ADAL" clId="{A228A050-C777-4D68-9F08-432EC40BDDDD}" dt="2021-01-07T20:50:30.890" v="9"/>
        <pc:sldMkLst>
          <pc:docMk/>
          <pc:sldMk cId="1744550803" sldId="259"/>
        </pc:sldMkLst>
      </pc:sldChg>
      <pc:sldChg chg="delSp add setBg delDesignElem">
        <pc:chgData name="Gusti Pangestu" userId="7768735c-5c0d-4d9b-b550-ead0b3c82a30" providerId="ADAL" clId="{A228A050-C777-4D68-9F08-432EC40BDDDD}" dt="2021-01-07T20:50:30.890" v="9"/>
        <pc:sldMkLst>
          <pc:docMk/>
          <pc:sldMk cId="2444400246" sldId="260"/>
        </pc:sldMkLst>
        <pc:spChg chg="del">
          <ac:chgData name="Gusti Pangestu" userId="7768735c-5c0d-4d9b-b550-ead0b3c82a30" providerId="ADAL" clId="{A228A050-C777-4D68-9F08-432EC40BDDDD}" dt="2021-01-07T20:50:30.890" v="9"/>
          <ac:spMkLst>
            <pc:docMk/>
            <pc:sldMk cId="2444400246" sldId="260"/>
            <ac:spMk id="11" creationId="{46C2E80F-49A6-4372-B103-219D417A55ED}"/>
          </ac:spMkLst>
        </pc:spChg>
      </pc:sldChg>
      <pc:sldChg chg="delSp add setBg delDesignElem">
        <pc:chgData name="Gusti Pangestu" userId="7768735c-5c0d-4d9b-b550-ead0b3c82a30" providerId="ADAL" clId="{A228A050-C777-4D68-9F08-432EC40BDDDD}" dt="2021-01-07T20:50:30.890" v="9"/>
        <pc:sldMkLst>
          <pc:docMk/>
          <pc:sldMk cId="3227208170" sldId="261"/>
        </pc:sldMkLst>
        <pc:spChg chg="del">
          <ac:chgData name="Gusti Pangestu" userId="7768735c-5c0d-4d9b-b550-ead0b3c82a30" providerId="ADAL" clId="{A228A050-C777-4D68-9F08-432EC40BDDDD}" dt="2021-01-07T20:50:30.890" v="9"/>
          <ac:spMkLst>
            <pc:docMk/>
            <pc:sldMk cId="3227208170" sldId="261"/>
            <ac:spMk id="8" creationId="{5A292AEA-2528-46C0-B426-95822B6141FB}"/>
          </ac:spMkLst>
        </pc:spChg>
        <pc:spChg chg="del">
          <ac:chgData name="Gusti Pangestu" userId="7768735c-5c0d-4d9b-b550-ead0b3c82a30" providerId="ADAL" clId="{A228A050-C777-4D68-9F08-432EC40BDDDD}" dt="2021-01-07T20:50:30.890" v="9"/>
          <ac:spMkLst>
            <pc:docMk/>
            <pc:sldMk cId="3227208170" sldId="261"/>
            <ac:spMk id="10" creationId="{D8B7B198-E4DF-43CD-AD8C-199884323745}"/>
          </ac:spMkLst>
        </pc:spChg>
        <pc:spChg chg="del">
          <ac:chgData name="Gusti Pangestu" userId="7768735c-5c0d-4d9b-b550-ead0b3c82a30" providerId="ADAL" clId="{A228A050-C777-4D68-9F08-432EC40BDDDD}" dt="2021-01-07T20:50:30.890" v="9"/>
          <ac:spMkLst>
            <pc:docMk/>
            <pc:sldMk cId="3227208170" sldId="261"/>
            <ac:spMk id="12" creationId="{2BE67753-EA0E-4819-8D22-0B6600CF7231}"/>
          </ac:spMkLst>
        </pc:spChg>
        <pc:grpChg chg="del">
          <ac:chgData name="Gusti Pangestu" userId="7768735c-5c0d-4d9b-b550-ead0b3c82a30" providerId="ADAL" clId="{A228A050-C777-4D68-9F08-432EC40BDDDD}" dt="2021-01-07T20:50:30.890" v="9"/>
          <ac:grpSpMkLst>
            <pc:docMk/>
            <pc:sldMk cId="3227208170" sldId="261"/>
            <ac:grpSpMk id="14" creationId="{D76D63AC-0421-45EC-B383-E79A61A78C6B}"/>
          </ac:grpSpMkLst>
        </pc:grpChg>
        <pc:grpChg chg="del">
          <ac:chgData name="Gusti Pangestu" userId="7768735c-5c0d-4d9b-b550-ead0b3c82a30" providerId="ADAL" clId="{A228A050-C777-4D68-9F08-432EC40BDDDD}" dt="2021-01-07T20:50:30.890" v="9"/>
          <ac:grpSpMkLst>
            <pc:docMk/>
            <pc:sldMk cId="3227208170" sldId="261"/>
            <ac:grpSpMk id="23" creationId="{87F87F1B-42BA-4AC7-A4E2-41544DDB2CE3}"/>
          </ac:grpSpMkLst>
        </pc:grpChg>
        <pc:grpChg chg="del">
          <ac:chgData name="Gusti Pangestu" userId="7768735c-5c0d-4d9b-b550-ead0b3c82a30" providerId="ADAL" clId="{A228A050-C777-4D68-9F08-432EC40BDDDD}" dt="2021-01-07T20:50:30.890" v="9"/>
          <ac:grpSpMkLst>
            <pc:docMk/>
            <pc:sldMk cId="3227208170" sldId="261"/>
            <ac:grpSpMk id="29" creationId="{967346A5-7569-4F15-AB5D-BE3DADF192C0}"/>
          </ac:grpSpMkLst>
        </pc:grpChg>
      </pc:sldChg>
      <pc:sldChg chg="add">
        <pc:chgData name="Gusti Pangestu" userId="7768735c-5c0d-4d9b-b550-ead0b3c82a30" providerId="ADAL" clId="{A228A050-C777-4D68-9F08-432EC40BDDDD}" dt="2021-01-07T20:50:30.890" v="9"/>
        <pc:sldMkLst>
          <pc:docMk/>
          <pc:sldMk cId="3586522301" sldId="262"/>
        </pc:sldMkLst>
      </pc:sldChg>
      <pc:sldChg chg="delSp modSp add mod setBg delDesignElem">
        <pc:chgData name="Gusti Pangestu" userId="7768735c-5c0d-4d9b-b550-ead0b3c82a30" providerId="ADAL" clId="{A228A050-C777-4D68-9F08-432EC40BDDDD}" dt="2021-01-07T20:50:31.144" v="11" actId="27636"/>
        <pc:sldMkLst>
          <pc:docMk/>
          <pc:sldMk cId="1358273460" sldId="263"/>
        </pc:sldMkLst>
        <pc:spChg chg="mod">
          <ac:chgData name="Gusti Pangestu" userId="7768735c-5c0d-4d9b-b550-ead0b3c82a30" providerId="ADAL" clId="{A228A050-C777-4D68-9F08-432EC40BDDDD}" dt="2021-01-07T20:50:31.144" v="11" actId="27636"/>
          <ac:spMkLst>
            <pc:docMk/>
            <pc:sldMk cId="1358273460" sldId="263"/>
            <ac:spMk id="4" creationId="{C89EFB6E-43D7-4C58-8CA4-240152F0CFE6}"/>
          </ac:spMkLst>
        </pc:spChg>
        <pc:spChg chg="del">
          <ac:chgData name="Gusti Pangestu" userId="7768735c-5c0d-4d9b-b550-ead0b3c82a30" providerId="ADAL" clId="{A228A050-C777-4D68-9F08-432EC40BDDDD}" dt="2021-01-07T20:50:30.890" v="9"/>
          <ac:spMkLst>
            <pc:docMk/>
            <pc:sldMk cId="1358273460" sldId="263"/>
            <ac:spMk id="14" creationId="{C413D172-8B6A-47F5-9813-DE455773F3FB}"/>
          </ac:spMkLst>
        </pc:spChg>
      </pc:sldChg>
      <pc:sldChg chg="delSp add setBg delDesignElem">
        <pc:chgData name="Gusti Pangestu" userId="7768735c-5c0d-4d9b-b550-ead0b3c82a30" providerId="ADAL" clId="{A228A050-C777-4D68-9F08-432EC40BDDDD}" dt="2021-01-07T20:50:30.890" v="9"/>
        <pc:sldMkLst>
          <pc:docMk/>
          <pc:sldMk cId="4186271631" sldId="264"/>
        </pc:sldMkLst>
        <pc:cxnChg chg="del">
          <ac:chgData name="Gusti Pangestu" userId="7768735c-5c0d-4d9b-b550-ead0b3c82a30" providerId="ADAL" clId="{A228A050-C777-4D68-9F08-432EC40BDDDD}" dt="2021-01-07T20:50:30.890" v="9"/>
          <ac:cxnSpMkLst>
            <pc:docMk/>
            <pc:sldMk cId="4186271631" sldId="264"/>
            <ac:cxnSpMk id="11" creationId="{A7F400EE-A8A5-48AF-B4D6-291B52C6F0B0}"/>
          </ac:cxnSpMkLst>
        </pc:cxnChg>
      </pc:sldChg>
      <pc:sldChg chg="add">
        <pc:chgData name="Gusti Pangestu" userId="7768735c-5c0d-4d9b-b550-ead0b3c82a30" providerId="ADAL" clId="{A228A050-C777-4D68-9F08-432EC40BDDDD}" dt="2021-01-07T20:50:30.890" v="9"/>
        <pc:sldMkLst>
          <pc:docMk/>
          <pc:sldMk cId="640388395" sldId="265"/>
        </pc:sldMkLst>
      </pc:sldChg>
      <pc:sldChg chg="delSp add setBg delDesignElem">
        <pc:chgData name="Gusti Pangestu" userId="7768735c-5c0d-4d9b-b550-ead0b3c82a30" providerId="ADAL" clId="{A228A050-C777-4D68-9F08-432EC40BDDDD}" dt="2021-01-07T20:50:30.890" v="9"/>
        <pc:sldMkLst>
          <pc:docMk/>
          <pc:sldMk cId="2731352854" sldId="266"/>
        </pc:sldMkLst>
        <pc:spChg chg="del">
          <ac:chgData name="Gusti Pangestu" userId="7768735c-5c0d-4d9b-b550-ead0b3c82a30" providerId="ADAL" clId="{A228A050-C777-4D68-9F08-432EC40BDDDD}" dt="2021-01-07T20:50:30.890" v="9"/>
          <ac:spMkLst>
            <pc:docMk/>
            <pc:sldMk cId="2731352854" sldId="266"/>
            <ac:spMk id="10" creationId="{F13C74B1-5B17-4795-BED0-7140497B445A}"/>
          </ac:spMkLst>
        </pc:spChg>
        <pc:spChg chg="del">
          <ac:chgData name="Gusti Pangestu" userId="7768735c-5c0d-4d9b-b550-ead0b3c82a30" providerId="ADAL" clId="{A228A050-C777-4D68-9F08-432EC40BDDDD}" dt="2021-01-07T20:50:30.890" v="9"/>
          <ac:spMkLst>
            <pc:docMk/>
            <pc:sldMk cId="2731352854" sldId="266"/>
            <ac:spMk id="12" creationId="{D4974D33-8DC5-464E-8C6D-BE58F0669C17}"/>
          </ac:spMkLst>
        </pc:spChg>
      </pc:sldChg>
      <pc:sldChg chg="delSp add setBg delDesignElem">
        <pc:chgData name="Gusti Pangestu" userId="7768735c-5c0d-4d9b-b550-ead0b3c82a30" providerId="ADAL" clId="{A228A050-C777-4D68-9F08-432EC40BDDDD}" dt="2021-01-07T20:50:30.890" v="9"/>
        <pc:sldMkLst>
          <pc:docMk/>
          <pc:sldMk cId="2491614461" sldId="267"/>
        </pc:sldMkLst>
        <pc:spChg chg="del">
          <ac:chgData name="Gusti Pangestu" userId="7768735c-5c0d-4d9b-b550-ead0b3c82a30" providerId="ADAL" clId="{A228A050-C777-4D68-9F08-432EC40BDDDD}" dt="2021-01-07T20:50:30.890" v="9"/>
          <ac:spMkLst>
            <pc:docMk/>
            <pc:sldMk cId="2491614461" sldId="267"/>
            <ac:spMk id="8" creationId="{2A8AA5BC-4F7A-4226-8F99-6D824B226A97}"/>
          </ac:spMkLst>
        </pc:spChg>
        <pc:spChg chg="del">
          <ac:chgData name="Gusti Pangestu" userId="7768735c-5c0d-4d9b-b550-ead0b3c82a30" providerId="ADAL" clId="{A228A050-C777-4D68-9F08-432EC40BDDDD}" dt="2021-01-07T20:50:30.890" v="9"/>
          <ac:spMkLst>
            <pc:docMk/>
            <pc:sldMk cId="2491614461" sldId="267"/>
            <ac:spMk id="10" creationId="{3E5445C6-DD42-4979-86FF-03730E8C6DB0}"/>
          </ac:spMkLst>
        </pc:spChg>
        <pc:cxnChg chg="del">
          <ac:chgData name="Gusti Pangestu" userId="7768735c-5c0d-4d9b-b550-ead0b3c82a30" providerId="ADAL" clId="{A228A050-C777-4D68-9F08-432EC40BDDDD}" dt="2021-01-07T20:50:30.890" v="9"/>
          <ac:cxnSpMkLst>
            <pc:docMk/>
            <pc:sldMk cId="2491614461" sldId="267"/>
            <ac:cxnSpMk id="12" creationId="{45000665-DFC7-417E-8FD7-516A0F15C975}"/>
          </ac:cxnSpMkLst>
        </pc:cxnChg>
      </pc:sldChg>
      <pc:sldChg chg="add">
        <pc:chgData name="Gusti Pangestu" userId="7768735c-5c0d-4d9b-b550-ead0b3c82a30" providerId="ADAL" clId="{A228A050-C777-4D68-9F08-432EC40BDDDD}" dt="2021-01-07T20:50:30.890" v="9"/>
        <pc:sldMkLst>
          <pc:docMk/>
          <pc:sldMk cId="2148684292" sldId="268"/>
        </pc:sldMkLst>
      </pc:sldChg>
      <pc:sldChg chg="add">
        <pc:chgData name="Gusti Pangestu" userId="7768735c-5c0d-4d9b-b550-ead0b3c82a30" providerId="ADAL" clId="{A228A050-C777-4D68-9F08-432EC40BDDDD}" dt="2021-01-07T20:50:30.890" v="9"/>
        <pc:sldMkLst>
          <pc:docMk/>
          <pc:sldMk cId="3556607782" sldId="269"/>
        </pc:sldMkLst>
      </pc:sldChg>
      <pc:sldChg chg="delSp add setBg delDesignElem">
        <pc:chgData name="Gusti Pangestu" userId="7768735c-5c0d-4d9b-b550-ead0b3c82a30" providerId="ADAL" clId="{A228A050-C777-4D68-9F08-432EC40BDDDD}" dt="2021-01-07T20:50:30.890" v="9"/>
        <pc:sldMkLst>
          <pc:docMk/>
          <pc:sldMk cId="1547233532" sldId="270"/>
        </pc:sldMkLst>
        <pc:spChg chg="del">
          <ac:chgData name="Gusti Pangestu" userId="7768735c-5c0d-4d9b-b550-ead0b3c82a30" providerId="ADAL" clId="{A228A050-C777-4D68-9F08-432EC40BDDDD}" dt="2021-01-07T20:50:30.890" v="9"/>
          <ac:spMkLst>
            <pc:docMk/>
            <pc:sldMk cId="1547233532" sldId="270"/>
            <ac:spMk id="7" creationId="{60E9A6ED-B880-44EA-8D60-C9D3C82CCBD2}"/>
          </ac:spMkLst>
        </pc:spChg>
      </pc:sldChg>
      <pc:sldChg chg="add">
        <pc:chgData name="Gusti Pangestu" userId="7768735c-5c0d-4d9b-b550-ead0b3c82a30" providerId="ADAL" clId="{A228A050-C777-4D68-9F08-432EC40BDDDD}" dt="2021-01-07T20:50:30.890" v="9"/>
        <pc:sldMkLst>
          <pc:docMk/>
          <pc:sldMk cId="536712598" sldId="271"/>
        </pc:sldMkLst>
      </pc:sldChg>
      <pc:sldChg chg="add">
        <pc:chgData name="Gusti Pangestu" userId="7768735c-5c0d-4d9b-b550-ead0b3c82a30" providerId="ADAL" clId="{A228A050-C777-4D68-9F08-432EC40BDDDD}" dt="2021-01-07T20:50:30.890" v="9"/>
        <pc:sldMkLst>
          <pc:docMk/>
          <pc:sldMk cId="871585317" sldId="272"/>
        </pc:sldMkLst>
      </pc:sldChg>
      <pc:sldChg chg="add">
        <pc:chgData name="Gusti Pangestu" userId="7768735c-5c0d-4d9b-b550-ead0b3c82a30" providerId="ADAL" clId="{A228A050-C777-4D68-9F08-432EC40BDDDD}" dt="2021-01-07T20:50:30.890" v="9"/>
        <pc:sldMkLst>
          <pc:docMk/>
          <pc:sldMk cId="2571191043" sldId="273"/>
        </pc:sldMkLst>
      </pc:sldChg>
      <pc:sldChg chg="add">
        <pc:chgData name="Gusti Pangestu" userId="7768735c-5c0d-4d9b-b550-ead0b3c82a30" providerId="ADAL" clId="{A228A050-C777-4D68-9F08-432EC40BDDDD}" dt="2021-01-07T20:50:30.890" v="9"/>
        <pc:sldMkLst>
          <pc:docMk/>
          <pc:sldMk cId="3225170664" sldId="274"/>
        </pc:sldMkLst>
      </pc:sldChg>
      <pc:sldChg chg="delSp add setBg delDesignElem">
        <pc:chgData name="Gusti Pangestu" userId="7768735c-5c0d-4d9b-b550-ead0b3c82a30" providerId="ADAL" clId="{A228A050-C777-4D68-9F08-432EC40BDDDD}" dt="2021-01-07T20:50:30.890" v="9"/>
        <pc:sldMkLst>
          <pc:docMk/>
          <pc:sldMk cId="785895188" sldId="275"/>
        </pc:sldMkLst>
        <pc:spChg chg="del">
          <ac:chgData name="Gusti Pangestu" userId="7768735c-5c0d-4d9b-b550-ead0b3c82a30" providerId="ADAL" clId="{A228A050-C777-4D68-9F08-432EC40BDDDD}" dt="2021-01-07T20:50:30.890" v="9"/>
          <ac:spMkLst>
            <pc:docMk/>
            <pc:sldMk cId="785895188" sldId="275"/>
            <ac:spMk id="9" creationId="{46C2E80F-49A6-4372-B103-219D417A55ED}"/>
          </ac:spMkLst>
        </pc:spChg>
      </pc:sldChg>
      <pc:sldChg chg="modSp add mod">
        <pc:chgData name="Gusti Pangestu" userId="7768735c-5c0d-4d9b-b550-ead0b3c82a30" providerId="ADAL" clId="{A228A050-C777-4D68-9F08-432EC40BDDDD}" dt="2021-01-07T20:50:31.223" v="12" actId="27636"/>
        <pc:sldMkLst>
          <pc:docMk/>
          <pc:sldMk cId="4271303309" sldId="276"/>
        </pc:sldMkLst>
        <pc:spChg chg="mod">
          <ac:chgData name="Gusti Pangestu" userId="7768735c-5c0d-4d9b-b550-ead0b3c82a30" providerId="ADAL" clId="{A228A050-C777-4D68-9F08-432EC40BDDDD}" dt="2021-01-07T20:50:31.223" v="12" actId="27636"/>
          <ac:spMkLst>
            <pc:docMk/>
            <pc:sldMk cId="4271303309" sldId="276"/>
            <ac:spMk id="3" creationId="{51B93F0A-E9F7-46C2-8E5B-DE6787A459FA}"/>
          </ac:spMkLst>
        </pc:spChg>
      </pc:sldChg>
      <pc:sldChg chg="add">
        <pc:chgData name="Gusti Pangestu" userId="7768735c-5c0d-4d9b-b550-ead0b3c82a30" providerId="ADAL" clId="{A228A050-C777-4D68-9F08-432EC40BDDDD}" dt="2021-01-07T20:50:30.890" v="9"/>
        <pc:sldMkLst>
          <pc:docMk/>
          <pc:sldMk cId="2117260491" sldId="277"/>
        </pc:sldMkLst>
      </pc:sldChg>
      <pc:sldChg chg="add">
        <pc:chgData name="Gusti Pangestu" userId="7768735c-5c0d-4d9b-b550-ead0b3c82a30" providerId="ADAL" clId="{A228A050-C777-4D68-9F08-432EC40BDDDD}" dt="2021-01-07T20:50:30.890" v="9"/>
        <pc:sldMkLst>
          <pc:docMk/>
          <pc:sldMk cId="1015955173" sldId="278"/>
        </pc:sldMkLst>
      </pc:sldChg>
      <pc:sldChg chg="add">
        <pc:chgData name="Gusti Pangestu" userId="7768735c-5c0d-4d9b-b550-ead0b3c82a30" providerId="ADAL" clId="{A228A050-C777-4D68-9F08-432EC40BDDDD}" dt="2021-01-07T20:50:30.890" v="9"/>
        <pc:sldMkLst>
          <pc:docMk/>
          <pc:sldMk cId="344992624" sldId="279"/>
        </pc:sldMkLst>
      </pc:sldChg>
      <pc:sldChg chg="add">
        <pc:chgData name="Gusti Pangestu" userId="7768735c-5c0d-4d9b-b550-ead0b3c82a30" providerId="ADAL" clId="{A228A050-C777-4D68-9F08-432EC40BDDDD}" dt="2021-01-07T20:50:30.890" v="9"/>
        <pc:sldMkLst>
          <pc:docMk/>
          <pc:sldMk cId="90282252" sldId="280"/>
        </pc:sldMkLst>
      </pc:sldChg>
      <pc:sldChg chg="add">
        <pc:chgData name="Gusti Pangestu" userId="7768735c-5c0d-4d9b-b550-ead0b3c82a30" providerId="ADAL" clId="{A228A050-C777-4D68-9F08-432EC40BDDDD}" dt="2021-01-07T20:50:30.890" v="9"/>
        <pc:sldMkLst>
          <pc:docMk/>
          <pc:sldMk cId="3410787883" sldId="281"/>
        </pc:sldMkLst>
      </pc:sldChg>
      <pc:sldChg chg="add">
        <pc:chgData name="Gusti Pangestu" userId="7768735c-5c0d-4d9b-b550-ead0b3c82a30" providerId="ADAL" clId="{A228A050-C777-4D68-9F08-432EC40BDDDD}" dt="2021-01-07T20:50:30.890" v="9"/>
        <pc:sldMkLst>
          <pc:docMk/>
          <pc:sldMk cId="1227478321" sldId="282"/>
        </pc:sldMkLst>
      </pc:sldChg>
      <pc:sldChg chg="modSp add mod">
        <pc:chgData name="Gusti Pangestu" userId="7768735c-5c0d-4d9b-b550-ead0b3c82a30" providerId="ADAL" clId="{A228A050-C777-4D68-9F08-432EC40BDDDD}" dt="2021-01-07T20:50:31.277" v="13" actId="27636"/>
        <pc:sldMkLst>
          <pc:docMk/>
          <pc:sldMk cId="292231376" sldId="283"/>
        </pc:sldMkLst>
        <pc:spChg chg="mod">
          <ac:chgData name="Gusti Pangestu" userId="7768735c-5c0d-4d9b-b550-ead0b3c82a30" providerId="ADAL" clId="{A228A050-C777-4D68-9F08-432EC40BDDDD}" dt="2021-01-07T20:50:31.277" v="13" actId="27636"/>
          <ac:spMkLst>
            <pc:docMk/>
            <pc:sldMk cId="292231376" sldId="283"/>
            <ac:spMk id="3" creationId="{1DD5EFC8-2115-4E3E-89B5-91646468B7F1}"/>
          </ac:spMkLst>
        </pc:spChg>
      </pc:sldChg>
      <pc:sldChg chg="modSp add mod">
        <pc:chgData name="Gusti Pangestu" userId="7768735c-5c0d-4d9b-b550-ead0b3c82a30" providerId="ADAL" clId="{A228A050-C777-4D68-9F08-432EC40BDDDD}" dt="2021-01-07T20:50:31.289" v="14" actId="27636"/>
        <pc:sldMkLst>
          <pc:docMk/>
          <pc:sldMk cId="2152450951" sldId="284"/>
        </pc:sldMkLst>
        <pc:spChg chg="mod">
          <ac:chgData name="Gusti Pangestu" userId="7768735c-5c0d-4d9b-b550-ead0b3c82a30" providerId="ADAL" clId="{A228A050-C777-4D68-9F08-432EC40BDDDD}" dt="2021-01-07T20:50:31.289" v="14" actId="27636"/>
          <ac:spMkLst>
            <pc:docMk/>
            <pc:sldMk cId="2152450951" sldId="284"/>
            <ac:spMk id="3" creationId="{E7B1C3F7-9691-4C1B-8220-DEADB47A784A}"/>
          </ac:spMkLst>
        </pc:spChg>
      </pc:sldChg>
      <pc:sldChg chg="add">
        <pc:chgData name="Gusti Pangestu" userId="7768735c-5c0d-4d9b-b550-ead0b3c82a30" providerId="ADAL" clId="{A228A050-C777-4D68-9F08-432EC40BDDDD}" dt="2021-01-07T20:50:30.890" v="9"/>
        <pc:sldMkLst>
          <pc:docMk/>
          <pc:sldMk cId="2554036173" sldId="285"/>
        </pc:sldMkLst>
      </pc:sldChg>
      <pc:sldChg chg="add">
        <pc:chgData name="Gusti Pangestu" userId="7768735c-5c0d-4d9b-b550-ead0b3c82a30" providerId="ADAL" clId="{A228A050-C777-4D68-9F08-432EC40BDDDD}" dt="2021-01-07T20:50:30.890" v="9"/>
        <pc:sldMkLst>
          <pc:docMk/>
          <pc:sldMk cId="1741353849" sldId="286"/>
        </pc:sldMkLst>
      </pc:sldChg>
      <pc:sldChg chg="add">
        <pc:chgData name="Gusti Pangestu" userId="7768735c-5c0d-4d9b-b550-ead0b3c82a30" providerId="ADAL" clId="{A228A050-C777-4D68-9F08-432EC40BDDDD}" dt="2021-01-07T20:50:30.890" v="9"/>
        <pc:sldMkLst>
          <pc:docMk/>
          <pc:sldMk cId="2486734919" sldId="287"/>
        </pc:sldMkLst>
      </pc:sldChg>
      <pc:sldChg chg="modSp new mod">
        <pc:chgData name="Gusti Pangestu" userId="7768735c-5c0d-4d9b-b550-ead0b3c82a30" providerId="ADAL" clId="{A228A050-C777-4D68-9F08-432EC40BDDDD}" dt="2021-01-07T20:51:51.029" v="39" actId="20577"/>
        <pc:sldMkLst>
          <pc:docMk/>
          <pc:sldMk cId="1727291188" sldId="288"/>
        </pc:sldMkLst>
        <pc:spChg chg="mod">
          <ac:chgData name="Gusti Pangestu" userId="7768735c-5c0d-4d9b-b550-ead0b3c82a30" providerId="ADAL" clId="{A228A050-C777-4D68-9F08-432EC40BDDDD}" dt="2021-01-07T20:51:13.661" v="36" actId="20577"/>
          <ac:spMkLst>
            <pc:docMk/>
            <pc:sldMk cId="1727291188" sldId="288"/>
            <ac:spMk id="2" creationId="{F85E616B-94C1-4821-AA95-497C64ADBC5C}"/>
          </ac:spMkLst>
        </pc:spChg>
        <pc:spChg chg="mod">
          <ac:chgData name="Gusti Pangestu" userId="7768735c-5c0d-4d9b-b550-ead0b3c82a30" providerId="ADAL" clId="{A228A050-C777-4D68-9F08-432EC40BDDDD}" dt="2021-01-07T20:51:51.029" v="39" actId="20577"/>
          <ac:spMkLst>
            <pc:docMk/>
            <pc:sldMk cId="1727291188" sldId="288"/>
            <ac:spMk id="3" creationId="{4C14D8CF-1B8B-4AE4-B51C-5D619267E8B5}"/>
          </ac:spMkLst>
        </pc:spChg>
      </pc:sldChg>
      <pc:sldChg chg="addSp delSp modSp new mod modClrScheme chgLayout">
        <pc:chgData name="Gusti Pangestu" userId="7768735c-5c0d-4d9b-b550-ead0b3c82a30" providerId="ADAL" clId="{A228A050-C777-4D68-9F08-432EC40BDDDD}" dt="2021-01-07T20:53:19.184" v="61" actId="12"/>
        <pc:sldMkLst>
          <pc:docMk/>
          <pc:sldMk cId="1365886943" sldId="289"/>
        </pc:sldMkLst>
        <pc:spChg chg="del mod ord">
          <ac:chgData name="Gusti Pangestu" userId="7768735c-5c0d-4d9b-b550-ead0b3c82a30" providerId="ADAL" clId="{A228A050-C777-4D68-9F08-432EC40BDDDD}" dt="2021-01-07T20:52:08.873" v="41" actId="700"/>
          <ac:spMkLst>
            <pc:docMk/>
            <pc:sldMk cId="1365886943" sldId="289"/>
            <ac:spMk id="2" creationId="{9DD15A01-3AEE-426F-B062-2806FFB72997}"/>
          </ac:spMkLst>
        </pc:spChg>
        <pc:spChg chg="del mod ord">
          <ac:chgData name="Gusti Pangestu" userId="7768735c-5c0d-4d9b-b550-ead0b3c82a30" providerId="ADAL" clId="{A228A050-C777-4D68-9F08-432EC40BDDDD}" dt="2021-01-07T20:52:08.873" v="41" actId="700"/>
          <ac:spMkLst>
            <pc:docMk/>
            <pc:sldMk cId="1365886943" sldId="289"/>
            <ac:spMk id="3" creationId="{69D1B3AA-25D4-44A2-8BF3-27FB567A1E55}"/>
          </ac:spMkLst>
        </pc:spChg>
        <pc:spChg chg="add mod ord">
          <ac:chgData name="Gusti Pangestu" userId="7768735c-5c0d-4d9b-b550-ead0b3c82a30" providerId="ADAL" clId="{A228A050-C777-4D68-9F08-432EC40BDDDD}" dt="2021-01-07T20:52:13.414" v="51" actId="20577"/>
          <ac:spMkLst>
            <pc:docMk/>
            <pc:sldMk cId="1365886943" sldId="289"/>
            <ac:spMk id="4" creationId="{F28D8085-CEF9-4899-944F-A4EBC89804E1}"/>
          </ac:spMkLst>
        </pc:spChg>
        <pc:spChg chg="add mod ord">
          <ac:chgData name="Gusti Pangestu" userId="7768735c-5c0d-4d9b-b550-ead0b3c82a30" providerId="ADAL" clId="{A228A050-C777-4D68-9F08-432EC40BDDDD}" dt="2021-01-07T20:53:19.184" v="61" actId="12"/>
          <ac:spMkLst>
            <pc:docMk/>
            <pc:sldMk cId="1365886943" sldId="289"/>
            <ac:spMk id="5" creationId="{BFC9FBC7-A7B5-44F5-875A-9C78EE947DD2}"/>
          </ac:spMkLst>
        </pc:spChg>
        <pc:spChg chg="add mod ord">
          <ac:chgData name="Gusti Pangestu" userId="7768735c-5c0d-4d9b-b550-ead0b3c82a30" providerId="ADAL" clId="{A228A050-C777-4D68-9F08-432EC40BDDDD}" dt="2021-01-07T20:52:08.873" v="41" actId="700"/>
          <ac:spMkLst>
            <pc:docMk/>
            <pc:sldMk cId="1365886943" sldId="289"/>
            <ac:spMk id="6" creationId="{64CE016D-E953-4FF6-AB64-3D5523725FF4}"/>
          </ac:spMkLst>
        </pc:spChg>
      </pc:sldChg>
    </pc:docChg>
  </pc:docChgLst>
  <pc:docChgLst>
    <pc:chgData name="Gusti Pangestu" userId="S::gusti.pangestu@binus.ac.id::7768735c-5c0d-4d9b-b550-ead0b3c82a30" providerId="AD" clId="Web-{4A07B62D-5FC8-B8E7-56D8-8F436EB36271}"/>
    <pc:docChg chg="addSld delSld modSld modSection">
      <pc:chgData name="Gusti Pangestu" userId="S::gusti.pangestu@binus.ac.id::7768735c-5c0d-4d9b-b550-ead0b3c82a30" providerId="AD" clId="Web-{4A07B62D-5FC8-B8E7-56D8-8F436EB36271}" dt="2022-10-27T04:20:36.460" v="197" actId="20577"/>
      <pc:docMkLst>
        <pc:docMk/>
      </pc:docMkLst>
      <pc:sldChg chg="modSp">
        <pc:chgData name="Gusti Pangestu" userId="S::gusti.pangestu@binus.ac.id::7768735c-5c0d-4d9b-b550-ead0b3c82a30" providerId="AD" clId="Web-{4A07B62D-5FC8-B8E7-56D8-8F436EB36271}" dt="2022-10-27T03:33:00.608" v="67" actId="20577"/>
        <pc:sldMkLst>
          <pc:docMk/>
          <pc:sldMk cId="109857222" sldId="258"/>
        </pc:sldMkLst>
        <pc:spChg chg="mod">
          <ac:chgData name="Gusti Pangestu" userId="S::gusti.pangestu@binus.ac.id::7768735c-5c0d-4d9b-b550-ead0b3c82a30" providerId="AD" clId="Web-{4A07B62D-5FC8-B8E7-56D8-8F436EB36271}" dt="2022-10-27T03:32:47.155" v="55" actId="20577"/>
          <ac:spMkLst>
            <pc:docMk/>
            <pc:sldMk cId="109857222" sldId="258"/>
            <ac:spMk id="2" creationId="{00000000-0000-0000-0000-000000000000}"/>
          </ac:spMkLst>
        </pc:spChg>
        <pc:spChg chg="mod">
          <ac:chgData name="Gusti Pangestu" userId="S::gusti.pangestu@binus.ac.id::7768735c-5c0d-4d9b-b550-ead0b3c82a30" providerId="AD" clId="Web-{4A07B62D-5FC8-B8E7-56D8-8F436EB36271}" dt="2022-10-27T03:33:00.608" v="67" actId="20577"/>
          <ac:spMkLst>
            <pc:docMk/>
            <pc:sldMk cId="109857222" sldId="258"/>
            <ac:spMk id="3" creationId="{00000000-0000-0000-0000-000000000000}"/>
          </ac:spMkLst>
        </pc:spChg>
      </pc:sldChg>
      <pc:sldChg chg="del">
        <pc:chgData name="Gusti Pangestu" userId="S::gusti.pangestu@binus.ac.id::7768735c-5c0d-4d9b-b550-ead0b3c82a30" providerId="AD" clId="Web-{4A07B62D-5FC8-B8E7-56D8-8F436EB36271}" dt="2022-10-27T03:32:17.654" v="28"/>
        <pc:sldMkLst>
          <pc:docMk/>
          <pc:sldMk cId="1744550803" sldId="259"/>
        </pc:sldMkLst>
      </pc:sldChg>
      <pc:sldChg chg="del">
        <pc:chgData name="Gusti Pangestu" userId="S::gusti.pangestu@binus.ac.id::7768735c-5c0d-4d9b-b550-ead0b3c82a30" providerId="AD" clId="Web-{4A07B62D-5FC8-B8E7-56D8-8F436EB36271}" dt="2022-10-27T03:32:17.654" v="27"/>
        <pc:sldMkLst>
          <pc:docMk/>
          <pc:sldMk cId="2444400246" sldId="260"/>
        </pc:sldMkLst>
      </pc:sldChg>
      <pc:sldChg chg="del">
        <pc:chgData name="Gusti Pangestu" userId="S::gusti.pangestu@binus.ac.id::7768735c-5c0d-4d9b-b550-ead0b3c82a30" providerId="AD" clId="Web-{4A07B62D-5FC8-B8E7-56D8-8F436EB36271}" dt="2022-10-27T03:32:17.623" v="26"/>
        <pc:sldMkLst>
          <pc:docMk/>
          <pc:sldMk cId="3227208170" sldId="261"/>
        </pc:sldMkLst>
      </pc:sldChg>
      <pc:sldChg chg="del">
        <pc:chgData name="Gusti Pangestu" userId="S::gusti.pangestu@binus.ac.id::7768735c-5c0d-4d9b-b550-ead0b3c82a30" providerId="AD" clId="Web-{4A07B62D-5FC8-B8E7-56D8-8F436EB36271}" dt="2022-10-27T03:32:17.623" v="25"/>
        <pc:sldMkLst>
          <pc:docMk/>
          <pc:sldMk cId="3586522301" sldId="262"/>
        </pc:sldMkLst>
      </pc:sldChg>
      <pc:sldChg chg="del">
        <pc:chgData name="Gusti Pangestu" userId="S::gusti.pangestu@binus.ac.id::7768735c-5c0d-4d9b-b550-ead0b3c82a30" providerId="AD" clId="Web-{4A07B62D-5FC8-B8E7-56D8-8F436EB36271}" dt="2022-10-27T03:32:17.591" v="24"/>
        <pc:sldMkLst>
          <pc:docMk/>
          <pc:sldMk cId="1358273460" sldId="263"/>
        </pc:sldMkLst>
      </pc:sldChg>
      <pc:sldChg chg="del">
        <pc:chgData name="Gusti Pangestu" userId="S::gusti.pangestu@binus.ac.id::7768735c-5c0d-4d9b-b550-ead0b3c82a30" providerId="AD" clId="Web-{4A07B62D-5FC8-B8E7-56D8-8F436EB36271}" dt="2022-10-27T03:32:17.591" v="23"/>
        <pc:sldMkLst>
          <pc:docMk/>
          <pc:sldMk cId="4186271631" sldId="264"/>
        </pc:sldMkLst>
      </pc:sldChg>
      <pc:sldChg chg="del">
        <pc:chgData name="Gusti Pangestu" userId="S::gusti.pangestu@binus.ac.id::7768735c-5c0d-4d9b-b550-ead0b3c82a30" providerId="AD" clId="Web-{4A07B62D-5FC8-B8E7-56D8-8F436EB36271}" dt="2022-10-27T03:32:17.591" v="22"/>
        <pc:sldMkLst>
          <pc:docMk/>
          <pc:sldMk cId="640388395" sldId="265"/>
        </pc:sldMkLst>
      </pc:sldChg>
      <pc:sldChg chg="del">
        <pc:chgData name="Gusti Pangestu" userId="S::gusti.pangestu@binus.ac.id::7768735c-5c0d-4d9b-b550-ead0b3c82a30" providerId="AD" clId="Web-{4A07B62D-5FC8-B8E7-56D8-8F436EB36271}" dt="2022-10-27T03:32:17.560" v="21"/>
        <pc:sldMkLst>
          <pc:docMk/>
          <pc:sldMk cId="2731352854" sldId="266"/>
        </pc:sldMkLst>
      </pc:sldChg>
      <pc:sldChg chg="del">
        <pc:chgData name="Gusti Pangestu" userId="S::gusti.pangestu@binus.ac.id::7768735c-5c0d-4d9b-b550-ead0b3c82a30" providerId="AD" clId="Web-{4A07B62D-5FC8-B8E7-56D8-8F436EB36271}" dt="2022-10-27T03:32:17.560" v="20"/>
        <pc:sldMkLst>
          <pc:docMk/>
          <pc:sldMk cId="2491614461" sldId="267"/>
        </pc:sldMkLst>
      </pc:sldChg>
      <pc:sldChg chg="del">
        <pc:chgData name="Gusti Pangestu" userId="S::gusti.pangestu@binus.ac.id::7768735c-5c0d-4d9b-b550-ead0b3c82a30" providerId="AD" clId="Web-{4A07B62D-5FC8-B8E7-56D8-8F436EB36271}" dt="2022-10-27T03:32:17.560" v="19"/>
        <pc:sldMkLst>
          <pc:docMk/>
          <pc:sldMk cId="2148684292" sldId="268"/>
        </pc:sldMkLst>
      </pc:sldChg>
      <pc:sldChg chg="del">
        <pc:chgData name="Gusti Pangestu" userId="S::gusti.pangestu@binus.ac.id::7768735c-5c0d-4d9b-b550-ead0b3c82a30" providerId="AD" clId="Web-{4A07B62D-5FC8-B8E7-56D8-8F436EB36271}" dt="2022-10-27T03:32:17.545" v="18"/>
        <pc:sldMkLst>
          <pc:docMk/>
          <pc:sldMk cId="3556607782" sldId="269"/>
        </pc:sldMkLst>
      </pc:sldChg>
      <pc:sldChg chg="del">
        <pc:chgData name="Gusti Pangestu" userId="S::gusti.pangestu@binus.ac.id::7768735c-5c0d-4d9b-b550-ead0b3c82a30" providerId="AD" clId="Web-{4A07B62D-5FC8-B8E7-56D8-8F436EB36271}" dt="2022-10-27T03:32:17.545" v="17"/>
        <pc:sldMkLst>
          <pc:docMk/>
          <pc:sldMk cId="1547233532" sldId="270"/>
        </pc:sldMkLst>
      </pc:sldChg>
      <pc:sldChg chg="del">
        <pc:chgData name="Gusti Pangestu" userId="S::gusti.pangestu@binus.ac.id::7768735c-5c0d-4d9b-b550-ead0b3c82a30" providerId="AD" clId="Web-{4A07B62D-5FC8-B8E7-56D8-8F436EB36271}" dt="2022-10-27T03:32:17.545" v="16"/>
        <pc:sldMkLst>
          <pc:docMk/>
          <pc:sldMk cId="536712598" sldId="271"/>
        </pc:sldMkLst>
      </pc:sldChg>
      <pc:sldChg chg="del">
        <pc:chgData name="Gusti Pangestu" userId="S::gusti.pangestu@binus.ac.id::7768735c-5c0d-4d9b-b550-ead0b3c82a30" providerId="AD" clId="Web-{4A07B62D-5FC8-B8E7-56D8-8F436EB36271}" dt="2022-10-27T03:32:17.545" v="15"/>
        <pc:sldMkLst>
          <pc:docMk/>
          <pc:sldMk cId="871585317" sldId="272"/>
        </pc:sldMkLst>
      </pc:sldChg>
      <pc:sldChg chg="del">
        <pc:chgData name="Gusti Pangestu" userId="S::gusti.pangestu@binus.ac.id::7768735c-5c0d-4d9b-b550-ead0b3c82a30" providerId="AD" clId="Web-{4A07B62D-5FC8-B8E7-56D8-8F436EB36271}" dt="2022-10-27T03:32:17.545" v="14"/>
        <pc:sldMkLst>
          <pc:docMk/>
          <pc:sldMk cId="2571191043" sldId="273"/>
        </pc:sldMkLst>
      </pc:sldChg>
      <pc:sldChg chg="del">
        <pc:chgData name="Gusti Pangestu" userId="S::gusti.pangestu@binus.ac.id::7768735c-5c0d-4d9b-b550-ead0b3c82a30" providerId="AD" clId="Web-{4A07B62D-5FC8-B8E7-56D8-8F436EB36271}" dt="2022-10-27T03:32:17.545" v="13"/>
        <pc:sldMkLst>
          <pc:docMk/>
          <pc:sldMk cId="3225170664" sldId="274"/>
        </pc:sldMkLst>
      </pc:sldChg>
      <pc:sldChg chg="del">
        <pc:chgData name="Gusti Pangestu" userId="S::gusti.pangestu@binus.ac.id::7768735c-5c0d-4d9b-b550-ead0b3c82a30" providerId="AD" clId="Web-{4A07B62D-5FC8-B8E7-56D8-8F436EB36271}" dt="2022-10-27T03:32:17.545" v="12"/>
        <pc:sldMkLst>
          <pc:docMk/>
          <pc:sldMk cId="785895188" sldId="275"/>
        </pc:sldMkLst>
      </pc:sldChg>
      <pc:sldChg chg="del">
        <pc:chgData name="Gusti Pangestu" userId="S::gusti.pangestu@binus.ac.id::7768735c-5c0d-4d9b-b550-ead0b3c82a30" providerId="AD" clId="Web-{4A07B62D-5FC8-B8E7-56D8-8F436EB36271}" dt="2022-10-27T03:32:17.529" v="11"/>
        <pc:sldMkLst>
          <pc:docMk/>
          <pc:sldMk cId="4271303309" sldId="276"/>
        </pc:sldMkLst>
      </pc:sldChg>
      <pc:sldChg chg="del">
        <pc:chgData name="Gusti Pangestu" userId="S::gusti.pangestu@binus.ac.id::7768735c-5c0d-4d9b-b550-ead0b3c82a30" providerId="AD" clId="Web-{4A07B62D-5FC8-B8E7-56D8-8F436EB36271}" dt="2022-10-27T03:32:17.529" v="10"/>
        <pc:sldMkLst>
          <pc:docMk/>
          <pc:sldMk cId="2117260491" sldId="277"/>
        </pc:sldMkLst>
      </pc:sldChg>
      <pc:sldChg chg="del">
        <pc:chgData name="Gusti Pangestu" userId="S::gusti.pangestu@binus.ac.id::7768735c-5c0d-4d9b-b550-ead0b3c82a30" providerId="AD" clId="Web-{4A07B62D-5FC8-B8E7-56D8-8F436EB36271}" dt="2022-10-27T03:32:17.529" v="9"/>
        <pc:sldMkLst>
          <pc:docMk/>
          <pc:sldMk cId="1015955173" sldId="278"/>
        </pc:sldMkLst>
      </pc:sldChg>
      <pc:sldChg chg="del">
        <pc:chgData name="Gusti Pangestu" userId="S::gusti.pangestu@binus.ac.id::7768735c-5c0d-4d9b-b550-ead0b3c82a30" providerId="AD" clId="Web-{4A07B62D-5FC8-B8E7-56D8-8F436EB36271}" dt="2022-10-27T03:32:17.513" v="8"/>
        <pc:sldMkLst>
          <pc:docMk/>
          <pc:sldMk cId="344992624" sldId="279"/>
        </pc:sldMkLst>
      </pc:sldChg>
      <pc:sldChg chg="del">
        <pc:chgData name="Gusti Pangestu" userId="S::gusti.pangestu@binus.ac.id::7768735c-5c0d-4d9b-b550-ead0b3c82a30" providerId="AD" clId="Web-{4A07B62D-5FC8-B8E7-56D8-8F436EB36271}" dt="2022-10-27T03:32:17.513" v="7"/>
        <pc:sldMkLst>
          <pc:docMk/>
          <pc:sldMk cId="90282252" sldId="280"/>
        </pc:sldMkLst>
      </pc:sldChg>
      <pc:sldChg chg="del">
        <pc:chgData name="Gusti Pangestu" userId="S::gusti.pangestu@binus.ac.id::7768735c-5c0d-4d9b-b550-ead0b3c82a30" providerId="AD" clId="Web-{4A07B62D-5FC8-B8E7-56D8-8F436EB36271}" dt="2022-10-27T03:32:17.513" v="6"/>
        <pc:sldMkLst>
          <pc:docMk/>
          <pc:sldMk cId="3410787883" sldId="281"/>
        </pc:sldMkLst>
      </pc:sldChg>
      <pc:sldChg chg="del">
        <pc:chgData name="Gusti Pangestu" userId="S::gusti.pangestu@binus.ac.id::7768735c-5c0d-4d9b-b550-ead0b3c82a30" providerId="AD" clId="Web-{4A07B62D-5FC8-B8E7-56D8-8F436EB36271}" dt="2022-10-27T03:32:17.513" v="5"/>
        <pc:sldMkLst>
          <pc:docMk/>
          <pc:sldMk cId="1227478321" sldId="282"/>
        </pc:sldMkLst>
      </pc:sldChg>
      <pc:sldChg chg="del">
        <pc:chgData name="Gusti Pangestu" userId="S::gusti.pangestu@binus.ac.id::7768735c-5c0d-4d9b-b550-ead0b3c82a30" providerId="AD" clId="Web-{4A07B62D-5FC8-B8E7-56D8-8F436EB36271}" dt="2022-10-27T03:32:17.513" v="4"/>
        <pc:sldMkLst>
          <pc:docMk/>
          <pc:sldMk cId="292231376" sldId="283"/>
        </pc:sldMkLst>
      </pc:sldChg>
      <pc:sldChg chg="del">
        <pc:chgData name="Gusti Pangestu" userId="S::gusti.pangestu@binus.ac.id::7768735c-5c0d-4d9b-b550-ead0b3c82a30" providerId="AD" clId="Web-{4A07B62D-5FC8-B8E7-56D8-8F436EB36271}" dt="2022-10-27T03:32:17.513" v="3"/>
        <pc:sldMkLst>
          <pc:docMk/>
          <pc:sldMk cId="2152450951" sldId="284"/>
        </pc:sldMkLst>
      </pc:sldChg>
      <pc:sldChg chg="del">
        <pc:chgData name="Gusti Pangestu" userId="S::gusti.pangestu@binus.ac.id::7768735c-5c0d-4d9b-b550-ead0b3c82a30" providerId="AD" clId="Web-{4A07B62D-5FC8-B8E7-56D8-8F436EB36271}" dt="2022-10-27T03:32:17.513" v="2"/>
        <pc:sldMkLst>
          <pc:docMk/>
          <pc:sldMk cId="2554036173" sldId="285"/>
        </pc:sldMkLst>
      </pc:sldChg>
      <pc:sldChg chg="del">
        <pc:chgData name="Gusti Pangestu" userId="S::gusti.pangestu@binus.ac.id::7768735c-5c0d-4d9b-b550-ead0b3c82a30" providerId="AD" clId="Web-{4A07B62D-5FC8-B8E7-56D8-8F436EB36271}" dt="2022-10-27T03:32:17.513" v="1"/>
        <pc:sldMkLst>
          <pc:docMk/>
          <pc:sldMk cId="1741353849" sldId="286"/>
        </pc:sldMkLst>
      </pc:sldChg>
      <pc:sldChg chg="del">
        <pc:chgData name="Gusti Pangestu" userId="S::gusti.pangestu@binus.ac.id::7768735c-5c0d-4d9b-b550-ead0b3c82a30" providerId="AD" clId="Web-{4A07B62D-5FC8-B8E7-56D8-8F436EB36271}" dt="2022-10-27T03:32:17.513" v="0"/>
        <pc:sldMkLst>
          <pc:docMk/>
          <pc:sldMk cId="2486734919" sldId="287"/>
        </pc:sldMkLst>
      </pc:sldChg>
      <pc:sldChg chg="modSp">
        <pc:chgData name="Gusti Pangestu" userId="S::gusti.pangestu@binus.ac.id::7768735c-5c0d-4d9b-b550-ead0b3c82a30" providerId="AD" clId="Web-{4A07B62D-5FC8-B8E7-56D8-8F436EB36271}" dt="2022-10-27T04:20:36.460" v="197" actId="20577"/>
        <pc:sldMkLst>
          <pc:docMk/>
          <pc:sldMk cId="1365886943" sldId="289"/>
        </pc:sldMkLst>
        <pc:spChg chg="mod">
          <ac:chgData name="Gusti Pangestu" userId="S::gusti.pangestu@binus.ac.id::7768735c-5c0d-4d9b-b550-ead0b3c82a30" providerId="AD" clId="Web-{4A07B62D-5FC8-B8E7-56D8-8F436EB36271}" dt="2022-10-27T04:20:36.460" v="197" actId="20577"/>
          <ac:spMkLst>
            <pc:docMk/>
            <pc:sldMk cId="1365886943" sldId="289"/>
            <ac:spMk id="5" creationId="{BFC9FBC7-A7B5-44F5-875A-9C78EE947DD2}"/>
          </ac:spMkLst>
        </pc:spChg>
      </pc:sldChg>
      <pc:sldChg chg="modSp new">
        <pc:chgData name="Gusti Pangestu" userId="S::gusti.pangestu@binus.ac.id::7768735c-5c0d-4d9b-b550-ead0b3c82a30" providerId="AD" clId="Web-{4A07B62D-5FC8-B8E7-56D8-8F436EB36271}" dt="2022-10-27T03:33:38.797" v="76" actId="20577"/>
        <pc:sldMkLst>
          <pc:docMk/>
          <pc:sldMk cId="1545682022" sldId="290"/>
        </pc:sldMkLst>
        <pc:spChg chg="mod">
          <ac:chgData name="Gusti Pangestu" userId="S::gusti.pangestu@binus.ac.id::7768735c-5c0d-4d9b-b550-ead0b3c82a30" providerId="AD" clId="Web-{4A07B62D-5FC8-B8E7-56D8-8F436EB36271}" dt="2022-10-27T03:33:24.281" v="73" actId="20577"/>
          <ac:spMkLst>
            <pc:docMk/>
            <pc:sldMk cId="1545682022" sldId="290"/>
            <ac:spMk id="2" creationId="{0D127130-CB93-C8BE-7021-F7979E8208C3}"/>
          </ac:spMkLst>
        </pc:spChg>
        <pc:spChg chg="mod">
          <ac:chgData name="Gusti Pangestu" userId="S::gusti.pangestu@binus.ac.id::7768735c-5c0d-4d9b-b550-ead0b3c82a30" providerId="AD" clId="Web-{4A07B62D-5FC8-B8E7-56D8-8F436EB36271}" dt="2022-10-27T03:33:38.797" v="76" actId="20577"/>
          <ac:spMkLst>
            <pc:docMk/>
            <pc:sldMk cId="1545682022" sldId="290"/>
            <ac:spMk id="3" creationId="{CFBE6DC7-A61F-27FA-B9A7-7018AFBF0075}"/>
          </ac:spMkLst>
        </pc:spChg>
      </pc:sldChg>
      <pc:sldChg chg="modSp new mod modClrScheme chgLayout">
        <pc:chgData name="Gusti Pangestu" userId="S::gusti.pangestu@binus.ac.id::7768735c-5c0d-4d9b-b550-ead0b3c82a30" providerId="AD" clId="Web-{4A07B62D-5FC8-B8E7-56D8-8F436EB36271}" dt="2022-10-27T03:33:55.203" v="83" actId="20577"/>
        <pc:sldMkLst>
          <pc:docMk/>
          <pc:sldMk cId="2466898216" sldId="291"/>
        </pc:sldMkLst>
        <pc:spChg chg="mod ord">
          <ac:chgData name="Gusti Pangestu" userId="S::gusti.pangestu@binus.ac.id::7768735c-5c0d-4d9b-b550-ead0b3c82a30" providerId="AD" clId="Web-{4A07B62D-5FC8-B8E7-56D8-8F436EB36271}" dt="2022-10-27T03:33:55.203" v="83" actId="20577"/>
          <ac:spMkLst>
            <pc:docMk/>
            <pc:sldMk cId="2466898216" sldId="291"/>
            <ac:spMk id="2" creationId="{1DA5B708-FC9B-00A9-922A-708391EAA17E}"/>
          </ac:spMkLst>
        </pc:spChg>
        <pc:spChg chg="mod ord">
          <ac:chgData name="Gusti Pangestu" userId="S::gusti.pangestu@binus.ac.id::7768735c-5c0d-4d9b-b550-ead0b3c82a30" providerId="AD" clId="Web-{4A07B62D-5FC8-B8E7-56D8-8F436EB36271}" dt="2022-10-27T03:33:48.531" v="78"/>
          <ac:spMkLst>
            <pc:docMk/>
            <pc:sldMk cId="2466898216" sldId="291"/>
            <ac:spMk id="3" creationId="{37081DDC-E11D-4A37-319D-F18FF771B1D3}"/>
          </ac:spMkLst>
        </pc:spChg>
      </pc:sldChg>
      <pc:sldChg chg="modSp new mod modClrScheme chgLayout">
        <pc:chgData name="Gusti Pangestu" userId="S::gusti.pangestu@binus.ac.id::7768735c-5c0d-4d9b-b550-ead0b3c82a30" providerId="AD" clId="Web-{4A07B62D-5FC8-B8E7-56D8-8F436EB36271}" dt="2022-10-27T03:34:48.205" v="93" actId="20577"/>
        <pc:sldMkLst>
          <pc:docMk/>
          <pc:sldMk cId="3525839078" sldId="292"/>
        </pc:sldMkLst>
        <pc:spChg chg="mod ord">
          <ac:chgData name="Gusti Pangestu" userId="S::gusti.pangestu@binus.ac.id::7768735c-5c0d-4d9b-b550-ead0b3c82a30" providerId="AD" clId="Web-{4A07B62D-5FC8-B8E7-56D8-8F436EB36271}" dt="2022-10-27T03:34:31.876" v="87" actId="20577"/>
          <ac:spMkLst>
            <pc:docMk/>
            <pc:sldMk cId="3525839078" sldId="292"/>
            <ac:spMk id="2" creationId="{0FD1391C-7614-D478-65D1-524193E45FC7}"/>
          </ac:spMkLst>
        </pc:spChg>
        <pc:spChg chg="mod ord">
          <ac:chgData name="Gusti Pangestu" userId="S::gusti.pangestu@binus.ac.id::7768735c-5c0d-4d9b-b550-ead0b3c82a30" providerId="AD" clId="Web-{4A07B62D-5FC8-B8E7-56D8-8F436EB36271}" dt="2022-10-27T03:34:48.205" v="93" actId="20577"/>
          <ac:spMkLst>
            <pc:docMk/>
            <pc:sldMk cId="3525839078" sldId="292"/>
            <ac:spMk id="3" creationId="{0873727D-BA01-A799-46C8-EC7DCCB11A3E}"/>
          </ac:spMkLst>
        </pc:spChg>
      </pc:sldChg>
      <pc:sldChg chg="modSp new">
        <pc:chgData name="Gusti Pangestu" userId="S::gusti.pangestu@binus.ac.id::7768735c-5c0d-4d9b-b550-ead0b3c82a30" providerId="AD" clId="Web-{4A07B62D-5FC8-B8E7-56D8-8F436EB36271}" dt="2022-10-27T03:36:31.973" v="121" actId="20577"/>
        <pc:sldMkLst>
          <pc:docMk/>
          <pc:sldMk cId="4076145057" sldId="293"/>
        </pc:sldMkLst>
        <pc:spChg chg="mod">
          <ac:chgData name="Gusti Pangestu" userId="S::gusti.pangestu@binus.ac.id::7768735c-5c0d-4d9b-b550-ead0b3c82a30" providerId="AD" clId="Web-{4A07B62D-5FC8-B8E7-56D8-8F436EB36271}" dt="2022-10-27T03:35:08.486" v="98" actId="20577"/>
          <ac:spMkLst>
            <pc:docMk/>
            <pc:sldMk cId="4076145057" sldId="293"/>
            <ac:spMk id="2" creationId="{33FB5CBE-178D-8513-456F-A822E6C8BEFF}"/>
          </ac:spMkLst>
        </pc:spChg>
        <pc:spChg chg="mod">
          <ac:chgData name="Gusti Pangestu" userId="S::gusti.pangestu@binus.ac.id::7768735c-5c0d-4d9b-b550-ead0b3c82a30" providerId="AD" clId="Web-{4A07B62D-5FC8-B8E7-56D8-8F436EB36271}" dt="2022-10-27T03:36:31.973" v="121" actId="20577"/>
          <ac:spMkLst>
            <pc:docMk/>
            <pc:sldMk cId="4076145057" sldId="293"/>
            <ac:spMk id="3" creationId="{E2727E9A-CE48-1885-0EF5-7B67BFB3EC92}"/>
          </ac:spMkLst>
        </pc:spChg>
      </pc:sldChg>
      <pc:sldChg chg="addSp delSp modSp new">
        <pc:chgData name="Gusti Pangestu" userId="S::gusti.pangestu@binus.ac.id::7768735c-5c0d-4d9b-b550-ead0b3c82a30" providerId="AD" clId="Web-{4A07B62D-5FC8-B8E7-56D8-8F436EB36271}" dt="2022-10-27T03:38:10.178" v="129" actId="1076"/>
        <pc:sldMkLst>
          <pc:docMk/>
          <pc:sldMk cId="1654806926" sldId="294"/>
        </pc:sldMkLst>
        <pc:spChg chg="del">
          <ac:chgData name="Gusti Pangestu" userId="S::gusti.pangestu@binus.ac.id::7768735c-5c0d-4d9b-b550-ead0b3c82a30" providerId="AD" clId="Web-{4A07B62D-5FC8-B8E7-56D8-8F436EB36271}" dt="2022-10-27T03:37:52.803" v="126"/>
          <ac:spMkLst>
            <pc:docMk/>
            <pc:sldMk cId="1654806926" sldId="294"/>
            <ac:spMk id="2" creationId="{B677F81A-B775-8269-F1F2-ACB6D365B45D}"/>
          </ac:spMkLst>
        </pc:spChg>
        <pc:spChg chg="del mod">
          <ac:chgData name="Gusti Pangestu" userId="S::gusti.pangestu@binus.ac.id::7768735c-5c0d-4d9b-b550-ead0b3c82a30" providerId="AD" clId="Web-{4A07B62D-5FC8-B8E7-56D8-8F436EB36271}" dt="2022-10-27T03:37:49.897" v="125"/>
          <ac:spMkLst>
            <pc:docMk/>
            <pc:sldMk cId="1654806926" sldId="294"/>
            <ac:spMk id="3" creationId="{A4F7337D-CF28-B38C-4966-E35FAD344E22}"/>
          </ac:spMkLst>
        </pc:spChg>
        <pc:spChg chg="add del">
          <ac:chgData name="Gusti Pangestu" userId="S::gusti.pangestu@binus.ac.id::7768735c-5c0d-4d9b-b550-ead0b3c82a30" providerId="AD" clId="Web-{4A07B62D-5FC8-B8E7-56D8-8F436EB36271}" dt="2022-10-27T03:38:00.178" v="127"/>
          <ac:spMkLst>
            <pc:docMk/>
            <pc:sldMk cId="1654806926" sldId="294"/>
            <ac:spMk id="9" creationId="{88CAE940-2F6D-D49B-1D77-795AE626C153}"/>
          </ac:spMkLst>
        </pc:spChg>
        <pc:picChg chg="add mod ord">
          <ac:chgData name="Gusti Pangestu" userId="S::gusti.pangestu@binus.ac.id::7768735c-5c0d-4d9b-b550-ead0b3c82a30" providerId="AD" clId="Web-{4A07B62D-5FC8-B8E7-56D8-8F436EB36271}" dt="2022-10-27T03:38:10.178" v="129" actId="1076"/>
          <ac:picMkLst>
            <pc:docMk/>
            <pc:sldMk cId="1654806926" sldId="294"/>
            <ac:picMk id="4" creationId="{32F0B99C-3514-5360-2C0F-FE302CBC16D1}"/>
          </ac:picMkLst>
        </pc:picChg>
      </pc:sldChg>
      <pc:sldChg chg="modSp new">
        <pc:chgData name="Gusti Pangestu" userId="S::gusti.pangestu@binus.ac.id::7768735c-5c0d-4d9b-b550-ead0b3c82a30" providerId="AD" clId="Web-{4A07B62D-5FC8-B8E7-56D8-8F436EB36271}" dt="2022-10-27T04:17:28.532" v="147" actId="20577"/>
        <pc:sldMkLst>
          <pc:docMk/>
          <pc:sldMk cId="1695190657" sldId="295"/>
        </pc:sldMkLst>
        <pc:spChg chg="mod">
          <ac:chgData name="Gusti Pangestu" userId="S::gusti.pangestu@binus.ac.id::7768735c-5c0d-4d9b-b550-ead0b3c82a30" providerId="AD" clId="Web-{4A07B62D-5FC8-B8E7-56D8-8F436EB36271}" dt="2022-10-27T04:17:28.532" v="147" actId="20577"/>
          <ac:spMkLst>
            <pc:docMk/>
            <pc:sldMk cId="1695190657" sldId="295"/>
            <ac:spMk id="2" creationId="{CE9CDD7E-610C-104F-E4D9-E4E57DECAC2C}"/>
          </ac:spMkLst>
        </pc:spChg>
        <pc:spChg chg="mod">
          <ac:chgData name="Gusti Pangestu" userId="S::gusti.pangestu@binus.ac.id::7768735c-5c0d-4d9b-b550-ead0b3c82a30" providerId="AD" clId="Web-{4A07B62D-5FC8-B8E7-56D8-8F436EB36271}" dt="2022-10-27T04:17:24.922" v="144" actId="20577"/>
          <ac:spMkLst>
            <pc:docMk/>
            <pc:sldMk cId="1695190657" sldId="295"/>
            <ac:spMk id="3" creationId="{868B0950-9FB9-A836-EF04-095A7B5E2363}"/>
          </ac:spMkLst>
        </pc:spChg>
      </pc:sldChg>
      <pc:sldChg chg="modSp new">
        <pc:chgData name="Gusti Pangestu" userId="S::gusti.pangestu@binus.ac.id::7768735c-5c0d-4d9b-b550-ead0b3c82a30" providerId="AD" clId="Web-{4A07B62D-5FC8-B8E7-56D8-8F436EB36271}" dt="2022-10-27T04:18:16.017" v="167" actId="20577"/>
        <pc:sldMkLst>
          <pc:docMk/>
          <pc:sldMk cId="1038788887" sldId="296"/>
        </pc:sldMkLst>
        <pc:spChg chg="mod">
          <ac:chgData name="Gusti Pangestu" userId="S::gusti.pangestu@binus.ac.id::7768735c-5c0d-4d9b-b550-ead0b3c82a30" providerId="AD" clId="Web-{4A07B62D-5FC8-B8E7-56D8-8F436EB36271}" dt="2022-10-27T04:17:35.547" v="154" actId="20577"/>
          <ac:spMkLst>
            <pc:docMk/>
            <pc:sldMk cId="1038788887" sldId="296"/>
            <ac:spMk id="2" creationId="{379435EB-2F4D-F994-FEBE-E84669BFF995}"/>
          </ac:spMkLst>
        </pc:spChg>
        <pc:spChg chg="mod">
          <ac:chgData name="Gusti Pangestu" userId="S::gusti.pangestu@binus.ac.id::7768735c-5c0d-4d9b-b550-ead0b3c82a30" providerId="AD" clId="Web-{4A07B62D-5FC8-B8E7-56D8-8F436EB36271}" dt="2022-10-27T04:18:16.017" v="167" actId="20577"/>
          <ac:spMkLst>
            <pc:docMk/>
            <pc:sldMk cId="1038788887" sldId="296"/>
            <ac:spMk id="3" creationId="{2A8DCDF0-75EE-995B-B3D4-3D2783C8D05E}"/>
          </ac:spMkLst>
        </pc:spChg>
      </pc:sldChg>
      <pc:sldChg chg="modSp new">
        <pc:chgData name="Gusti Pangestu" userId="S::gusti.pangestu@binus.ac.id::7768735c-5c0d-4d9b-b550-ead0b3c82a30" providerId="AD" clId="Web-{4A07B62D-5FC8-B8E7-56D8-8F436EB36271}" dt="2022-10-27T04:19:09.379" v="187" actId="20577"/>
        <pc:sldMkLst>
          <pc:docMk/>
          <pc:sldMk cId="1449165949" sldId="297"/>
        </pc:sldMkLst>
        <pc:spChg chg="mod">
          <ac:chgData name="Gusti Pangestu" userId="S::gusti.pangestu@binus.ac.id::7768735c-5c0d-4d9b-b550-ead0b3c82a30" providerId="AD" clId="Web-{4A07B62D-5FC8-B8E7-56D8-8F436EB36271}" dt="2022-10-27T04:18:21.565" v="173" actId="20577"/>
          <ac:spMkLst>
            <pc:docMk/>
            <pc:sldMk cId="1449165949" sldId="297"/>
            <ac:spMk id="2" creationId="{1BDB89C4-9F38-C573-7FEB-DBF372FEE009}"/>
          </ac:spMkLst>
        </pc:spChg>
        <pc:spChg chg="mod">
          <ac:chgData name="Gusti Pangestu" userId="S::gusti.pangestu@binus.ac.id::7768735c-5c0d-4d9b-b550-ead0b3c82a30" providerId="AD" clId="Web-{4A07B62D-5FC8-B8E7-56D8-8F436EB36271}" dt="2022-10-27T04:19:09.379" v="187" actId="20577"/>
          <ac:spMkLst>
            <pc:docMk/>
            <pc:sldMk cId="1449165949" sldId="297"/>
            <ac:spMk id="3" creationId="{7C1388C6-98A5-18A5-BD6E-039461A1C138}"/>
          </ac:spMkLst>
        </pc:spChg>
      </pc:sldChg>
      <pc:sldChg chg="modSp new">
        <pc:chgData name="Gusti Pangestu" userId="S::gusti.pangestu@binus.ac.id::7768735c-5c0d-4d9b-b550-ead0b3c82a30" providerId="AD" clId="Web-{4A07B62D-5FC8-B8E7-56D8-8F436EB36271}" dt="2022-10-27T04:19:35.583" v="193" actId="20577"/>
        <pc:sldMkLst>
          <pc:docMk/>
          <pc:sldMk cId="1604491517" sldId="298"/>
        </pc:sldMkLst>
        <pc:spChg chg="mod">
          <ac:chgData name="Gusti Pangestu" userId="S::gusti.pangestu@binus.ac.id::7768735c-5c0d-4d9b-b550-ead0b3c82a30" providerId="AD" clId="Web-{4A07B62D-5FC8-B8E7-56D8-8F436EB36271}" dt="2022-10-27T04:19:35.583" v="193" actId="20577"/>
          <ac:spMkLst>
            <pc:docMk/>
            <pc:sldMk cId="1604491517" sldId="298"/>
            <ac:spMk id="2" creationId="{60A60F9B-7090-48B0-C099-79A4FCD87C9C}"/>
          </ac:spMkLst>
        </pc:spChg>
        <pc:spChg chg="mod">
          <ac:chgData name="Gusti Pangestu" userId="S::gusti.pangestu@binus.ac.id::7768735c-5c0d-4d9b-b550-ead0b3c82a30" providerId="AD" clId="Web-{4A07B62D-5FC8-B8E7-56D8-8F436EB36271}" dt="2022-10-27T04:19:33.145" v="192" actId="20577"/>
          <ac:spMkLst>
            <pc:docMk/>
            <pc:sldMk cId="1604491517" sldId="298"/>
            <ac:spMk id="3" creationId="{9565EA00-A502-2E60-9160-59751FEB0489}"/>
          </ac:spMkLst>
        </pc:spChg>
      </pc:sldChg>
    </pc:docChg>
  </pc:docChgLst>
  <pc:docChgLst>
    <pc:chgData name="Gusti Pangestu" userId="S::gusti.pangestu@binus.ac.id::7768735c-5c0d-4d9b-b550-ead0b3c82a30" providerId="AD" clId="Web-{731F4634-1767-D2F4-7CC6-A07A3265D8B4}"/>
    <pc:docChg chg="addSld delSld modSld modSection">
      <pc:chgData name="Gusti Pangestu" userId="S::gusti.pangestu@binus.ac.id::7768735c-5c0d-4d9b-b550-ead0b3c82a30" providerId="AD" clId="Web-{731F4634-1767-D2F4-7CC6-A07A3265D8B4}" dt="2022-11-16T09:04:49.353" v="338"/>
      <pc:docMkLst>
        <pc:docMk/>
      </pc:docMkLst>
      <pc:sldChg chg="modSp">
        <pc:chgData name="Gusti Pangestu" userId="S::gusti.pangestu@binus.ac.id::7768735c-5c0d-4d9b-b550-ead0b3c82a30" providerId="AD" clId="Web-{731F4634-1767-D2F4-7CC6-A07A3265D8B4}" dt="2022-11-16T06:52:16.105" v="163" actId="20577"/>
        <pc:sldMkLst>
          <pc:docMk/>
          <pc:sldMk cId="109857222" sldId="258"/>
        </pc:sldMkLst>
        <pc:spChg chg="mod">
          <ac:chgData name="Gusti Pangestu" userId="S::gusti.pangestu@binus.ac.id::7768735c-5c0d-4d9b-b550-ead0b3c82a30" providerId="AD" clId="Web-{731F4634-1767-D2F4-7CC6-A07A3265D8B4}" dt="2022-11-16T06:52:16.105" v="163" actId="20577"/>
          <ac:spMkLst>
            <pc:docMk/>
            <pc:sldMk cId="109857222" sldId="258"/>
            <ac:spMk id="3" creationId="{00000000-0000-0000-0000-000000000000}"/>
          </ac:spMkLst>
        </pc:spChg>
      </pc:sldChg>
      <pc:sldChg chg="modSp">
        <pc:chgData name="Gusti Pangestu" userId="S::gusti.pangestu@binus.ac.id::7768735c-5c0d-4d9b-b550-ead0b3c82a30" providerId="AD" clId="Web-{731F4634-1767-D2F4-7CC6-A07A3265D8B4}" dt="2022-11-16T03:44:46.518" v="2" actId="20577"/>
        <pc:sldMkLst>
          <pc:docMk/>
          <pc:sldMk cId="1545682022" sldId="290"/>
        </pc:sldMkLst>
        <pc:spChg chg="mod">
          <ac:chgData name="Gusti Pangestu" userId="S::gusti.pangestu@binus.ac.id::7768735c-5c0d-4d9b-b550-ead0b3c82a30" providerId="AD" clId="Web-{731F4634-1767-D2F4-7CC6-A07A3265D8B4}" dt="2022-11-16T03:44:46.518" v="2" actId="20577"/>
          <ac:spMkLst>
            <pc:docMk/>
            <pc:sldMk cId="1545682022" sldId="290"/>
            <ac:spMk id="3" creationId="{CFBE6DC7-A61F-27FA-B9A7-7018AFBF0075}"/>
          </ac:spMkLst>
        </pc:spChg>
      </pc:sldChg>
      <pc:sldChg chg="modSp new">
        <pc:chgData name="Gusti Pangestu" userId="S::gusti.pangestu@binus.ac.id::7768735c-5c0d-4d9b-b550-ead0b3c82a30" providerId="AD" clId="Web-{731F4634-1767-D2F4-7CC6-A07A3265D8B4}" dt="2022-11-16T03:46:24.802" v="43" actId="20577"/>
        <pc:sldMkLst>
          <pc:docMk/>
          <pc:sldMk cId="1765197454" sldId="291"/>
        </pc:sldMkLst>
        <pc:spChg chg="mod">
          <ac:chgData name="Gusti Pangestu" userId="S::gusti.pangestu@binus.ac.id::7768735c-5c0d-4d9b-b550-ead0b3c82a30" providerId="AD" clId="Web-{731F4634-1767-D2F4-7CC6-A07A3265D8B4}" dt="2022-11-16T03:45:30.051" v="31" actId="20577"/>
          <ac:spMkLst>
            <pc:docMk/>
            <pc:sldMk cId="1765197454" sldId="291"/>
            <ac:spMk id="2" creationId="{C6AEFE48-B198-A7D0-6348-3645566C3D8F}"/>
          </ac:spMkLst>
        </pc:spChg>
        <pc:spChg chg="mod">
          <ac:chgData name="Gusti Pangestu" userId="S::gusti.pangestu@binus.ac.id::7768735c-5c0d-4d9b-b550-ead0b3c82a30" providerId="AD" clId="Web-{731F4634-1767-D2F4-7CC6-A07A3265D8B4}" dt="2022-11-16T03:46:24.802" v="43" actId="20577"/>
          <ac:spMkLst>
            <pc:docMk/>
            <pc:sldMk cId="1765197454" sldId="291"/>
            <ac:spMk id="3" creationId="{F33AE568-5F8F-2D9A-B17F-CCA4C6721E18}"/>
          </ac:spMkLst>
        </pc:spChg>
      </pc:sldChg>
      <pc:sldChg chg="del">
        <pc:chgData name="Gusti Pangestu" userId="S::gusti.pangestu@binus.ac.id::7768735c-5c0d-4d9b-b550-ead0b3c82a30" providerId="AD" clId="Web-{731F4634-1767-D2F4-7CC6-A07A3265D8B4}" dt="2022-11-16T03:44:51.018" v="24"/>
        <pc:sldMkLst>
          <pc:docMk/>
          <pc:sldMk cId="2068043843" sldId="291"/>
        </pc:sldMkLst>
      </pc:sldChg>
      <pc:sldChg chg="del">
        <pc:chgData name="Gusti Pangestu" userId="S::gusti.pangestu@binus.ac.id::7768735c-5c0d-4d9b-b550-ead0b3c82a30" providerId="AD" clId="Web-{731F4634-1767-D2F4-7CC6-A07A3265D8B4}" dt="2022-11-16T03:44:51.018" v="23"/>
        <pc:sldMkLst>
          <pc:docMk/>
          <pc:sldMk cId="181067477" sldId="292"/>
        </pc:sldMkLst>
      </pc:sldChg>
      <pc:sldChg chg="addSp delSp modSp new mod modClrScheme chgLayout">
        <pc:chgData name="Gusti Pangestu" userId="S::gusti.pangestu@binus.ac.id::7768735c-5c0d-4d9b-b550-ead0b3c82a30" providerId="AD" clId="Web-{731F4634-1767-D2F4-7CC6-A07A3265D8B4}" dt="2022-11-16T03:55:26.646" v="79" actId="14100"/>
        <pc:sldMkLst>
          <pc:docMk/>
          <pc:sldMk cId="3506783845" sldId="292"/>
        </pc:sldMkLst>
        <pc:spChg chg="del">
          <ac:chgData name="Gusti Pangestu" userId="S::gusti.pangestu@binus.ac.id::7768735c-5c0d-4d9b-b550-ead0b3c82a30" providerId="AD" clId="Web-{731F4634-1767-D2F4-7CC6-A07A3265D8B4}" dt="2022-11-16T03:47:31.789" v="45"/>
          <ac:spMkLst>
            <pc:docMk/>
            <pc:sldMk cId="3506783845" sldId="292"/>
            <ac:spMk id="2" creationId="{36CFE4A1-9406-F805-6272-1FD0F83B902A}"/>
          </ac:spMkLst>
        </pc:spChg>
        <pc:spChg chg="mod">
          <ac:chgData name="Gusti Pangestu" userId="S::gusti.pangestu@binus.ac.id::7768735c-5c0d-4d9b-b550-ead0b3c82a30" providerId="AD" clId="Web-{731F4634-1767-D2F4-7CC6-A07A3265D8B4}" dt="2022-11-16T03:55:06.989" v="74" actId="20577"/>
          <ac:spMkLst>
            <pc:docMk/>
            <pc:sldMk cId="3506783845" sldId="292"/>
            <ac:spMk id="3" creationId="{1A39E79B-87E1-4B48-741F-1094046F0F15}"/>
          </ac:spMkLst>
        </pc:spChg>
        <pc:spChg chg="add mod">
          <ac:chgData name="Gusti Pangestu" userId="S::gusti.pangestu@binus.ac.id::7768735c-5c0d-4d9b-b550-ead0b3c82a30" providerId="AD" clId="Web-{731F4634-1767-D2F4-7CC6-A07A3265D8B4}" dt="2022-11-16T03:48:06.415" v="65" actId="20577"/>
          <ac:spMkLst>
            <pc:docMk/>
            <pc:sldMk cId="3506783845" sldId="292"/>
            <ac:spMk id="9" creationId="{42BD2175-415E-7C5B-2CE2-49BCCF2158B2}"/>
          </ac:spMkLst>
        </pc:spChg>
        <pc:picChg chg="add mod">
          <ac:chgData name="Gusti Pangestu" userId="S::gusti.pangestu@binus.ac.id::7768735c-5c0d-4d9b-b550-ead0b3c82a30" providerId="AD" clId="Web-{731F4634-1767-D2F4-7CC6-A07A3265D8B4}" dt="2022-11-16T03:54:56.645" v="67" actId="1076"/>
          <ac:picMkLst>
            <pc:docMk/>
            <pc:sldMk cId="3506783845" sldId="292"/>
            <ac:picMk id="4" creationId="{8FA40C1F-FC6B-210D-37FC-35A8B3231006}"/>
          </ac:picMkLst>
        </pc:picChg>
        <pc:picChg chg="add mod">
          <ac:chgData name="Gusti Pangestu" userId="S::gusti.pangestu@binus.ac.id::7768735c-5c0d-4d9b-b550-ead0b3c82a30" providerId="AD" clId="Web-{731F4634-1767-D2F4-7CC6-A07A3265D8B4}" dt="2022-11-16T03:55:26.646" v="79" actId="14100"/>
          <ac:picMkLst>
            <pc:docMk/>
            <pc:sldMk cId="3506783845" sldId="292"/>
            <ac:picMk id="5" creationId="{D9078361-D59F-44AF-1B68-A4559F312AFD}"/>
          </ac:picMkLst>
        </pc:picChg>
      </pc:sldChg>
      <pc:sldChg chg="addSp delSp modSp new">
        <pc:chgData name="Gusti Pangestu" userId="S::gusti.pangestu@binus.ac.id::7768735c-5c0d-4d9b-b550-ead0b3c82a30" providerId="AD" clId="Web-{731F4634-1767-D2F4-7CC6-A07A3265D8B4}" dt="2022-11-16T04:12:46.692" v="116"/>
        <pc:sldMkLst>
          <pc:docMk/>
          <pc:sldMk cId="1023137893" sldId="293"/>
        </pc:sldMkLst>
        <pc:spChg chg="del">
          <ac:chgData name="Gusti Pangestu" userId="S::gusti.pangestu@binus.ac.id::7768735c-5c0d-4d9b-b550-ead0b3c82a30" providerId="AD" clId="Web-{731F4634-1767-D2F4-7CC6-A07A3265D8B4}" dt="2022-11-16T04:12:46.692" v="116"/>
          <ac:spMkLst>
            <pc:docMk/>
            <pc:sldMk cId="1023137893" sldId="293"/>
            <ac:spMk id="2" creationId="{5C5CAB32-3A7D-7E93-7521-4EEA73D57908}"/>
          </ac:spMkLst>
        </pc:spChg>
        <pc:spChg chg="mod">
          <ac:chgData name="Gusti Pangestu" userId="S::gusti.pangestu@binus.ac.id::7768735c-5c0d-4d9b-b550-ead0b3c82a30" providerId="AD" clId="Web-{731F4634-1767-D2F4-7CC6-A07A3265D8B4}" dt="2022-11-16T04:12:46.692" v="116"/>
          <ac:spMkLst>
            <pc:docMk/>
            <pc:sldMk cId="1023137893" sldId="293"/>
            <ac:spMk id="3" creationId="{520EB2C5-E55F-CF84-322E-5B3F67A92ED2}"/>
          </ac:spMkLst>
        </pc:spChg>
        <pc:spChg chg="del mod">
          <ac:chgData name="Gusti Pangestu" userId="S::gusti.pangestu@binus.ac.id::7768735c-5c0d-4d9b-b550-ead0b3c82a30" providerId="AD" clId="Web-{731F4634-1767-D2F4-7CC6-A07A3265D8B4}" dt="2022-11-16T04:12:43.864" v="115"/>
          <ac:spMkLst>
            <pc:docMk/>
            <pc:sldMk cId="1023137893" sldId="293"/>
            <ac:spMk id="4" creationId="{DB2E4289-FF07-CF4A-3B85-D33B1FDB1499}"/>
          </ac:spMkLst>
        </pc:spChg>
        <pc:spChg chg="add">
          <ac:chgData name="Gusti Pangestu" userId="S::gusti.pangestu@binus.ac.id::7768735c-5c0d-4d9b-b550-ead0b3c82a30" providerId="AD" clId="Web-{731F4634-1767-D2F4-7CC6-A07A3265D8B4}" dt="2022-11-16T04:12:46.692" v="116"/>
          <ac:spMkLst>
            <pc:docMk/>
            <pc:sldMk cId="1023137893" sldId="293"/>
            <ac:spMk id="10" creationId="{38C9C34E-D236-F09C-4A57-2242D77E2EAB}"/>
          </ac:spMkLst>
        </pc:spChg>
        <pc:picChg chg="add mod ord">
          <ac:chgData name="Gusti Pangestu" userId="S::gusti.pangestu@binus.ac.id::7768735c-5c0d-4d9b-b550-ead0b3c82a30" providerId="AD" clId="Web-{731F4634-1767-D2F4-7CC6-A07A3265D8B4}" dt="2022-11-16T04:12:46.692" v="116"/>
          <ac:picMkLst>
            <pc:docMk/>
            <pc:sldMk cId="1023137893" sldId="293"/>
            <ac:picMk id="5" creationId="{48CF6B61-EBC5-CC21-A68A-E267F9CCDA10}"/>
          </ac:picMkLst>
        </pc:picChg>
      </pc:sldChg>
      <pc:sldChg chg="del">
        <pc:chgData name="Gusti Pangestu" userId="S::gusti.pangestu@binus.ac.id::7768735c-5c0d-4d9b-b550-ead0b3c82a30" providerId="AD" clId="Web-{731F4634-1767-D2F4-7CC6-A07A3265D8B4}" dt="2022-11-16T03:44:51.018" v="22"/>
        <pc:sldMkLst>
          <pc:docMk/>
          <pc:sldMk cId="2629645314" sldId="293"/>
        </pc:sldMkLst>
      </pc:sldChg>
      <pc:sldChg chg="addSp delSp modSp new">
        <pc:chgData name="Gusti Pangestu" userId="S::gusti.pangestu@binus.ac.id::7768735c-5c0d-4d9b-b550-ead0b3c82a30" providerId="AD" clId="Web-{731F4634-1767-D2F4-7CC6-A07A3265D8B4}" dt="2022-11-16T04:10:31.329" v="101" actId="20577"/>
        <pc:sldMkLst>
          <pc:docMk/>
          <pc:sldMk cId="641680110" sldId="294"/>
        </pc:sldMkLst>
        <pc:spChg chg="mod">
          <ac:chgData name="Gusti Pangestu" userId="S::gusti.pangestu@binus.ac.id::7768735c-5c0d-4d9b-b550-ead0b3c82a30" providerId="AD" clId="Web-{731F4634-1767-D2F4-7CC6-A07A3265D8B4}" dt="2022-11-16T04:10:31.329" v="101" actId="20577"/>
          <ac:spMkLst>
            <pc:docMk/>
            <pc:sldMk cId="641680110" sldId="294"/>
            <ac:spMk id="2" creationId="{0FC8C279-7F77-79FE-FE69-7105421936B2}"/>
          </ac:spMkLst>
        </pc:spChg>
        <pc:spChg chg="del">
          <ac:chgData name="Gusti Pangestu" userId="S::gusti.pangestu@binus.ac.id::7768735c-5c0d-4d9b-b550-ead0b3c82a30" providerId="AD" clId="Web-{731F4634-1767-D2F4-7CC6-A07A3265D8B4}" dt="2022-11-16T04:09:11.483" v="81"/>
          <ac:spMkLst>
            <pc:docMk/>
            <pc:sldMk cId="641680110" sldId="294"/>
            <ac:spMk id="3" creationId="{9CB0ABD9-9ED8-A2A9-65C4-A04978B57500}"/>
          </ac:spMkLst>
        </pc:spChg>
        <pc:spChg chg="del">
          <ac:chgData name="Gusti Pangestu" userId="S::gusti.pangestu@binus.ac.id::7768735c-5c0d-4d9b-b550-ead0b3c82a30" providerId="AD" clId="Web-{731F4634-1767-D2F4-7CC6-A07A3265D8B4}" dt="2022-11-16T04:09:26.405" v="82"/>
          <ac:spMkLst>
            <pc:docMk/>
            <pc:sldMk cId="641680110" sldId="294"/>
            <ac:spMk id="4" creationId="{6E0ACB3A-68B2-0EB5-1FB8-1A990EBC903C}"/>
          </ac:spMkLst>
        </pc:spChg>
        <pc:spChg chg="add mod">
          <ac:chgData name="Gusti Pangestu" userId="S::gusti.pangestu@binus.ac.id::7768735c-5c0d-4d9b-b550-ead0b3c82a30" providerId="AD" clId="Web-{731F4634-1767-D2F4-7CC6-A07A3265D8B4}" dt="2022-11-16T04:10:20.297" v="94" actId="20577"/>
          <ac:spMkLst>
            <pc:docMk/>
            <pc:sldMk cId="641680110" sldId="294"/>
            <ac:spMk id="7" creationId="{A0DD2842-8BB9-0722-16A2-F59AA8BB06E0}"/>
          </ac:spMkLst>
        </pc:spChg>
        <pc:picChg chg="add mod ord">
          <ac:chgData name="Gusti Pangestu" userId="S::gusti.pangestu@binus.ac.id::7768735c-5c0d-4d9b-b550-ead0b3c82a30" providerId="AD" clId="Web-{731F4634-1767-D2F4-7CC6-A07A3265D8B4}" dt="2022-11-16T04:09:30.452" v="83" actId="1076"/>
          <ac:picMkLst>
            <pc:docMk/>
            <pc:sldMk cId="641680110" sldId="294"/>
            <ac:picMk id="5" creationId="{FC05BE57-EF52-A221-6B6E-3DEFB1D18F84}"/>
          </ac:picMkLst>
        </pc:picChg>
        <pc:picChg chg="add mod ord">
          <ac:chgData name="Gusti Pangestu" userId="S::gusti.pangestu@binus.ac.id::7768735c-5c0d-4d9b-b550-ead0b3c82a30" providerId="AD" clId="Web-{731F4634-1767-D2F4-7CC6-A07A3265D8B4}" dt="2022-11-16T04:09:39.624" v="85" actId="14100"/>
          <ac:picMkLst>
            <pc:docMk/>
            <pc:sldMk cId="641680110" sldId="294"/>
            <ac:picMk id="6" creationId="{426166E8-DABA-3232-2936-3873B1C7C2F6}"/>
          </ac:picMkLst>
        </pc:picChg>
      </pc:sldChg>
      <pc:sldChg chg="del">
        <pc:chgData name="Gusti Pangestu" userId="S::gusti.pangestu@binus.ac.id::7768735c-5c0d-4d9b-b550-ead0b3c82a30" providerId="AD" clId="Web-{731F4634-1767-D2F4-7CC6-A07A3265D8B4}" dt="2022-11-16T03:44:51.018" v="21"/>
        <pc:sldMkLst>
          <pc:docMk/>
          <pc:sldMk cId="3671522191" sldId="294"/>
        </pc:sldMkLst>
      </pc:sldChg>
      <pc:sldChg chg="delSp modSp new mod modClrScheme chgLayout">
        <pc:chgData name="Gusti Pangestu" userId="S::gusti.pangestu@binus.ac.id::7768735c-5c0d-4d9b-b550-ead0b3c82a30" providerId="AD" clId="Web-{731F4634-1767-D2F4-7CC6-A07A3265D8B4}" dt="2022-11-16T06:21:33.476" v="144" actId="20577"/>
        <pc:sldMkLst>
          <pc:docMk/>
          <pc:sldMk cId="1095013890" sldId="295"/>
        </pc:sldMkLst>
        <pc:spChg chg="mod ord">
          <ac:chgData name="Gusti Pangestu" userId="S::gusti.pangestu@binus.ac.id::7768735c-5c0d-4d9b-b550-ead0b3c82a30" providerId="AD" clId="Web-{731F4634-1767-D2F4-7CC6-A07A3265D8B4}" dt="2022-11-16T06:18:00.532" v="128"/>
          <ac:spMkLst>
            <pc:docMk/>
            <pc:sldMk cId="1095013890" sldId="295"/>
            <ac:spMk id="2" creationId="{7100939B-1912-19BF-95D6-921DA8E5B235}"/>
          </ac:spMkLst>
        </pc:spChg>
        <pc:spChg chg="mod ord">
          <ac:chgData name="Gusti Pangestu" userId="S::gusti.pangestu@binus.ac.id::7768735c-5c0d-4d9b-b550-ead0b3c82a30" providerId="AD" clId="Web-{731F4634-1767-D2F4-7CC6-A07A3265D8B4}" dt="2022-11-16T06:21:33.476" v="144" actId="20577"/>
          <ac:spMkLst>
            <pc:docMk/>
            <pc:sldMk cId="1095013890" sldId="295"/>
            <ac:spMk id="3" creationId="{5650DAAE-99C8-24A7-E56D-EAA1743C11FF}"/>
          </ac:spMkLst>
        </pc:spChg>
        <pc:spChg chg="del">
          <ac:chgData name="Gusti Pangestu" userId="S::gusti.pangestu@binus.ac.id::7768735c-5c0d-4d9b-b550-ead0b3c82a30" providerId="AD" clId="Web-{731F4634-1767-D2F4-7CC6-A07A3265D8B4}" dt="2022-11-16T06:18:00.532" v="128"/>
          <ac:spMkLst>
            <pc:docMk/>
            <pc:sldMk cId="1095013890" sldId="295"/>
            <ac:spMk id="4" creationId="{60A15FCE-373F-3B54-4AA8-57A3AB4F4236}"/>
          </ac:spMkLst>
        </pc:spChg>
      </pc:sldChg>
      <pc:sldChg chg="del">
        <pc:chgData name="Gusti Pangestu" userId="S::gusti.pangestu@binus.ac.id::7768735c-5c0d-4d9b-b550-ead0b3c82a30" providerId="AD" clId="Web-{731F4634-1767-D2F4-7CC6-A07A3265D8B4}" dt="2022-11-16T03:44:51.018" v="20"/>
        <pc:sldMkLst>
          <pc:docMk/>
          <pc:sldMk cId="3854135633" sldId="295"/>
        </pc:sldMkLst>
      </pc:sldChg>
      <pc:sldChg chg="addSp delSp modSp new">
        <pc:chgData name="Gusti Pangestu" userId="S::gusti.pangestu@binus.ac.id::7768735c-5c0d-4d9b-b550-ead0b3c82a30" providerId="AD" clId="Web-{731F4634-1767-D2F4-7CC6-A07A3265D8B4}" dt="2022-11-16T06:48:45.911" v="158" actId="14100"/>
        <pc:sldMkLst>
          <pc:docMk/>
          <pc:sldMk cId="1426729290" sldId="296"/>
        </pc:sldMkLst>
        <pc:spChg chg="del">
          <ac:chgData name="Gusti Pangestu" userId="S::gusti.pangestu@binus.ac.id::7768735c-5c0d-4d9b-b550-ead0b3c82a30" providerId="AD" clId="Web-{731F4634-1767-D2F4-7CC6-A07A3265D8B4}" dt="2022-11-16T06:48:01.238" v="149"/>
          <ac:spMkLst>
            <pc:docMk/>
            <pc:sldMk cId="1426729290" sldId="296"/>
            <ac:spMk id="2" creationId="{242478C7-E247-30D8-8F9A-E97E58D4AB4A}"/>
          </ac:spMkLst>
        </pc:spChg>
        <pc:spChg chg="mod">
          <ac:chgData name="Gusti Pangestu" userId="S::gusti.pangestu@binus.ac.id::7768735c-5c0d-4d9b-b550-ead0b3c82a30" providerId="AD" clId="Web-{731F4634-1767-D2F4-7CC6-A07A3265D8B4}" dt="2022-11-16T06:48:16.019" v="152" actId="20577"/>
          <ac:spMkLst>
            <pc:docMk/>
            <pc:sldMk cId="1426729290" sldId="296"/>
            <ac:spMk id="3" creationId="{554427B2-CDB4-2368-779F-A6E43BE8B3B8}"/>
          </ac:spMkLst>
        </pc:spChg>
        <pc:picChg chg="add mod">
          <ac:chgData name="Gusti Pangestu" userId="S::gusti.pangestu@binus.ac.id::7768735c-5c0d-4d9b-b550-ead0b3c82a30" providerId="AD" clId="Web-{731F4634-1767-D2F4-7CC6-A07A3265D8B4}" dt="2022-11-16T06:48:21.519" v="155" actId="1076"/>
          <ac:picMkLst>
            <pc:docMk/>
            <pc:sldMk cId="1426729290" sldId="296"/>
            <ac:picMk id="4" creationId="{06E7C50C-11F7-416A-B4B7-B918E750DE59}"/>
          </ac:picMkLst>
        </pc:picChg>
        <pc:picChg chg="add mod">
          <ac:chgData name="Gusti Pangestu" userId="S::gusti.pangestu@binus.ac.id::7768735c-5c0d-4d9b-b550-ead0b3c82a30" providerId="AD" clId="Web-{731F4634-1767-D2F4-7CC6-A07A3265D8B4}" dt="2022-11-16T06:48:45.911" v="158" actId="14100"/>
          <ac:picMkLst>
            <pc:docMk/>
            <pc:sldMk cId="1426729290" sldId="296"/>
            <ac:picMk id="5" creationId="{B2C445F9-F2F5-9D34-26B5-9CE6707E1A36}"/>
          </ac:picMkLst>
        </pc:picChg>
      </pc:sldChg>
      <pc:sldChg chg="del">
        <pc:chgData name="Gusti Pangestu" userId="S::gusti.pangestu@binus.ac.id::7768735c-5c0d-4d9b-b550-ead0b3c82a30" providerId="AD" clId="Web-{731F4634-1767-D2F4-7CC6-A07A3265D8B4}" dt="2022-11-16T03:44:51.018" v="19"/>
        <pc:sldMkLst>
          <pc:docMk/>
          <pc:sldMk cId="2826040258" sldId="296"/>
        </pc:sldMkLst>
      </pc:sldChg>
      <pc:sldChg chg="del">
        <pc:chgData name="Gusti Pangestu" userId="S::gusti.pangestu@binus.ac.id::7768735c-5c0d-4d9b-b550-ead0b3c82a30" providerId="AD" clId="Web-{731F4634-1767-D2F4-7CC6-A07A3265D8B4}" dt="2022-11-16T03:44:51.018" v="18"/>
        <pc:sldMkLst>
          <pc:docMk/>
          <pc:sldMk cId="1902739993" sldId="297"/>
        </pc:sldMkLst>
      </pc:sldChg>
      <pc:sldChg chg="addSp delSp modSp new">
        <pc:chgData name="Gusti Pangestu" userId="S::gusti.pangestu@binus.ac.id::7768735c-5c0d-4d9b-b550-ead0b3c82a30" providerId="AD" clId="Web-{731F4634-1767-D2F4-7CC6-A07A3265D8B4}" dt="2022-11-16T07:08:19.385" v="176" actId="14100"/>
        <pc:sldMkLst>
          <pc:docMk/>
          <pc:sldMk cId="2467367817" sldId="297"/>
        </pc:sldMkLst>
        <pc:spChg chg="del">
          <ac:chgData name="Gusti Pangestu" userId="S::gusti.pangestu@binus.ac.id::7768735c-5c0d-4d9b-b550-ead0b3c82a30" providerId="AD" clId="Web-{731F4634-1767-D2F4-7CC6-A07A3265D8B4}" dt="2022-11-16T07:07:32.805" v="169"/>
          <ac:spMkLst>
            <pc:docMk/>
            <pc:sldMk cId="2467367817" sldId="297"/>
            <ac:spMk id="2" creationId="{98625238-0B54-6570-ACD5-C6A452E4C664}"/>
          </ac:spMkLst>
        </pc:spChg>
        <pc:spChg chg="del mod">
          <ac:chgData name="Gusti Pangestu" userId="S::gusti.pangestu@binus.ac.id::7768735c-5c0d-4d9b-b550-ead0b3c82a30" providerId="AD" clId="Web-{731F4634-1767-D2F4-7CC6-A07A3265D8B4}" dt="2022-11-16T07:07:30.540" v="168"/>
          <ac:spMkLst>
            <pc:docMk/>
            <pc:sldMk cId="2467367817" sldId="297"/>
            <ac:spMk id="3" creationId="{0148FB59-FC9E-32D3-F65B-5FD2F2C11B8C}"/>
          </ac:spMkLst>
        </pc:spChg>
        <pc:picChg chg="add mod ord">
          <ac:chgData name="Gusti Pangestu" userId="S::gusti.pangestu@binus.ac.id::7768735c-5c0d-4d9b-b550-ead0b3c82a30" providerId="AD" clId="Web-{731F4634-1767-D2F4-7CC6-A07A3265D8B4}" dt="2022-11-16T07:08:11.228" v="174" actId="1076"/>
          <ac:picMkLst>
            <pc:docMk/>
            <pc:sldMk cId="2467367817" sldId="297"/>
            <ac:picMk id="4" creationId="{B69FD141-4ADF-0E94-5691-6D65F816092A}"/>
          </ac:picMkLst>
        </pc:picChg>
        <pc:picChg chg="add mod">
          <ac:chgData name="Gusti Pangestu" userId="S::gusti.pangestu@binus.ac.id::7768735c-5c0d-4d9b-b550-ead0b3c82a30" providerId="AD" clId="Web-{731F4634-1767-D2F4-7CC6-A07A3265D8B4}" dt="2022-11-16T07:08:19.385" v="176" actId="14100"/>
          <ac:picMkLst>
            <pc:docMk/>
            <pc:sldMk cId="2467367817" sldId="297"/>
            <ac:picMk id="5" creationId="{DBEC9A96-CCA2-A5B6-7D80-ED75F06BC947}"/>
          </ac:picMkLst>
        </pc:picChg>
      </pc:sldChg>
      <pc:sldChg chg="del">
        <pc:chgData name="Gusti Pangestu" userId="S::gusti.pangestu@binus.ac.id::7768735c-5c0d-4d9b-b550-ead0b3c82a30" providerId="AD" clId="Web-{731F4634-1767-D2F4-7CC6-A07A3265D8B4}" dt="2022-11-16T03:44:51.018" v="17"/>
        <pc:sldMkLst>
          <pc:docMk/>
          <pc:sldMk cId="502453303" sldId="298"/>
        </pc:sldMkLst>
      </pc:sldChg>
      <pc:sldChg chg="addSp delSp modSp new">
        <pc:chgData name="Gusti Pangestu" userId="S::gusti.pangestu@binus.ac.id::7768735c-5c0d-4d9b-b550-ead0b3c82a30" providerId="AD" clId="Web-{731F4634-1767-D2F4-7CC6-A07A3265D8B4}" dt="2022-11-16T07:08:51.433" v="181" actId="1076"/>
        <pc:sldMkLst>
          <pc:docMk/>
          <pc:sldMk cId="3078249726" sldId="298"/>
        </pc:sldMkLst>
        <pc:spChg chg="del">
          <ac:chgData name="Gusti Pangestu" userId="S::gusti.pangestu@binus.ac.id::7768735c-5c0d-4d9b-b550-ead0b3c82a30" providerId="AD" clId="Web-{731F4634-1767-D2F4-7CC6-A07A3265D8B4}" dt="2022-11-16T07:08:42.620" v="179"/>
          <ac:spMkLst>
            <pc:docMk/>
            <pc:sldMk cId="3078249726" sldId="298"/>
            <ac:spMk id="2" creationId="{BEEADEF4-0DF7-CFBC-AE6C-9B1075BB18C7}"/>
          </ac:spMkLst>
        </pc:spChg>
        <pc:spChg chg="del">
          <ac:chgData name="Gusti Pangestu" userId="S::gusti.pangestu@binus.ac.id::7768735c-5c0d-4d9b-b550-ead0b3c82a30" providerId="AD" clId="Web-{731F4634-1767-D2F4-7CC6-A07A3265D8B4}" dt="2022-11-16T07:08:41.057" v="178"/>
          <ac:spMkLst>
            <pc:docMk/>
            <pc:sldMk cId="3078249726" sldId="298"/>
            <ac:spMk id="3" creationId="{3F30634D-7B25-15EB-39BB-86FDF61CA206}"/>
          </ac:spMkLst>
        </pc:spChg>
        <pc:picChg chg="add mod ord">
          <ac:chgData name="Gusti Pangestu" userId="S::gusti.pangestu@binus.ac.id::7768735c-5c0d-4d9b-b550-ead0b3c82a30" providerId="AD" clId="Web-{731F4634-1767-D2F4-7CC6-A07A3265D8B4}" dt="2022-11-16T07:08:51.433" v="181" actId="1076"/>
          <ac:picMkLst>
            <pc:docMk/>
            <pc:sldMk cId="3078249726" sldId="298"/>
            <ac:picMk id="4" creationId="{44284CFD-DE57-8570-D06B-E11E3A0A1F6A}"/>
          </ac:picMkLst>
        </pc:picChg>
      </pc:sldChg>
      <pc:sldChg chg="del">
        <pc:chgData name="Gusti Pangestu" userId="S::gusti.pangestu@binus.ac.id::7768735c-5c0d-4d9b-b550-ead0b3c82a30" providerId="AD" clId="Web-{731F4634-1767-D2F4-7CC6-A07A3265D8B4}" dt="2022-11-16T03:44:51.018" v="16"/>
        <pc:sldMkLst>
          <pc:docMk/>
          <pc:sldMk cId="1410539918" sldId="299"/>
        </pc:sldMkLst>
      </pc:sldChg>
      <pc:sldChg chg="addSp modSp new">
        <pc:chgData name="Gusti Pangestu" userId="S::gusti.pangestu@binus.ac.id::7768735c-5c0d-4d9b-b550-ead0b3c82a30" providerId="AD" clId="Web-{731F4634-1767-D2F4-7CC6-A07A3265D8B4}" dt="2022-11-16T07:13:08.566" v="203" actId="1076"/>
        <pc:sldMkLst>
          <pc:docMk/>
          <pc:sldMk cId="2189213575" sldId="299"/>
        </pc:sldMkLst>
        <pc:spChg chg="mod">
          <ac:chgData name="Gusti Pangestu" userId="S::gusti.pangestu@binus.ac.id::7768735c-5c0d-4d9b-b550-ead0b3c82a30" providerId="AD" clId="Web-{731F4634-1767-D2F4-7CC6-A07A3265D8B4}" dt="2022-11-16T07:09:10.715" v="186" actId="20577"/>
          <ac:spMkLst>
            <pc:docMk/>
            <pc:sldMk cId="2189213575" sldId="299"/>
            <ac:spMk id="2" creationId="{734F4BEC-FF96-FC5A-72BF-D005EC927A1B}"/>
          </ac:spMkLst>
        </pc:spChg>
        <pc:spChg chg="mod">
          <ac:chgData name="Gusti Pangestu" userId="S::gusti.pangestu@binus.ac.id::7768735c-5c0d-4d9b-b550-ead0b3c82a30" providerId="AD" clId="Web-{731F4634-1767-D2F4-7CC6-A07A3265D8B4}" dt="2022-11-16T07:13:01.065" v="199" actId="20577"/>
          <ac:spMkLst>
            <pc:docMk/>
            <pc:sldMk cId="2189213575" sldId="299"/>
            <ac:spMk id="3" creationId="{C5DD9761-A642-A353-EF97-9A7E84B0FF2B}"/>
          </ac:spMkLst>
        </pc:spChg>
        <pc:picChg chg="add mod">
          <ac:chgData name="Gusti Pangestu" userId="S::gusti.pangestu@binus.ac.id::7768735c-5c0d-4d9b-b550-ead0b3c82a30" providerId="AD" clId="Web-{731F4634-1767-D2F4-7CC6-A07A3265D8B4}" dt="2022-11-16T07:13:08.566" v="203" actId="1076"/>
          <ac:picMkLst>
            <pc:docMk/>
            <pc:sldMk cId="2189213575" sldId="299"/>
            <ac:picMk id="4" creationId="{96E8037A-0C22-E2D9-A5FC-56FE0ACCC0A1}"/>
          </ac:picMkLst>
        </pc:picChg>
      </pc:sldChg>
      <pc:sldChg chg="addSp modSp new">
        <pc:chgData name="Gusti Pangestu" userId="S::gusti.pangestu@binus.ac.id::7768735c-5c0d-4d9b-b550-ead0b3c82a30" providerId="AD" clId="Web-{731F4634-1767-D2F4-7CC6-A07A3265D8B4}" dt="2022-11-16T07:15:29.195" v="228" actId="1076"/>
        <pc:sldMkLst>
          <pc:docMk/>
          <pc:sldMk cId="544600065" sldId="300"/>
        </pc:sldMkLst>
        <pc:spChg chg="mod">
          <ac:chgData name="Gusti Pangestu" userId="S::gusti.pangestu@binus.ac.id::7768735c-5c0d-4d9b-b550-ead0b3c82a30" providerId="AD" clId="Web-{731F4634-1767-D2F4-7CC6-A07A3265D8B4}" dt="2022-11-16T07:15:17.476" v="223" actId="20577"/>
          <ac:spMkLst>
            <pc:docMk/>
            <pc:sldMk cId="544600065" sldId="300"/>
            <ac:spMk id="3" creationId="{D31BE830-678B-32CF-F6B1-2A4E5A562297}"/>
          </ac:spMkLst>
        </pc:spChg>
        <pc:picChg chg="add mod">
          <ac:chgData name="Gusti Pangestu" userId="S::gusti.pangestu@binus.ac.id::7768735c-5c0d-4d9b-b550-ead0b3c82a30" providerId="AD" clId="Web-{731F4634-1767-D2F4-7CC6-A07A3265D8B4}" dt="2022-11-16T07:15:29.195" v="228" actId="1076"/>
          <ac:picMkLst>
            <pc:docMk/>
            <pc:sldMk cId="544600065" sldId="300"/>
            <ac:picMk id="4" creationId="{FAD6B162-DC52-932A-C804-8456E0A32335}"/>
          </ac:picMkLst>
        </pc:picChg>
        <pc:picChg chg="add mod">
          <ac:chgData name="Gusti Pangestu" userId="S::gusti.pangestu@binus.ac.id::7768735c-5c0d-4d9b-b550-ead0b3c82a30" providerId="AD" clId="Web-{731F4634-1767-D2F4-7CC6-A07A3265D8B4}" dt="2022-11-16T07:15:24.929" v="227" actId="1076"/>
          <ac:picMkLst>
            <pc:docMk/>
            <pc:sldMk cId="544600065" sldId="300"/>
            <ac:picMk id="5" creationId="{1FABD6B4-5197-FD27-D5F8-C36F8ACE2A8D}"/>
          </ac:picMkLst>
        </pc:picChg>
      </pc:sldChg>
      <pc:sldChg chg="del">
        <pc:chgData name="Gusti Pangestu" userId="S::gusti.pangestu@binus.ac.id::7768735c-5c0d-4d9b-b550-ead0b3c82a30" providerId="AD" clId="Web-{731F4634-1767-D2F4-7CC6-A07A3265D8B4}" dt="2022-11-16T03:44:51.018" v="15"/>
        <pc:sldMkLst>
          <pc:docMk/>
          <pc:sldMk cId="1225882195" sldId="300"/>
        </pc:sldMkLst>
      </pc:sldChg>
      <pc:sldChg chg="addSp delSp modSp new">
        <pc:chgData name="Gusti Pangestu" userId="S::gusti.pangestu@binus.ac.id::7768735c-5c0d-4d9b-b550-ead0b3c82a30" providerId="AD" clId="Web-{731F4634-1767-D2F4-7CC6-A07A3265D8B4}" dt="2022-11-16T07:17:25.652" v="244" actId="14100"/>
        <pc:sldMkLst>
          <pc:docMk/>
          <pc:sldMk cId="1266768660" sldId="301"/>
        </pc:sldMkLst>
        <pc:spChg chg="mod">
          <ac:chgData name="Gusti Pangestu" userId="S::gusti.pangestu@binus.ac.id::7768735c-5c0d-4d9b-b550-ead0b3c82a30" providerId="AD" clId="Web-{731F4634-1767-D2F4-7CC6-A07A3265D8B4}" dt="2022-11-16T07:17:01.604" v="240" actId="1076"/>
          <ac:spMkLst>
            <pc:docMk/>
            <pc:sldMk cId="1266768660" sldId="301"/>
            <ac:spMk id="2" creationId="{D56D5314-8D63-3544-5356-087309CC5B3F}"/>
          </ac:spMkLst>
        </pc:spChg>
        <pc:spChg chg="del">
          <ac:chgData name="Gusti Pangestu" userId="S::gusti.pangestu@binus.ac.id::7768735c-5c0d-4d9b-b550-ead0b3c82a30" providerId="AD" clId="Web-{731F4634-1767-D2F4-7CC6-A07A3265D8B4}" dt="2022-11-16T07:16:54.604" v="238"/>
          <ac:spMkLst>
            <pc:docMk/>
            <pc:sldMk cId="1266768660" sldId="301"/>
            <ac:spMk id="3" creationId="{F52FBCE7-312C-F590-8B83-3E6D7C595064}"/>
          </ac:spMkLst>
        </pc:spChg>
        <pc:picChg chg="add mod ord">
          <ac:chgData name="Gusti Pangestu" userId="S::gusti.pangestu@binus.ac.id::7768735c-5c0d-4d9b-b550-ead0b3c82a30" providerId="AD" clId="Web-{731F4634-1767-D2F4-7CC6-A07A3265D8B4}" dt="2022-11-16T07:17:05.151" v="241" actId="1076"/>
          <ac:picMkLst>
            <pc:docMk/>
            <pc:sldMk cId="1266768660" sldId="301"/>
            <ac:picMk id="4" creationId="{7B1D36CD-AEEE-24E1-8387-7E2447E64F9E}"/>
          </ac:picMkLst>
        </pc:picChg>
        <pc:picChg chg="add mod">
          <ac:chgData name="Gusti Pangestu" userId="S::gusti.pangestu@binus.ac.id::7768735c-5c0d-4d9b-b550-ead0b3c82a30" providerId="AD" clId="Web-{731F4634-1767-D2F4-7CC6-A07A3265D8B4}" dt="2022-11-16T07:17:25.652" v="244" actId="14100"/>
          <ac:picMkLst>
            <pc:docMk/>
            <pc:sldMk cId="1266768660" sldId="301"/>
            <ac:picMk id="5" creationId="{4C6688EE-4659-4479-0BFA-E533428031B6}"/>
          </ac:picMkLst>
        </pc:picChg>
      </pc:sldChg>
      <pc:sldChg chg="del">
        <pc:chgData name="Gusti Pangestu" userId="S::gusti.pangestu@binus.ac.id::7768735c-5c0d-4d9b-b550-ead0b3c82a30" providerId="AD" clId="Web-{731F4634-1767-D2F4-7CC6-A07A3265D8B4}" dt="2022-11-16T03:44:51.018" v="14"/>
        <pc:sldMkLst>
          <pc:docMk/>
          <pc:sldMk cId="2716777333" sldId="301"/>
        </pc:sldMkLst>
      </pc:sldChg>
      <pc:sldChg chg="modSp new">
        <pc:chgData name="Gusti Pangestu" userId="S::gusti.pangestu@binus.ac.id::7768735c-5c0d-4d9b-b550-ead0b3c82a30" providerId="AD" clId="Web-{731F4634-1767-D2F4-7CC6-A07A3265D8B4}" dt="2022-11-16T07:20:15.860" v="267" actId="20577"/>
        <pc:sldMkLst>
          <pc:docMk/>
          <pc:sldMk cId="343948354" sldId="302"/>
        </pc:sldMkLst>
        <pc:spChg chg="mod">
          <ac:chgData name="Gusti Pangestu" userId="S::gusti.pangestu@binus.ac.id::7768735c-5c0d-4d9b-b550-ead0b3c82a30" providerId="AD" clId="Web-{731F4634-1767-D2F4-7CC6-A07A3265D8B4}" dt="2022-11-16T07:18:06.950" v="253" actId="20577"/>
          <ac:spMkLst>
            <pc:docMk/>
            <pc:sldMk cId="343948354" sldId="302"/>
            <ac:spMk id="2" creationId="{BEF17AE5-D4FA-DC3C-0C82-FF47F4E7F62C}"/>
          </ac:spMkLst>
        </pc:spChg>
        <pc:spChg chg="mod">
          <ac:chgData name="Gusti Pangestu" userId="S::gusti.pangestu@binus.ac.id::7768735c-5c0d-4d9b-b550-ead0b3c82a30" providerId="AD" clId="Web-{731F4634-1767-D2F4-7CC6-A07A3265D8B4}" dt="2022-11-16T07:20:15.860" v="267" actId="20577"/>
          <ac:spMkLst>
            <pc:docMk/>
            <pc:sldMk cId="343948354" sldId="302"/>
            <ac:spMk id="3" creationId="{3D73FCDC-7A65-65FC-949F-057302CC64F2}"/>
          </ac:spMkLst>
        </pc:spChg>
      </pc:sldChg>
      <pc:sldChg chg="del">
        <pc:chgData name="Gusti Pangestu" userId="S::gusti.pangestu@binus.ac.id::7768735c-5c0d-4d9b-b550-ead0b3c82a30" providerId="AD" clId="Web-{731F4634-1767-D2F4-7CC6-A07A3265D8B4}" dt="2022-11-16T03:44:51.018" v="13"/>
        <pc:sldMkLst>
          <pc:docMk/>
          <pc:sldMk cId="2251878460" sldId="302"/>
        </pc:sldMkLst>
      </pc:sldChg>
      <pc:sldChg chg="del">
        <pc:chgData name="Gusti Pangestu" userId="S::gusti.pangestu@binus.ac.id::7768735c-5c0d-4d9b-b550-ead0b3c82a30" providerId="AD" clId="Web-{731F4634-1767-D2F4-7CC6-A07A3265D8B4}" dt="2022-11-16T03:44:51.003" v="12"/>
        <pc:sldMkLst>
          <pc:docMk/>
          <pc:sldMk cId="1301941771" sldId="303"/>
        </pc:sldMkLst>
      </pc:sldChg>
      <pc:sldChg chg="addSp modSp new">
        <pc:chgData name="Gusti Pangestu" userId="S::gusti.pangestu@binus.ac.id::7768735c-5c0d-4d9b-b550-ead0b3c82a30" providerId="AD" clId="Web-{731F4634-1767-D2F4-7CC6-A07A3265D8B4}" dt="2022-11-16T07:33:51.823" v="291" actId="20577"/>
        <pc:sldMkLst>
          <pc:docMk/>
          <pc:sldMk cId="2107620240" sldId="303"/>
        </pc:sldMkLst>
        <pc:spChg chg="mod">
          <ac:chgData name="Gusti Pangestu" userId="S::gusti.pangestu@binus.ac.id::7768735c-5c0d-4d9b-b550-ead0b3c82a30" providerId="AD" clId="Web-{731F4634-1767-D2F4-7CC6-A07A3265D8B4}" dt="2022-11-16T07:20:29.361" v="275" actId="20577"/>
          <ac:spMkLst>
            <pc:docMk/>
            <pc:sldMk cId="2107620240" sldId="303"/>
            <ac:spMk id="2" creationId="{40412AD6-D1BA-E58F-7F6F-2E3D1373C327}"/>
          </ac:spMkLst>
        </pc:spChg>
        <pc:spChg chg="mod">
          <ac:chgData name="Gusti Pangestu" userId="S::gusti.pangestu@binus.ac.id::7768735c-5c0d-4d9b-b550-ead0b3c82a30" providerId="AD" clId="Web-{731F4634-1767-D2F4-7CC6-A07A3265D8B4}" dt="2022-11-16T07:33:51.823" v="291" actId="20577"/>
          <ac:spMkLst>
            <pc:docMk/>
            <pc:sldMk cId="2107620240" sldId="303"/>
            <ac:spMk id="3" creationId="{14C480D8-B923-1314-2CB0-DA2573F6504E}"/>
          </ac:spMkLst>
        </pc:spChg>
        <pc:picChg chg="add mod">
          <ac:chgData name="Gusti Pangestu" userId="S::gusti.pangestu@binus.ac.id::7768735c-5c0d-4d9b-b550-ead0b3c82a30" providerId="AD" clId="Web-{731F4634-1767-D2F4-7CC6-A07A3265D8B4}" dt="2022-11-16T07:23:35.554" v="289" actId="14100"/>
          <ac:picMkLst>
            <pc:docMk/>
            <pc:sldMk cId="2107620240" sldId="303"/>
            <ac:picMk id="4" creationId="{6D89184F-062B-2AB2-7AE8-E1EFED30DFF9}"/>
          </ac:picMkLst>
        </pc:picChg>
      </pc:sldChg>
      <pc:sldChg chg="del">
        <pc:chgData name="Gusti Pangestu" userId="S::gusti.pangestu@binus.ac.id::7768735c-5c0d-4d9b-b550-ead0b3c82a30" providerId="AD" clId="Web-{731F4634-1767-D2F4-7CC6-A07A3265D8B4}" dt="2022-11-16T03:44:51.003" v="11"/>
        <pc:sldMkLst>
          <pc:docMk/>
          <pc:sldMk cId="2438179628" sldId="304"/>
        </pc:sldMkLst>
      </pc:sldChg>
      <pc:sldChg chg="addSp modSp new">
        <pc:chgData name="Gusti Pangestu" userId="S::gusti.pangestu@binus.ac.id::7768735c-5c0d-4d9b-b550-ead0b3c82a30" providerId="AD" clId="Web-{731F4634-1767-D2F4-7CC6-A07A3265D8B4}" dt="2022-11-16T07:34:25.121" v="308" actId="1076"/>
        <pc:sldMkLst>
          <pc:docMk/>
          <pc:sldMk cId="3568005129" sldId="304"/>
        </pc:sldMkLst>
        <pc:spChg chg="mod">
          <ac:chgData name="Gusti Pangestu" userId="S::gusti.pangestu@binus.ac.id::7768735c-5c0d-4d9b-b550-ead0b3c82a30" providerId="AD" clId="Web-{731F4634-1767-D2F4-7CC6-A07A3265D8B4}" dt="2022-11-16T07:33:58.558" v="299" actId="20577"/>
          <ac:spMkLst>
            <pc:docMk/>
            <pc:sldMk cId="3568005129" sldId="304"/>
            <ac:spMk id="2" creationId="{0ABA6406-6C6F-F42B-06FC-2935C32410F2}"/>
          </ac:spMkLst>
        </pc:spChg>
        <pc:spChg chg="mod">
          <ac:chgData name="Gusti Pangestu" userId="S::gusti.pangestu@binus.ac.id::7768735c-5c0d-4d9b-b550-ead0b3c82a30" providerId="AD" clId="Web-{731F4634-1767-D2F4-7CC6-A07A3265D8B4}" dt="2022-11-16T07:34:14.136" v="304" actId="20577"/>
          <ac:spMkLst>
            <pc:docMk/>
            <pc:sldMk cId="3568005129" sldId="304"/>
            <ac:spMk id="3" creationId="{558F34B3-97EC-1A5E-9481-CB5D8EECD8CE}"/>
          </ac:spMkLst>
        </pc:spChg>
        <pc:picChg chg="add mod">
          <ac:chgData name="Gusti Pangestu" userId="S::gusti.pangestu@binus.ac.id::7768735c-5c0d-4d9b-b550-ead0b3c82a30" providerId="AD" clId="Web-{731F4634-1767-D2F4-7CC6-A07A3265D8B4}" dt="2022-11-16T07:34:25.121" v="308" actId="1076"/>
          <ac:picMkLst>
            <pc:docMk/>
            <pc:sldMk cId="3568005129" sldId="304"/>
            <ac:picMk id="4" creationId="{E38E4BB8-98D8-001F-2C9A-48D4A7B94204}"/>
          </ac:picMkLst>
        </pc:picChg>
      </pc:sldChg>
      <pc:sldChg chg="del">
        <pc:chgData name="Gusti Pangestu" userId="S::gusti.pangestu@binus.ac.id::7768735c-5c0d-4d9b-b550-ead0b3c82a30" providerId="AD" clId="Web-{731F4634-1767-D2F4-7CC6-A07A3265D8B4}" dt="2022-11-16T03:44:51.003" v="10"/>
        <pc:sldMkLst>
          <pc:docMk/>
          <pc:sldMk cId="108455753" sldId="305"/>
        </pc:sldMkLst>
      </pc:sldChg>
      <pc:sldChg chg="addSp modSp new">
        <pc:chgData name="Gusti Pangestu" userId="S::gusti.pangestu@binus.ac.id::7768735c-5c0d-4d9b-b550-ead0b3c82a30" providerId="AD" clId="Web-{731F4634-1767-D2F4-7CC6-A07A3265D8B4}" dt="2022-11-16T08:26:19.892" v="336" actId="1076"/>
        <pc:sldMkLst>
          <pc:docMk/>
          <pc:sldMk cId="4266244157" sldId="305"/>
        </pc:sldMkLst>
        <pc:spChg chg="mod">
          <ac:chgData name="Gusti Pangestu" userId="S::gusti.pangestu@binus.ac.id::7768735c-5c0d-4d9b-b550-ead0b3c82a30" providerId="AD" clId="Web-{731F4634-1767-D2F4-7CC6-A07A3265D8B4}" dt="2022-11-16T08:23:34.389" v="313" actId="20577"/>
          <ac:spMkLst>
            <pc:docMk/>
            <pc:sldMk cId="4266244157" sldId="305"/>
            <ac:spMk id="2" creationId="{DF7DB8E3-4B60-7295-4CA7-C700B0C346BB}"/>
          </ac:spMkLst>
        </pc:spChg>
        <pc:spChg chg="mod">
          <ac:chgData name="Gusti Pangestu" userId="S::gusti.pangestu@binus.ac.id::7768735c-5c0d-4d9b-b550-ead0b3c82a30" providerId="AD" clId="Web-{731F4634-1767-D2F4-7CC6-A07A3265D8B4}" dt="2022-11-16T08:25:51.829" v="328" actId="20577"/>
          <ac:spMkLst>
            <pc:docMk/>
            <pc:sldMk cId="4266244157" sldId="305"/>
            <ac:spMk id="3" creationId="{B9B3F310-DB13-554A-DF83-9FE33199F320}"/>
          </ac:spMkLst>
        </pc:spChg>
        <pc:picChg chg="add mod">
          <ac:chgData name="Gusti Pangestu" userId="S::gusti.pangestu@binus.ac.id::7768735c-5c0d-4d9b-b550-ead0b3c82a30" providerId="AD" clId="Web-{731F4634-1767-D2F4-7CC6-A07A3265D8B4}" dt="2022-11-16T08:25:58.985" v="331" actId="1076"/>
          <ac:picMkLst>
            <pc:docMk/>
            <pc:sldMk cId="4266244157" sldId="305"/>
            <ac:picMk id="4" creationId="{65809364-FAD9-5625-CB13-B1668C141F3F}"/>
          </ac:picMkLst>
        </pc:picChg>
        <pc:picChg chg="add mod">
          <ac:chgData name="Gusti Pangestu" userId="S::gusti.pangestu@binus.ac.id::7768735c-5c0d-4d9b-b550-ead0b3c82a30" providerId="AD" clId="Web-{731F4634-1767-D2F4-7CC6-A07A3265D8B4}" dt="2022-11-16T08:26:19.892" v="336" actId="1076"/>
          <ac:picMkLst>
            <pc:docMk/>
            <pc:sldMk cId="4266244157" sldId="305"/>
            <ac:picMk id="5" creationId="{AB2E43D3-8198-3823-0B7D-162447927C6A}"/>
          </ac:picMkLst>
        </pc:picChg>
      </pc:sldChg>
      <pc:sldChg chg="del">
        <pc:chgData name="Gusti Pangestu" userId="S::gusti.pangestu@binus.ac.id::7768735c-5c0d-4d9b-b550-ead0b3c82a30" providerId="AD" clId="Web-{731F4634-1767-D2F4-7CC6-A07A3265D8B4}" dt="2022-11-16T03:44:51.003" v="9"/>
        <pc:sldMkLst>
          <pc:docMk/>
          <pc:sldMk cId="1495215192" sldId="306"/>
        </pc:sldMkLst>
      </pc:sldChg>
      <pc:sldChg chg="new del">
        <pc:chgData name="Gusti Pangestu" userId="S::gusti.pangestu@binus.ac.id::7768735c-5c0d-4d9b-b550-ead0b3c82a30" providerId="AD" clId="Web-{731F4634-1767-D2F4-7CC6-A07A3265D8B4}" dt="2022-11-16T09:04:49.353" v="338"/>
        <pc:sldMkLst>
          <pc:docMk/>
          <pc:sldMk cId="2404527220" sldId="306"/>
        </pc:sldMkLst>
      </pc:sldChg>
      <pc:sldChg chg="del">
        <pc:chgData name="Gusti Pangestu" userId="S::gusti.pangestu@binus.ac.id::7768735c-5c0d-4d9b-b550-ead0b3c82a30" providerId="AD" clId="Web-{731F4634-1767-D2F4-7CC6-A07A3265D8B4}" dt="2022-11-16T03:44:51.003" v="8"/>
        <pc:sldMkLst>
          <pc:docMk/>
          <pc:sldMk cId="1670407441" sldId="307"/>
        </pc:sldMkLst>
      </pc:sldChg>
      <pc:sldChg chg="del">
        <pc:chgData name="Gusti Pangestu" userId="S::gusti.pangestu@binus.ac.id::7768735c-5c0d-4d9b-b550-ead0b3c82a30" providerId="AD" clId="Web-{731F4634-1767-D2F4-7CC6-A07A3265D8B4}" dt="2022-11-16T03:44:51.003" v="7"/>
        <pc:sldMkLst>
          <pc:docMk/>
          <pc:sldMk cId="939406171" sldId="308"/>
        </pc:sldMkLst>
      </pc:sldChg>
      <pc:sldChg chg="del">
        <pc:chgData name="Gusti Pangestu" userId="S::gusti.pangestu@binus.ac.id::7768735c-5c0d-4d9b-b550-ead0b3c82a30" providerId="AD" clId="Web-{731F4634-1767-D2F4-7CC6-A07A3265D8B4}" dt="2022-11-16T03:44:51.003" v="6"/>
        <pc:sldMkLst>
          <pc:docMk/>
          <pc:sldMk cId="3236511058" sldId="309"/>
        </pc:sldMkLst>
      </pc:sldChg>
      <pc:sldChg chg="del">
        <pc:chgData name="Gusti Pangestu" userId="S::gusti.pangestu@binus.ac.id::7768735c-5c0d-4d9b-b550-ead0b3c82a30" providerId="AD" clId="Web-{731F4634-1767-D2F4-7CC6-A07A3265D8B4}" dt="2022-11-16T03:44:51.003" v="5"/>
        <pc:sldMkLst>
          <pc:docMk/>
          <pc:sldMk cId="378526677" sldId="310"/>
        </pc:sldMkLst>
      </pc:sldChg>
      <pc:sldChg chg="del">
        <pc:chgData name="Gusti Pangestu" userId="S::gusti.pangestu@binus.ac.id::7768735c-5c0d-4d9b-b550-ead0b3c82a30" providerId="AD" clId="Web-{731F4634-1767-D2F4-7CC6-A07A3265D8B4}" dt="2022-11-16T03:44:51.003" v="4"/>
        <pc:sldMkLst>
          <pc:docMk/>
          <pc:sldMk cId="2156523057" sldId="311"/>
        </pc:sldMkLst>
      </pc:sldChg>
      <pc:sldChg chg="del">
        <pc:chgData name="Gusti Pangestu" userId="S::gusti.pangestu@binus.ac.id::7768735c-5c0d-4d9b-b550-ead0b3c82a30" providerId="AD" clId="Web-{731F4634-1767-D2F4-7CC6-A07A3265D8B4}" dt="2022-11-16T03:44:51.003" v="3"/>
        <pc:sldMkLst>
          <pc:docMk/>
          <pc:sldMk cId="1063536070" sldId="312"/>
        </pc:sldMkLst>
      </pc:sldChg>
    </pc:docChg>
  </pc:docChgLst>
  <pc:docChgLst>
    <pc:chgData name="Gusti Pangestu" userId="S::gusti.pangestu@binus.ac.id::7768735c-5c0d-4d9b-b550-ead0b3c82a30" providerId="AD" clId="Web-{A223DC79-8A1C-ABAE-1F9B-158E890A425E}"/>
    <pc:docChg chg="addSld delSld modSld modSection">
      <pc:chgData name="Gusti Pangestu" userId="S::gusti.pangestu@binus.ac.id::7768735c-5c0d-4d9b-b550-ead0b3c82a30" providerId="AD" clId="Web-{A223DC79-8A1C-ABAE-1F9B-158E890A425E}" dt="2022-11-08T09:57:28.812" v="337" actId="1076"/>
      <pc:docMkLst>
        <pc:docMk/>
      </pc:docMkLst>
      <pc:sldChg chg="modSp">
        <pc:chgData name="Gusti Pangestu" userId="S::gusti.pangestu@binus.ac.id::7768735c-5c0d-4d9b-b550-ead0b3c82a30" providerId="AD" clId="Web-{A223DC79-8A1C-ABAE-1F9B-158E890A425E}" dt="2022-11-08T02:41:22.864" v="7" actId="20577"/>
        <pc:sldMkLst>
          <pc:docMk/>
          <pc:sldMk cId="109857222" sldId="258"/>
        </pc:sldMkLst>
        <pc:spChg chg="mod">
          <ac:chgData name="Gusti Pangestu" userId="S::gusti.pangestu@binus.ac.id::7768735c-5c0d-4d9b-b550-ead0b3c82a30" providerId="AD" clId="Web-{A223DC79-8A1C-ABAE-1F9B-158E890A425E}" dt="2022-11-08T02:41:22.864" v="7" actId="20577"/>
          <ac:spMkLst>
            <pc:docMk/>
            <pc:sldMk cId="109857222" sldId="258"/>
            <ac:spMk id="3" creationId="{00000000-0000-0000-0000-000000000000}"/>
          </ac:spMkLst>
        </pc:spChg>
      </pc:sldChg>
      <pc:sldChg chg="modSp">
        <pc:chgData name="Gusti Pangestu" userId="S::gusti.pangestu@binus.ac.id::7768735c-5c0d-4d9b-b550-ead0b3c82a30" providerId="AD" clId="Web-{A223DC79-8A1C-ABAE-1F9B-158E890A425E}" dt="2022-11-08T02:42:57.320" v="27" actId="20577"/>
        <pc:sldMkLst>
          <pc:docMk/>
          <pc:sldMk cId="1545682022" sldId="290"/>
        </pc:sldMkLst>
        <pc:spChg chg="mod">
          <ac:chgData name="Gusti Pangestu" userId="S::gusti.pangestu@binus.ac.id::7768735c-5c0d-4d9b-b550-ead0b3c82a30" providerId="AD" clId="Web-{A223DC79-8A1C-ABAE-1F9B-158E890A425E}" dt="2022-11-08T02:42:57.320" v="27" actId="20577"/>
          <ac:spMkLst>
            <pc:docMk/>
            <pc:sldMk cId="1545682022" sldId="290"/>
            <ac:spMk id="3" creationId="{CFBE6DC7-A61F-27FA-B9A7-7018AFBF0075}"/>
          </ac:spMkLst>
        </pc:spChg>
      </pc:sldChg>
      <pc:sldChg chg="modSp new">
        <pc:chgData name="Gusti Pangestu" userId="S::gusti.pangestu@binus.ac.id::7768735c-5c0d-4d9b-b550-ead0b3c82a30" providerId="AD" clId="Web-{A223DC79-8A1C-ABAE-1F9B-158E890A425E}" dt="2022-11-08T02:49:37.257" v="42" actId="20577"/>
        <pc:sldMkLst>
          <pc:docMk/>
          <pc:sldMk cId="2068043843" sldId="291"/>
        </pc:sldMkLst>
        <pc:spChg chg="mod">
          <ac:chgData name="Gusti Pangestu" userId="S::gusti.pangestu@binus.ac.id::7768735c-5c0d-4d9b-b550-ead0b3c82a30" providerId="AD" clId="Web-{A223DC79-8A1C-ABAE-1F9B-158E890A425E}" dt="2022-11-08T02:43:29.509" v="32" actId="20577"/>
          <ac:spMkLst>
            <pc:docMk/>
            <pc:sldMk cId="2068043843" sldId="291"/>
            <ac:spMk id="2" creationId="{96DA44D9-93FA-AECE-499F-7A2999266B64}"/>
          </ac:spMkLst>
        </pc:spChg>
        <pc:spChg chg="mod">
          <ac:chgData name="Gusti Pangestu" userId="S::gusti.pangestu@binus.ac.id::7768735c-5c0d-4d9b-b550-ead0b3c82a30" providerId="AD" clId="Web-{A223DC79-8A1C-ABAE-1F9B-158E890A425E}" dt="2022-11-08T02:49:37.257" v="42" actId="20577"/>
          <ac:spMkLst>
            <pc:docMk/>
            <pc:sldMk cId="2068043843" sldId="291"/>
            <ac:spMk id="3" creationId="{D13F6089-0C37-FA79-19CF-BF021308AAF8}"/>
          </ac:spMkLst>
        </pc:spChg>
      </pc:sldChg>
      <pc:sldChg chg="del">
        <pc:chgData name="Gusti Pangestu" userId="S::gusti.pangestu@binus.ac.id::7768735c-5c0d-4d9b-b550-ead0b3c82a30" providerId="AD" clId="Web-{A223DC79-8A1C-ABAE-1F9B-158E890A425E}" dt="2022-11-08T02:42:28.116" v="25"/>
        <pc:sldMkLst>
          <pc:docMk/>
          <pc:sldMk cId="3239910030" sldId="291"/>
        </pc:sldMkLst>
      </pc:sldChg>
      <pc:sldChg chg="addSp modSp new mod modClrScheme chgLayout">
        <pc:chgData name="Gusti Pangestu" userId="S::gusti.pangestu@binus.ac.id::7768735c-5c0d-4d9b-b550-ead0b3c82a30" providerId="AD" clId="Web-{A223DC79-8A1C-ABAE-1F9B-158E890A425E}" dt="2022-11-08T02:53:03.546" v="56"/>
        <pc:sldMkLst>
          <pc:docMk/>
          <pc:sldMk cId="181067477" sldId="292"/>
        </pc:sldMkLst>
        <pc:spChg chg="mod">
          <ac:chgData name="Gusti Pangestu" userId="S::gusti.pangestu@binus.ac.id::7768735c-5c0d-4d9b-b550-ead0b3c82a30" providerId="AD" clId="Web-{A223DC79-8A1C-ABAE-1F9B-158E890A425E}" dt="2022-11-08T02:53:03.546" v="56"/>
          <ac:spMkLst>
            <pc:docMk/>
            <pc:sldMk cId="181067477" sldId="292"/>
            <ac:spMk id="2" creationId="{2D8DA4BA-6E1B-06D5-7D8D-D75DF829090F}"/>
          </ac:spMkLst>
        </pc:spChg>
        <pc:spChg chg="mod">
          <ac:chgData name="Gusti Pangestu" userId="S::gusti.pangestu@binus.ac.id::7768735c-5c0d-4d9b-b550-ead0b3c82a30" providerId="AD" clId="Web-{A223DC79-8A1C-ABAE-1F9B-158E890A425E}" dt="2022-11-08T02:53:03.546" v="56"/>
          <ac:spMkLst>
            <pc:docMk/>
            <pc:sldMk cId="181067477" sldId="292"/>
            <ac:spMk id="3" creationId="{DEC6C18B-DD2A-34A7-6293-010D956D318B}"/>
          </ac:spMkLst>
        </pc:spChg>
        <pc:picChg chg="add mod">
          <ac:chgData name="Gusti Pangestu" userId="S::gusti.pangestu@binus.ac.id::7768735c-5c0d-4d9b-b550-ead0b3c82a30" providerId="AD" clId="Web-{A223DC79-8A1C-ABAE-1F9B-158E890A425E}" dt="2022-11-08T02:53:03.546" v="56"/>
          <ac:picMkLst>
            <pc:docMk/>
            <pc:sldMk cId="181067477" sldId="292"/>
            <ac:picMk id="4" creationId="{E6C21DEE-C15C-2B07-0F48-41C0A6D188A8}"/>
          </ac:picMkLst>
        </pc:picChg>
      </pc:sldChg>
      <pc:sldChg chg="del">
        <pc:chgData name="Gusti Pangestu" userId="S::gusti.pangestu@binus.ac.id::7768735c-5c0d-4d9b-b550-ead0b3c82a30" providerId="AD" clId="Web-{A223DC79-8A1C-ABAE-1F9B-158E890A425E}" dt="2022-11-08T02:42:28.116" v="24"/>
        <pc:sldMkLst>
          <pc:docMk/>
          <pc:sldMk cId="989727377" sldId="292"/>
        </pc:sldMkLst>
      </pc:sldChg>
      <pc:sldChg chg="del">
        <pc:chgData name="Gusti Pangestu" userId="S::gusti.pangestu@binus.ac.id::7768735c-5c0d-4d9b-b550-ead0b3c82a30" providerId="AD" clId="Web-{A223DC79-8A1C-ABAE-1F9B-158E890A425E}" dt="2022-11-08T02:42:28.116" v="23"/>
        <pc:sldMkLst>
          <pc:docMk/>
          <pc:sldMk cId="1956832009" sldId="293"/>
        </pc:sldMkLst>
      </pc:sldChg>
      <pc:sldChg chg="addSp delSp modSp new mod modClrScheme chgLayout">
        <pc:chgData name="Gusti Pangestu" userId="S::gusti.pangestu@binus.ac.id::7768735c-5c0d-4d9b-b550-ead0b3c82a30" providerId="AD" clId="Web-{A223DC79-8A1C-ABAE-1F9B-158E890A425E}" dt="2022-11-08T02:53:50.720" v="68"/>
        <pc:sldMkLst>
          <pc:docMk/>
          <pc:sldMk cId="2629645314" sldId="293"/>
        </pc:sldMkLst>
        <pc:spChg chg="mod ord">
          <ac:chgData name="Gusti Pangestu" userId="S::gusti.pangestu@binus.ac.id::7768735c-5c0d-4d9b-b550-ead0b3c82a30" providerId="AD" clId="Web-{A223DC79-8A1C-ABAE-1F9B-158E890A425E}" dt="2022-11-08T02:53:50.720" v="68"/>
          <ac:spMkLst>
            <pc:docMk/>
            <pc:sldMk cId="2629645314" sldId="293"/>
            <ac:spMk id="2" creationId="{23106449-8DB6-F408-D868-A74B0655A109}"/>
          </ac:spMkLst>
        </pc:spChg>
        <pc:spChg chg="del mod ord">
          <ac:chgData name="Gusti Pangestu" userId="S::gusti.pangestu@binus.ac.id::7768735c-5c0d-4d9b-b550-ead0b3c82a30" providerId="AD" clId="Web-{A223DC79-8A1C-ABAE-1F9B-158E890A425E}" dt="2022-11-08T02:53:47.345" v="67"/>
          <ac:spMkLst>
            <pc:docMk/>
            <pc:sldMk cId="2629645314" sldId="293"/>
            <ac:spMk id="3" creationId="{BA5FC8DB-0E06-4B1A-D8BD-3A3DD5F94C60}"/>
          </ac:spMkLst>
        </pc:spChg>
        <pc:spChg chg="del">
          <ac:chgData name="Gusti Pangestu" userId="S::gusti.pangestu@binus.ac.id::7768735c-5c0d-4d9b-b550-ead0b3c82a30" providerId="AD" clId="Web-{A223DC79-8A1C-ABAE-1F9B-158E890A425E}" dt="2022-11-08T02:53:25.359" v="66"/>
          <ac:spMkLst>
            <pc:docMk/>
            <pc:sldMk cId="2629645314" sldId="293"/>
            <ac:spMk id="4" creationId="{AAABC882-FE30-6BD5-1D21-3B60D404821B}"/>
          </ac:spMkLst>
        </pc:spChg>
        <pc:picChg chg="add mod ord">
          <ac:chgData name="Gusti Pangestu" userId="S::gusti.pangestu@binus.ac.id::7768735c-5c0d-4d9b-b550-ead0b3c82a30" providerId="AD" clId="Web-{A223DC79-8A1C-ABAE-1F9B-158E890A425E}" dt="2022-11-08T02:53:50.720" v="68"/>
          <ac:picMkLst>
            <pc:docMk/>
            <pc:sldMk cId="2629645314" sldId="293"/>
            <ac:picMk id="5" creationId="{37075F30-2E2F-6DF6-485E-D536AD44C383}"/>
          </ac:picMkLst>
        </pc:picChg>
      </pc:sldChg>
      <pc:sldChg chg="del">
        <pc:chgData name="Gusti Pangestu" userId="S::gusti.pangestu@binus.ac.id::7768735c-5c0d-4d9b-b550-ead0b3c82a30" providerId="AD" clId="Web-{A223DC79-8A1C-ABAE-1F9B-158E890A425E}" dt="2022-11-08T02:42:28.116" v="22"/>
        <pc:sldMkLst>
          <pc:docMk/>
          <pc:sldMk cId="2857808774" sldId="294"/>
        </pc:sldMkLst>
      </pc:sldChg>
      <pc:sldChg chg="modSp new">
        <pc:chgData name="Gusti Pangestu" userId="S::gusti.pangestu@binus.ac.id::7768735c-5c0d-4d9b-b550-ead0b3c82a30" providerId="AD" clId="Web-{A223DC79-8A1C-ABAE-1F9B-158E890A425E}" dt="2022-11-08T03:09:20.426" v="92" actId="20577"/>
        <pc:sldMkLst>
          <pc:docMk/>
          <pc:sldMk cId="3671522191" sldId="294"/>
        </pc:sldMkLst>
        <pc:spChg chg="mod">
          <ac:chgData name="Gusti Pangestu" userId="S::gusti.pangestu@binus.ac.id::7768735c-5c0d-4d9b-b550-ead0b3c82a30" providerId="AD" clId="Web-{A223DC79-8A1C-ABAE-1F9B-158E890A425E}" dt="2022-11-08T03:06:36.014" v="78" actId="20577"/>
          <ac:spMkLst>
            <pc:docMk/>
            <pc:sldMk cId="3671522191" sldId="294"/>
            <ac:spMk id="2" creationId="{A9FBB719-A5E9-FB02-88FC-E9CB76115405}"/>
          </ac:spMkLst>
        </pc:spChg>
        <pc:spChg chg="mod">
          <ac:chgData name="Gusti Pangestu" userId="S::gusti.pangestu@binus.ac.id::7768735c-5c0d-4d9b-b550-ead0b3c82a30" providerId="AD" clId="Web-{A223DC79-8A1C-ABAE-1F9B-158E890A425E}" dt="2022-11-08T03:09:20.426" v="92" actId="20577"/>
          <ac:spMkLst>
            <pc:docMk/>
            <pc:sldMk cId="3671522191" sldId="294"/>
            <ac:spMk id="3" creationId="{628788DD-BE85-4788-CAAA-DFFE5CDD3DCD}"/>
          </ac:spMkLst>
        </pc:spChg>
      </pc:sldChg>
      <pc:sldChg chg="del">
        <pc:chgData name="Gusti Pangestu" userId="S::gusti.pangestu@binus.ac.id::7768735c-5c0d-4d9b-b550-ead0b3c82a30" providerId="AD" clId="Web-{A223DC79-8A1C-ABAE-1F9B-158E890A425E}" dt="2022-11-08T02:42:28.101" v="21"/>
        <pc:sldMkLst>
          <pc:docMk/>
          <pc:sldMk cId="1684321161" sldId="295"/>
        </pc:sldMkLst>
      </pc:sldChg>
      <pc:sldChg chg="addSp delSp modSp new mod modClrScheme chgLayout">
        <pc:chgData name="Gusti Pangestu" userId="S::gusti.pangestu@binus.ac.id::7768735c-5c0d-4d9b-b550-ead0b3c82a30" providerId="AD" clId="Web-{A223DC79-8A1C-ABAE-1F9B-158E890A425E}" dt="2022-11-08T03:09:44.364" v="102" actId="1076"/>
        <pc:sldMkLst>
          <pc:docMk/>
          <pc:sldMk cId="3854135633" sldId="295"/>
        </pc:sldMkLst>
        <pc:spChg chg="del">
          <ac:chgData name="Gusti Pangestu" userId="S::gusti.pangestu@binus.ac.id::7768735c-5c0d-4d9b-b550-ead0b3c82a30" providerId="AD" clId="Web-{A223DC79-8A1C-ABAE-1F9B-158E890A425E}" dt="2022-11-08T03:09:24.614" v="94"/>
          <ac:spMkLst>
            <pc:docMk/>
            <pc:sldMk cId="3854135633" sldId="295"/>
            <ac:spMk id="2" creationId="{4AAF674E-6837-C0DB-3D0D-7E4B039A1709}"/>
          </ac:spMkLst>
        </pc:spChg>
        <pc:spChg chg="del">
          <ac:chgData name="Gusti Pangestu" userId="S::gusti.pangestu@binus.ac.id::7768735c-5c0d-4d9b-b550-ead0b3c82a30" providerId="AD" clId="Web-{A223DC79-8A1C-ABAE-1F9B-158E890A425E}" dt="2022-11-08T03:09:26.707" v="95"/>
          <ac:spMkLst>
            <pc:docMk/>
            <pc:sldMk cId="3854135633" sldId="295"/>
            <ac:spMk id="3" creationId="{925F5DA7-D4A0-5629-3C1E-5FD4AD1D864B}"/>
          </ac:spMkLst>
        </pc:spChg>
        <pc:spChg chg="add del mod">
          <ac:chgData name="Gusti Pangestu" userId="S::gusti.pangestu@binus.ac.id::7768735c-5c0d-4d9b-b550-ead0b3c82a30" providerId="AD" clId="Web-{A223DC79-8A1C-ABAE-1F9B-158E890A425E}" dt="2022-11-08T03:09:33.786" v="98"/>
          <ac:spMkLst>
            <pc:docMk/>
            <pc:sldMk cId="3854135633" sldId="295"/>
            <ac:spMk id="9" creationId="{4A82447A-DDB7-DF27-0D71-F45F29C83482}"/>
          </ac:spMkLst>
        </pc:spChg>
        <pc:spChg chg="add del mod">
          <ac:chgData name="Gusti Pangestu" userId="S::gusti.pangestu@binus.ac.id::7768735c-5c0d-4d9b-b550-ead0b3c82a30" providerId="AD" clId="Web-{A223DC79-8A1C-ABAE-1F9B-158E890A425E}" dt="2022-11-08T03:09:33.786" v="98"/>
          <ac:spMkLst>
            <pc:docMk/>
            <pc:sldMk cId="3854135633" sldId="295"/>
            <ac:spMk id="11" creationId="{11D15A9B-7DF8-9106-56E5-C3AD0C23BEAB}"/>
          </ac:spMkLst>
        </pc:spChg>
        <pc:spChg chg="add del">
          <ac:chgData name="Gusti Pangestu" userId="S::gusti.pangestu@binus.ac.id::7768735c-5c0d-4d9b-b550-ead0b3c82a30" providerId="AD" clId="Web-{A223DC79-8A1C-ABAE-1F9B-158E890A425E}" dt="2022-11-08T03:09:36.614" v="100"/>
          <ac:spMkLst>
            <pc:docMk/>
            <pc:sldMk cId="3854135633" sldId="295"/>
            <ac:spMk id="13" creationId="{BF179ED5-5A20-4AC3-D491-9B2D823EA69D}"/>
          </ac:spMkLst>
        </pc:spChg>
        <pc:picChg chg="add mod">
          <ac:chgData name="Gusti Pangestu" userId="S::gusti.pangestu@binus.ac.id::7768735c-5c0d-4d9b-b550-ead0b3c82a30" providerId="AD" clId="Web-{A223DC79-8A1C-ABAE-1F9B-158E890A425E}" dt="2022-11-08T03:09:44.364" v="102" actId="1076"/>
          <ac:picMkLst>
            <pc:docMk/>
            <pc:sldMk cId="3854135633" sldId="295"/>
            <ac:picMk id="4" creationId="{08D6BBFC-49AE-6D24-585E-6498707FF24A}"/>
          </ac:picMkLst>
        </pc:picChg>
      </pc:sldChg>
      <pc:sldChg chg="del">
        <pc:chgData name="Gusti Pangestu" userId="S::gusti.pangestu@binus.ac.id::7768735c-5c0d-4d9b-b550-ead0b3c82a30" providerId="AD" clId="Web-{A223DC79-8A1C-ABAE-1F9B-158E890A425E}" dt="2022-11-08T02:42:28.101" v="20"/>
        <pc:sldMkLst>
          <pc:docMk/>
          <pc:sldMk cId="832701779" sldId="296"/>
        </pc:sldMkLst>
      </pc:sldChg>
      <pc:sldChg chg="delSp modSp new">
        <pc:chgData name="Gusti Pangestu" userId="S::gusti.pangestu@binus.ac.id::7768735c-5c0d-4d9b-b550-ead0b3c82a30" providerId="AD" clId="Web-{A223DC79-8A1C-ABAE-1F9B-158E890A425E}" dt="2022-11-08T03:26:18.558" v="124" actId="20577"/>
        <pc:sldMkLst>
          <pc:docMk/>
          <pc:sldMk cId="2826040258" sldId="296"/>
        </pc:sldMkLst>
        <pc:spChg chg="del">
          <ac:chgData name="Gusti Pangestu" userId="S::gusti.pangestu@binus.ac.id::7768735c-5c0d-4d9b-b550-ead0b3c82a30" providerId="AD" clId="Web-{A223DC79-8A1C-ABAE-1F9B-158E890A425E}" dt="2022-11-08T03:13:55.530" v="104"/>
          <ac:spMkLst>
            <pc:docMk/>
            <pc:sldMk cId="2826040258" sldId="296"/>
            <ac:spMk id="2" creationId="{34A9A0D0-A1E0-5A33-45DD-6D54BC735407}"/>
          </ac:spMkLst>
        </pc:spChg>
        <pc:spChg chg="mod">
          <ac:chgData name="Gusti Pangestu" userId="S::gusti.pangestu@binus.ac.id::7768735c-5c0d-4d9b-b550-ead0b3c82a30" providerId="AD" clId="Web-{A223DC79-8A1C-ABAE-1F9B-158E890A425E}" dt="2022-11-08T03:26:18.558" v="124" actId="20577"/>
          <ac:spMkLst>
            <pc:docMk/>
            <pc:sldMk cId="2826040258" sldId="296"/>
            <ac:spMk id="3" creationId="{8C543A02-739A-772E-8C93-9765F4B43336}"/>
          </ac:spMkLst>
        </pc:spChg>
      </pc:sldChg>
      <pc:sldChg chg="del">
        <pc:chgData name="Gusti Pangestu" userId="S::gusti.pangestu@binus.ac.id::7768735c-5c0d-4d9b-b550-ead0b3c82a30" providerId="AD" clId="Web-{A223DC79-8A1C-ABAE-1F9B-158E890A425E}" dt="2022-11-08T02:42:28.101" v="19"/>
        <pc:sldMkLst>
          <pc:docMk/>
          <pc:sldMk cId="376018570" sldId="297"/>
        </pc:sldMkLst>
      </pc:sldChg>
      <pc:sldChg chg="addSp delSp modSp new">
        <pc:chgData name="Gusti Pangestu" userId="S::gusti.pangestu@binus.ac.id::7768735c-5c0d-4d9b-b550-ead0b3c82a30" providerId="AD" clId="Web-{A223DC79-8A1C-ABAE-1F9B-158E890A425E}" dt="2022-11-08T03:26:27.480" v="128"/>
        <pc:sldMkLst>
          <pc:docMk/>
          <pc:sldMk cId="1902739993" sldId="297"/>
        </pc:sldMkLst>
        <pc:spChg chg="del">
          <ac:chgData name="Gusti Pangestu" userId="S::gusti.pangestu@binus.ac.id::7768735c-5c0d-4d9b-b550-ead0b3c82a30" providerId="AD" clId="Web-{A223DC79-8A1C-ABAE-1F9B-158E890A425E}" dt="2022-11-08T03:26:23.964" v="127"/>
          <ac:spMkLst>
            <pc:docMk/>
            <pc:sldMk cId="1902739993" sldId="297"/>
            <ac:spMk id="2" creationId="{50073644-AEA7-6707-3AB1-E34E699F1690}"/>
          </ac:spMkLst>
        </pc:spChg>
        <pc:spChg chg="del">
          <ac:chgData name="Gusti Pangestu" userId="S::gusti.pangestu@binus.ac.id::7768735c-5c0d-4d9b-b550-ead0b3c82a30" providerId="AD" clId="Web-{A223DC79-8A1C-ABAE-1F9B-158E890A425E}" dt="2022-11-08T03:26:20.745" v="126"/>
          <ac:spMkLst>
            <pc:docMk/>
            <pc:sldMk cId="1902739993" sldId="297"/>
            <ac:spMk id="3" creationId="{875AE402-9620-DAD3-17F2-D9BADD7BBBF2}"/>
          </ac:spMkLst>
        </pc:spChg>
        <pc:spChg chg="add del">
          <ac:chgData name="Gusti Pangestu" userId="S::gusti.pangestu@binus.ac.id::7768735c-5c0d-4d9b-b550-ead0b3c82a30" providerId="AD" clId="Web-{A223DC79-8A1C-ABAE-1F9B-158E890A425E}" dt="2022-11-08T03:26:27.480" v="128"/>
          <ac:spMkLst>
            <pc:docMk/>
            <pc:sldMk cId="1902739993" sldId="297"/>
            <ac:spMk id="9" creationId="{A8E78CD0-A219-4CC5-ABC4-2DBBDD712322}"/>
          </ac:spMkLst>
        </pc:spChg>
        <pc:picChg chg="add mod ord">
          <ac:chgData name="Gusti Pangestu" userId="S::gusti.pangestu@binus.ac.id::7768735c-5c0d-4d9b-b550-ead0b3c82a30" providerId="AD" clId="Web-{A223DC79-8A1C-ABAE-1F9B-158E890A425E}" dt="2022-11-08T03:26:23.964" v="127"/>
          <ac:picMkLst>
            <pc:docMk/>
            <pc:sldMk cId="1902739993" sldId="297"/>
            <ac:picMk id="4" creationId="{5CB8B085-5C65-13B9-22E7-8C9472309F3C}"/>
          </ac:picMkLst>
        </pc:picChg>
      </pc:sldChg>
      <pc:sldChg chg="addSp modSp new">
        <pc:chgData name="Gusti Pangestu" userId="S::gusti.pangestu@binus.ac.id::7768735c-5c0d-4d9b-b550-ead0b3c82a30" providerId="AD" clId="Web-{A223DC79-8A1C-ABAE-1F9B-158E890A425E}" dt="2022-11-08T06:57:15.033" v="154" actId="20577"/>
        <pc:sldMkLst>
          <pc:docMk/>
          <pc:sldMk cId="502453303" sldId="298"/>
        </pc:sldMkLst>
        <pc:spChg chg="mod">
          <ac:chgData name="Gusti Pangestu" userId="S::gusti.pangestu@binus.ac.id::7768735c-5c0d-4d9b-b550-ead0b3c82a30" providerId="AD" clId="Web-{A223DC79-8A1C-ABAE-1F9B-158E890A425E}" dt="2022-11-08T03:26:35.730" v="131" actId="20577"/>
          <ac:spMkLst>
            <pc:docMk/>
            <pc:sldMk cId="502453303" sldId="298"/>
            <ac:spMk id="2" creationId="{606D0FC3-BB3D-A9C6-003D-5D8B618E7056}"/>
          </ac:spMkLst>
        </pc:spChg>
        <pc:spChg chg="mod">
          <ac:chgData name="Gusti Pangestu" userId="S::gusti.pangestu@binus.ac.id::7768735c-5c0d-4d9b-b550-ead0b3c82a30" providerId="AD" clId="Web-{A223DC79-8A1C-ABAE-1F9B-158E890A425E}" dt="2022-11-08T06:57:15.033" v="154" actId="20577"/>
          <ac:spMkLst>
            <pc:docMk/>
            <pc:sldMk cId="502453303" sldId="298"/>
            <ac:spMk id="3" creationId="{E0718C77-5FD8-F462-1236-D9CA9618A86E}"/>
          </ac:spMkLst>
        </pc:spChg>
        <pc:picChg chg="add mod">
          <ac:chgData name="Gusti Pangestu" userId="S::gusti.pangestu@binus.ac.id::7768735c-5c0d-4d9b-b550-ead0b3c82a30" providerId="AD" clId="Web-{A223DC79-8A1C-ABAE-1F9B-158E890A425E}" dt="2022-11-08T03:28:37.469" v="138" actId="1076"/>
          <ac:picMkLst>
            <pc:docMk/>
            <pc:sldMk cId="502453303" sldId="298"/>
            <ac:picMk id="4" creationId="{5703ECE7-E48D-292A-B306-CB89B0D16DDB}"/>
          </ac:picMkLst>
        </pc:picChg>
      </pc:sldChg>
      <pc:sldChg chg="del">
        <pc:chgData name="Gusti Pangestu" userId="S::gusti.pangestu@binus.ac.id::7768735c-5c0d-4d9b-b550-ead0b3c82a30" providerId="AD" clId="Web-{A223DC79-8A1C-ABAE-1F9B-158E890A425E}" dt="2022-11-08T02:42:28.101" v="18"/>
        <pc:sldMkLst>
          <pc:docMk/>
          <pc:sldMk cId="3645830168" sldId="298"/>
        </pc:sldMkLst>
      </pc:sldChg>
      <pc:sldChg chg="addSp modSp new">
        <pc:chgData name="Gusti Pangestu" userId="S::gusti.pangestu@binus.ac.id::7768735c-5c0d-4d9b-b550-ead0b3c82a30" providerId="AD" clId="Web-{A223DC79-8A1C-ABAE-1F9B-158E890A425E}" dt="2022-11-08T07:09:17.438" v="202" actId="14100"/>
        <pc:sldMkLst>
          <pc:docMk/>
          <pc:sldMk cId="1410539918" sldId="299"/>
        </pc:sldMkLst>
        <pc:spChg chg="mod">
          <ac:chgData name="Gusti Pangestu" userId="S::gusti.pangestu@binus.ac.id::7768735c-5c0d-4d9b-b550-ead0b3c82a30" providerId="AD" clId="Web-{A223DC79-8A1C-ABAE-1F9B-158E890A425E}" dt="2022-11-08T07:08:29.155" v="185" actId="1076"/>
          <ac:spMkLst>
            <pc:docMk/>
            <pc:sldMk cId="1410539918" sldId="299"/>
            <ac:spMk id="2" creationId="{F7A02F53-F601-3FFF-0D9B-FCE4069D1E80}"/>
          </ac:spMkLst>
        </pc:spChg>
        <pc:spChg chg="mod">
          <ac:chgData name="Gusti Pangestu" userId="S::gusti.pangestu@binus.ac.id::7768735c-5c0d-4d9b-b550-ead0b3c82a30" providerId="AD" clId="Web-{A223DC79-8A1C-ABAE-1F9B-158E890A425E}" dt="2022-11-08T07:08:52.156" v="198" actId="20577"/>
          <ac:spMkLst>
            <pc:docMk/>
            <pc:sldMk cId="1410539918" sldId="299"/>
            <ac:spMk id="3" creationId="{144C5460-9955-749C-49EE-EA98FDD080D0}"/>
          </ac:spMkLst>
        </pc:spChg>
        <pc:picChg chg="add mod">
          <ac:chgData name="Gusti Pangestu" userId="S::gusti.pangestu@binus.ac.id::7768735c-5c0d-4d9b-b550-ead0b3c82a30" providerId="AD" clId="Web-{A223DC79-8A1C-ABAE-1F9B-158E890A425E}" dt="2022-11-08T07:08:43.484" v="192" actId="1076"/>
          <ac:picMkLst>
            <pc:docMk/>
            <pc:sldMk cId="1410539918" sldId="299"/>
            <ac:picMk id="4" creationId="{492B302F-DCD4-C495-845A-29E3D2D434F2}"/>
          </ac:picMkLst>
        </pc:picChg>
        <pc:picChg chg="add mod">
          <ac:chgData name="Gusti Pangestu" userId="S::gusti.pangestu@binus.ac.id::7768735c-5c0d-4d9b-b550-ead0b3c82a30" providerId="AD" clId="Web-{A223DC79-8A1C-ABAE-1F9B-158E890A425E}" dt="2022-11-08T07:08:54.609" v="199" actId="1076"/>
          <ac:picMkLst>
            <pc:docMk/>
            <pc:sldMk cId="1410539918" sldId="299"/>
            <ac:picMk id="5" creationId="{EBBA7A14-844E-7721-04E7-195B37D27BA8}"/>
          </ac:picMkLst>
        </pc:picChg>
        <pc:picChg chg="add mod">
          <ac:chgData name="Gusti Pangestu" userId="S::gusti.pangestu@binus.ac.id::7768735c-5c0d-4d9b-b550-ead0b3c82a30" providerId="AD" clId="Web-{A223DC79-8A1C-ABAE-1F9B-158E890A425E}" dt="2022-11-08T07:09:17.438" v="202" actId="14100"/>
          <ac:picMkLst>
            <pc:docMk/>
            <pc:sldMk cId="1410539918" sldId="299"/>
            <ac:picMk id="6" creationId="{DDDB2DC9-FA93-AB6A-FCD8-A4446280DDE3}"/>
          </ac:picMkLst>
        </pc:picChg>
      </pc:sldChg>
      <pc:sldChg chg="del">
        <pc:chgData name="Gusti Pangestu" userId="S::gusti.pangestu@binus.ac.id::7768735c-5c0d-4d9b-b550-ead0b3c82a30" providerId="AD" clId="Web-{A223DC79-8A1C-ABAE-1F9B-158E890A425E}" dt="2022-11-08T02:42:28.101" v="17"/>
        <pc:sldMkLst>
          <pc:docMk/>
          <pc:sldMk cId="3162136664" sldId="299"/>
        </pc:sldMkLst>
      </pc:sldChg>
      <pc:sldChg chg="addSp modSp new">
        <pc:chgData name="Gusti Pangestu" userId="S::gusti.pangestu@binus.ac.id::7768735c-5c0d-4d9b-b550-ead0b3c82a30" providerId="AD" clId="Web-{A223DC79-8A1C-ABAE-1F9B-158E890A425E}" dt="2022-11-08T07:13:07.505" v="231" actId="1076"/>
        <pc:sldMkLst>
          <pc:docMk/>
          <pc:sldMk cId="1225882195" sldId="300"/>
        </pc:sldMkLst>
        <pc:spChg chg="mod">
          <ac:chgData name="Gusti Pangestu" userId="S::gusti.pangestu@binus.ac.id::7768735c-5c0d-4d9b-b550-ead0b3c82a30" providerId="AD" clId="Web-{A223DC79-8A1C-ABAE-1F9B-158E890A425E}" dt="2022-11-08T07:12:18.019" v="219" actId="20577"/>
          <ac:spMkLst>
            <pc:docMk/>
            <pc:sldMk cId="1225882195" sldId="300"/>
            <ac:spMk id="2" creationId="{63518523-4647-9DE1-36BC-F594155AF708}"/>
          </ac:spMkLst>
        </pc:spChg>
        <pc:spChg chg="mod">
          <ac:chgData name="Gusti Pangestu" userId="S::gusti.pangestu@binus.ac.id::7768735c-5c0d-4d9b-b550-ead0b3c82a30" providerId="AD" clId="Web-{A223DC79-8A1C-ABAE-1F9B-158E890A425E}" dt="2022-11-08T07:12:56.004" v="227" actId="20577"/>
          <ac:spMkLst>
            <pc:docMk/>
            <pc:sldMk cId="1225882195" sldId="300"/>
            <ac:spMk id="3" creationId="{F8AC97D9-A0C7-C768-7E7C-7668D65EC631}"/>
          </ac:spMkLst>
        </pc:spChg>
        <pc:picChg chg="add mod">
          <ac:chgData name="Gusti Pangestu" userId="S::gusti.pangestu@binus.ac.id::7768735c-5c0d-4d9b-b550-ead0b3c82a30" providerId="AD" clId="Web-{A223DC79-8A1C-ABAE-1F9B-158E890A425E}" dt="2022-11-08T07:13:07.505" v="231" actId="1076"/>
          <ac:picMkLst>
            <pc:docMk/>
            <pc:sldMk cId="1225882195" sldId="300"/>
            <ac:picMk id="4" creationId="{8F71BC29-4333-16F5-6FBF-118FEFF418A2}"/>
          </ac:picMkLst>
        </pc:picChg>
      </pc:sldChg>
      <pc:sldChg chg="del">
        <pc:chgData name="Gusti Pangestu" userId="S::gusti.pangestu@binus.ac.id::7768735c-5c0d-4d9b-b550-ead0b3c82a30" providerId="AD" clId="Web-{A223DC79-8A1C-ABAE-1F9B-158E890A425E}" dt="2022-11-08T02:42:28.101" v="16"/>
        <pc:sldMkLst>
          <pc:docMk/>
          <pc:sldMk cId="2160808367" sldId="300"/>
        </pc:sldMkLst>
      </pc:sldChg>
      <pc:sldChg chg="del">
        <pc:chgData name="Gusti Pangestu" userId="S::gusti.pangestu@binus.ac.id::7768735c-5c0d-4d9b-b550-ead0b3c82a30" providerId="AD" clId="Web-{A223DC79-8A1C-ABAE-1F9B-158E890A425E}" dt="2022-11-08T02:42:28.101" v="15"/>
        <pc:sldMkLst>
          <pc:docMk/>
          <pc:sldMk cId="2329439584" sldId="301"/>
        </pc:sldMkLst>
      </pc:sldChg>
      <pc:sldChg chg="delSp modSp new">
        <pc:chgData name="Gusti Pangestu" userId="S::gusti.pangestu@binus.ac.id::7768735c-5c0d-4d9b-b550-ead0b3c82a30" providerId="AD" clId="Web-{A223DC79-8A1C-ABAE-1F9B-158E890A425E}" dt="2022-11-08T07:28:12.601" v="241" actId="20577"/>
        <pc:sldMkLst>
          <pc:docMk/>
          <pc:sldMk cId="2716777333" sldId="301"/>
        </pc:sldMkLst>
        <pc:spChg chg="del">
          <ac:chgData name="Gusti Pangestu" userId="S::gusti.pangestu@binus.ac.id::7768735c-5c0d-4d9b-b550-ead0b3c82a30" providerId="AD" clId="Web-{A223DC79-8A1C-ABAE-1F9B-158E890A425E}" dt="2022-11-08T07:27:42.381" v="234"/>
          <ac:spMkLst>
            <pc:docMk/>
            <pc:sldMk cId="2716777333" sldId="301"/>
            <ac:spMk id="2" creationId="{91084C92-A9F2-56E4-C488-E23767EADD99}"/>
          </ac:spMkLst>
        </pc:spChg>
        <pc:spChg chg="mod">
          <ac:chgData name="Gusti Pangestu" userId="S::gusti.pangestu@binus.ac.id::7768735c-5c0d-4d9b-b550-ead0b3c82a30" providerId="AD" clId="Web-{A223DC79-8A1C-ABAE-1F9B-158E890A425E}" dt="2022-11-08T07:28:12.601" v="241" actId="20577"/>
          <ac:spMkLst>
            <pc:docMk/>
            <pc:sldMk cId="2716777333" sldId="301"/>
            <ac:spMk id="3" creationId="{DE07990C-F4E2-9999-D4E2-5B1463B32A32}"/>
          </ac:spMkLst>
        </pc:spChg>
      </pc:sldChg>
      <pc:sldChg chg="modSp new">
        <pc:chgData name="Gusti Pangestu" userId="S::gusti.pangestu@binus.ac.id::7768735c-5c0d-4d9b-b550-ead0b3c82a30" providerId="AD" clId="Web-{A223DC79-8A1C-ABAE-1F9B-158E890A425E}" dt="2022-11-08T08:10:43.967" v="269" actId="20577"/>
        <pc:sldMkLst>
          <pc:docMk/>
          <pc:sldMk cId="2251878460" sldId="302"/>
        </pc:sldMkLst>
        <pc:spChg chg="mod">
          <ac:chgData name="Gusti Pangestu" userId="S::gusti.pangestu@binus.ac.id::7768735c-5c0d-4d9b-b550-ead0b3c82a30" providerId="AD" clId="Web-{A223DC79-8A1C-ABAE-1F9B-158E890A425E}" dt="2022-11-08T08:09:22.371" v="249" actId="20577"/>
          <ac:spMkLst>
            <pc:docMk/>
            <pc:sldMk cId="2251878460" sldId="302"/>
            <ac:spMk id="2" creationId="{023452D9-AF9A-0F98-0C01-7B25A0D2D05D}"/>
          </ac:spMkLst>
        </pc:spChg>
        <pc:spChg chg="mod">
          <ac:chgData name="Gusti Pangestu" userId="S::gusti.pangestu@binus.ac.id::7768735c-5c0d-4d9b-b550-ead0b3c82a30" providerId="AD" clId="Web-{A223DC79-8A1C-ABAE-1F9B-158E890A425E}" dt="2022-11-08T08:10:43.967" v="269" actId="20577"/>
          <ac:spMkLst>
            <pc:docMk/>
            <pc:sldMk cId="2251878460" sldId="302"/>
            <ac:spMk id="3" creationId="{910F573B-007A-F561-0511-D3CDB1F16358}"/>
          </ac:spMkLst>
        </pc:spChg>
      </pc:sldChg>
      <pc:sldChg chg="del">
        <pc:chgData name="Gusti Pangestu" userId="S::gusti.pangestu@binus.ac.id::7768735c-5c0d-4d9b-b550-ead0b3c82a30" providerId="AD" clId="Web-{A223DC79-8A1C-ABAE-1F9B-158E890A425E}" dt="2022-11-08T02:42:28.101" v="14"/>
        <pc:sldMkLst>
          <pc:docMk/>
          <pc:sldMk cId="4132436519" sldId="302"/>
        </pc:sldMkLst>
      </pc:sldChg>
      <pc:sldChg chg="addSp delSp modSp new">
        <pc:chgData name="Gusti Pangestu" userId="S::gusti.pangestu@binus.ac.id::7768735c-5c0d-4d9b-b550-ead0b3c82a30" providerId="AD" clId="Web-{A223DC79-8A1C-ABAE-1F9B-158E890A425E}" dt="2022-11-08T08:10:50.140" v="272"/>
        <pc:sldMkLst>
          <pc:docMk/>
          <pc:sldMk cId="1301941771" sldId="303"/>
        </pc:sldMkLst>
        <pc:spChg chg="del">
          <ac:chgData name="Gusti Pangestu" userId="S::gusti.pangestu@binus.ac.id::7768735c-5c0d-4d9b-b550-ead0b3c82a30" providerId="AD" clId="Web-{A223DC79-8A1C-ABAE-1F9B-158E890A425E}" dt="2022-11-08T08:10:50.140" v="272"/>
          <ac:spMkLst>
            <pc:docMk/>
            <pc:sldMk cId="1301941771" sldId="303"/>
            <ac:spMk id="2" creationId="{4D53193F-386D-FE86-B553-7DD117746C8D}"/>
          </ac:spMkLst>
        </pc:spChg>
        <pc:spChg chg="del">
          <ac:chgData name="Gusti Pangestu" userId="S::gusti.pangestu@binus.ac.id::7768735c-5c0d-4d9b-b550-ead0b3c82a30" providerId="AD" clId="Web-{A223DC79-8A1C-ABAE-1F9B-158E890A425E}" dt="2022-11-08T08:10:45.983" v="271"/>
          <ac:spMkLst>
            <pc:docMk/>
            <pc:sldMk cId="1301941771" sldId="303"/>
            <ac:spMk id="3" creationId="{7DE5D553-7B96-5476-815A-756D6320B66F}"/>
          </ac:spMkLst>
        </pc:spChg>
        <pc:picChg chg="add mod ord">
          <ac:chgData name="Gusti Pangestu" userId="S::gusti.pangestu@binus.ac.id::7768735c-5c0d-4d9b-b550-ead0b3c82a30" providerId="AD" clId="Web-{A223DC79-8A1C-ABAE-1F9B-158E890A425E}" dt="2022-11-08T08:10:45.983" v="271"/>
          <ac:picMkLst>
            <pc:docMk/>
            <pc:sldMk cId="1301941771" sldId="303"/>
            <ac:picMk id="4" creationId="{834D6E6A-1C57-1990-7B46-E068286128B8}"/>
          </ac:picMkLst>
        </pc:picChg>
      </pc:sldChg>
      <pc:sldChg chg="del">
        <pc:chgData name="Gusti Pangestu" userId="S::gusti.pangestu@binus.ac.id::7768735c-5c0d-4d9b-b550-ead0b3c82a30" providerId="AD" clId="Web-{A223DC79-8A1C-ABAE-1F9B-158E890A425E}" dt="2022-11-08T02:42:28.101" v="13"/>
        <pc:sldMkLst>
          <pc:docMk/>
          <pc:sldMk cId="4173901416" sldId="303"/>
        </pc:sldMkLst>
      </pc:sldChg>
      <pc:sldChg chg="addSp delSp modSp new">
        <pc:chgData name="Gusti Pangestu" userId="S::gusti.pangestu@binus.ac.id::7768735c-5c0d-4d9b-b550-ead0b3c82a30" providerId="AD" clId="Web-{A223DC79-8A1C-ABAE-1F9B-158E890A425E}" dt="2022-11-08T09:02:06.937" v="292" actId="14100"/>
        <pc:sldMkLst>
          <pc:docMk/>
          <pc:sldMk cId="2438179628" sldId="304"/>
        </pc:sldMkLst>
        <pc:spChg chg="del">
          <ac:chgData name="Gusti Pangestu" userId="S::gusti.pangestu@binus.ac.id::7768735c-5c0d-4d9b-b550-ead0b3c82a30" providerId="AD" clId="Web-{A223DC79-8A1C-ABAE-1F9B-158E890A425E}" dt="2022-11-08T09:01:17.123" v="278"/>
          <ac:spMkLst>
            <pc:docMk/>
            <pc:sldMk cId="2438179628" sldId="304"/>
            <ac:spMk id="2" creationId="{9E3D8B49-B6FD-9FB2-183F-B1F5A1B86B4F}"/>
          </ac:spMkLst>
        </pc:spChg>
        <pc:spChg chg="mod">
          <ac:chgData name="Gusti Pangestu" userId="S::gusti.pangestu@binus.ac.id::7768735c-5c0d-4d9b-b550-ead0b3c82a30" providerId="AD" clId="Web-{A223DC79-8A1C-ABAE-1F9B-158E890A425E}" dt="2022-11-08T09:02:00.218" v="289" actId="20577"/>
          <ac:spMkLst>
            <pc:docMk/>
            <pc:sldMk cId="2438179628" sldId="304"/>
            <ac:spMk id="3" creationId="{2E02B41D-1089-F3E5-2D87-9328709EE1DC}"/>
          </ac:spMkLst>
        </pc:spChg>
        <pc:picChg chg="add mod">
          <ac:chgData name="Gusti Pangestu" userId="S::gusti.pangestu@binus.ac.id::7768735c-5c0d-4d9b-b550-ead0b3c82a30" providerId="AD" clId="Web-{A223DC79-8A1C-ABAE-1F9B-158E890A425E}" dt="2022-11-08T09:02:06.937" v="292" actId="14100"/>
          <ac:picMkLst>
            <pc:docMk/>
            <pc:sldMk cId="2438179628" sldId="304"/>
            <ac:picMk id="4" creationId="{55AD6FF7-0801-2F3D-525C-61573A526548}"/>
          </ac:picMkLst>
        </pc:picChg>
      </pc:sldChg>
      <pc:sldChg chg="del">
        <pc:chgData name="Gusti Pangestu" userId="S::gusti.pangestu@binus.ac.id::7768735c-5c0d-4d9b-b550-ead0b3c82a30" providerId="AD" clId="Web-{A223DC79-8A1C-ABAE-1F9B-158E890A425E}" dt="2022-11-08T02:42:28.101" v="12"/>
        <pc:sldMkLst>
          <pc:docMk/>
          <pc:sldMk cId="2940983348" sldId="304"/>
        </pc:sldMkLst>
      </pc:sldChg>
      <pc:sldChg chg="addSp modSp new">
        <pc:chgData name="Gusti Pangestu" userId="S::gusti.pangestu@binus.ac.id::7768735c-5c0d-4d9b-b550-ead0b3c82a30" providerId="AD" clId="Web-{A223DC79-8A1C-ABAE-1F9B-158E890A425E}" dt="2022-11-08T09:55:39.402" v="309" actId="14100"/>
        <pc:sldMkLst>
          <pc:docMk/>
          <pc:sldMk cId="108455753" sldId="305"/>
        </pc:sldMkLst>
        <pc:spChg chg="mod">
          <ac:chgData name="Gusti Pangestu" userId="S::gusti.pangestu@binus.ac.id::7768735c-5c0d-4d9b-b550-ead0b3c82a30" providerId="AD" clId="Web-{A223DC79-8A1C-ABAE-1F9B-158E890A425E}" dt="2022-11-08T09:54:29.853" v="296" actId="20577"/>
          <ac:spMkLst>
            <pc:docMk/>
            <pc:sldMk cId="108455753" sldId="305"/>
            <ac:spMk id="2" creationId="{3D72DB53-61D9-BFBA-98A6-A0104451DA80}"/>
          </ac:spMkLst>
        </pc:spChg>
        <pc:spChg chg="mod">
          <ac:chgData name="Gusti Pangestu" userId="S::gusti.pangestu@binus.ac.id::7768735c-5c0d-4d9b-b550-ead0b3c82a30" providerId="AD" clId="Web-{A223DC79-8A1C-ABAE-1F9B-158E890A425E}" dt="2022-11-08T09:55:11.495" v="305" actId="20577"/>
          <ac:spMkLst>
            <pc:docMk/>
            <pc:sldMk cId="108455753" sldId="305"/>
            <ac:spMk id="3" creationId="{AE41F33F-83FC-F04B-65B9-8AA89D8FC214}"/>
          </ac:spMkLst>
        </pc:spChg>
        <pc:picChg chg="add mod">
          <ac:chgData name="Gusti Pangestu" userId="S::gusti.pangestu@binus.ac.id::7768735c-5c0d-4d9b-b550-ead0b3c82a30" providerId="AD" clId="Web-{A223DC79-8A1C-ABAE-1F9B-158E890A425E}" dt="2022-11-08T09:55:39.402" v="309" actId="14100"/>
          <ac:picMkLst>
            <pc:docMk/>
            <pc:sldMk cId="108455753" sldId="305"/>
            <ac:picMk id="4" creationId="{16F92BC1-AC15-CDEE-F393-8BA6DEEC5BE0}"/>
          </ac:picMkLst>
        </pc:picChg>
      </pc:sldChg>
      <pc:sldChg chg="del">
        <pc:chgData name="Gusti Pangestu" userId="S::gusti.pangestu@binus.ac.id::7768735c-5c0d-4d9b-b550-ead0b3c82a30" providerId="AD" clId="Web-{A223DC79-8A1C-ABAE-1F9B-158E890A425E}" dt="2022-11-08T02:42:28.101" v="8"/>
        <pc:sldMkLst>
          <pc:docMk/>
          <pc:sldMk cId="654897096" sldId="305"/>
        </pc:sldMkLst>
      </pc:sldChg>
      <pc:sldChg chg="addSp modSp new">
        <pc:chgData name="Gusti Pangestu" userId="S::gusti.pangestu@binus.ac.id::7768735c-5c0d-4d9b-b550-ead0b3c82a30" providerId="AD" clId="Web-{A223DC79-8A1C-ABAE-1F9B-158E890A425E}" dt="2022-11-08T09:57:28.812" v="337" actId="1076"/>
        <pc:sldMkLst>
          <pc:docMk/>
          <pc:sldMk cId="1495215192" sldId="306"/>
        </pc:sldMkLst>
        <pc:spChg chg="mod">
          <ac:chgData name="Gusti Pangestu" userId="S::gusti.pangestu@binus.ac.id::7768735c-5c0d-4d9b-b550-ead0b3c82a30" providerId="AD" clId="Web-{A223DC79-8A1C-ABAE-1F9B-158E890A425E}" dt="2022-11-08T09:56:10.934" v="320" actId="20577"/>
          <ac:spMkLst>
            <pc:docMk/>
            <pc:sldMk cId="1495215192" sldId="306"/>
            <ac:spMk id="2" creationId="{BA12BD38-E371-84F6-51E5-446A2E8725A1}"/>
          </ac:spMkLst>
        </pc:spChg>
        <pc:spChg chg="mod">
          <ac:chgData name="Gusti Pangestu" userId="S::gusti.pangestu@binus.ac.id::7768735c-5c0d-4d9b-b550-ead0b3c82a30" providerId="AD" clId="Web-{A223DC79-8A1C-ABAE-1F9B-158E890A425E}" dt="2022-11-08T09:57:08.749" v="333" actId="20577"/>
          <ac:spMkLst>
            <pc:docMk/>
            <pc:sldMk cId="1495215192" sldId="306"/>
            <ac:spMk id="3" creationId="{AE53D38C-717E-2153-2296-EB8138EAC838}"/>
          </ac:spMkLst>
        </pc:spChg>
        <pc:picChg chg="add mod">
          <ac:chgData name="Gusti Pangestu" userId="S::gusti.pangestu@binus.ac.id::7768735c-5c0d-4d9b-b550-ead0b3c82a30" providerId="AD" clId="Web-{A223DC79-8A1C-ABAE-1F9B-158E890A425E}" dt="2022-11-08T09:57:28.812" v="337" actId="1076"/>
          <ac:picMkLst>
            <pc:docMk/>
            <pc:sldMk cId="1495215192" sldId="306"/>
            <ac:picMk id="4" creationId="{AAD421F8-28CB-82EF-DCD6-6A00546ED9F1}"/>
          </ac:picMkLst>
        </pc:picChg>
      </pc:sldChg>
      <pc:sldChg chg="del">
        <pc:chgData name="Gusti Pangestu" userId="S::gusti.pangestu@binus.ac.id::7768735c-5c0d-4d9b-b550-ead0b3c82a30" providerId="AD" clId="Web-{A223DC79-8A1C-ABAE-1F9B-158E890A425E}" dt="2022-11-08T02:42:28.101" v="11"/>
        <pc:sldMkLst>
          <pc:docMk/>
          <pc:sldMk cId="4236229230" sldId="306"/>
        </pc:sldMkLst>
      </pc:sldChg>
      <pc:sldChg chg="del">
        <pc:chgData name="Gusti Pangestu" userId="S::gusti.pangestu@binus.ac.id::7768735c-5c0d-4d9b-b550-ead0b3c82a30" providerId="AD" clId="Web-{A223DC79-8A1C-ABAE-1F9B-158E890A425E}" dt="2022-11-08T02:42:28.101" v="10"/>
        <pc:sldMkLst>
          <pc:docMk/>
          <pc:sldMk cId="868108864" sldId="307"/>
        </pc:sldMkLst>
      </pc:sldChg>
      <pc:sldChg chg="del">
        <pc:chgData name="Gusti Pangestu" userId="S::gusti.pangestu@binus.ac.id::7768735c-5c0d-4d9b-b550-ead0b3c82a30" providerId="AD" clId="Web-{A223DC79-8A1C-ABAE-1F9B-158E890A425E}" dt="2022-11-08T02:42:28.101" v="9"/>
        <pc:sldMkLst>
          <pc:docMk/>
          <pc:sldMk cId="2349906427" sldId="308"/>
        </pc:sldMkLst>
      </pc:sldChg>
    </pc:docChg>
  </pc:docChgLst>
  <pc:docChgLst>
    <pc:chgData name="Gusti Pangestu" userId="S::gusti.pangestu@binus.ac.id::7768735c-5c0d-4d9b-b550-ead0b3c82a30" providerId="AD" clId="Web-{720B1208-9882-69E9-F657-19234A5FB7AD}"/>
    <pc:docChg chg="addSld modSld modSection">
      <pc:chgData name="Gusti Pangestu" userId="S::gusti.pangestu@binus.ac.id::7768735c-5c0d-4d9b-b550-ead0b3c82a30" providerId="AD" clId="Web-{720B1208-9882-69E9-F657-19234A5FB7AD}" dt="2022-11-07T04:15:16.453" v="212" actId="1076"/>
      <pc:docMkLst>
        <pc:docMk/>
      </pc:docMkLst>
      <pc:sldChg chg="addSp modSp new">
        <pc:chgData name="Gusti Pangestu" userId="S::gusti.pangestu@binus.ac.id::7768735c-5c0d-4d9b-b550-ead0b3c82a30" providerId="AD" clId="Web-{720B1208-9882-69E9-F657-19234A5FB7AD}" dt="2022-11-07T02:51:41.133" v="46" actId="20577"/>
        <pc:sldMkLst>
          <pc:docMk/>
          <pc:sldMk cId="376018570" sldId="297"/>
        </pc:sldMkLst>
        <pc:spChg chg="mod">
          <ac:chgData name="Gusti Pangestu" userId="S::gusti.pangestu@binus.ac.id::7768735c-5c0d-4d9b-b550-ead0b3c82a30" providerId="AD" clId="Web-{720B1208-9882-69E9-F657-19234A5FB7AD}" dt="2022-11-07T02:36:32.044" v="7" actId="20577"/>
          <ac:spMkLst>
            <pc:docMk/>
            <pc:sldMk cId="376018570" sldId="297"/>
            <ac:spMk id="2" creationId="{3FB8F51D-0AF1-4954-6E17-C858D190F1F5}"/>
          </ac:spMkLst>
        </pc:spChg>
        <pc:spChg chg="mod">
          <ac:chgData name="Gusti Pangestu" userId="S::gusti.pangestu@binus.ac.id::7768735c-5c0d-4d9b-b550-ead0b3c82a30" providerId="AD" clId="Web-{720B1208-9882-69E9-F657-19234A5FB7AD}" dt="2022-11-07T02:51:41.133" v="46" actId="20577"/>
          <ac:spMkLst>
            <pc:docMk/>
            <pc:sldMk cId="376018570" sldId="297"/>
            <ac:spMk id="3" creationId="{DF3EF508-2D34-EC90-3ED2-7723798A827E}"/>
          </ac:spMkLst>
        </pc:spChg>
        <pc:picChg chg="add mod">
          <ac:chgData name="Gusti Pangestu" userId="S::gusti.pangestu@binus.ac.id::7768735c-5c0d-4d9b-b550-ead0b3c82a30" providerId="AD" clId="Web-{720B1208-9882-69E9-F657-19234A5FB7AD}" dt="2022-11-07T02:43:24.541" v="44" actId="1076"/>
          <ac:picMkLst>
            <pc:docMk/>
            <pc:sldMk cId="376018570" sldId="297"/>
            <ac:picMk id="4" creationId="{4AC7B8D5-2CD9-6A18-69FD-3C24769F69B9}"/>
          </ac:picMkLst>
        </pc:picChg>
      </pc:sldChg>
      <pc:sldChg chg="addSp modSp new">
        <pc:chgData name="Gusti Pangestu" userId="S::gusti.pangestu@binus.ac.id::7768735c-5c0d-4d9b-b550-ead0b3c82a30" providerId="AD" clId="Web-{720B1208-9882-69E9-F657-19234A5FB7AD}" dt="2022-11-07T03:18:34.417" v="69" actId="1076"/>
        <pc:sldMkLst>
          <pc:docMk/>
          <pc:sldMk cId="3645830168" sldId="298"/>
        </pc:sldMkLst>
        <pc:spChg chg="mod">
          <ac:chgData name="Gusti Pangestu" userId="S::gusti.pangestu@binus.ac.id::7768735c-5c0d-4d9b-b550-ead0b3c82a30" providerId="AD" clId="Web-{720B1208-9882-69E9-F657-19234A5FB7AD}" dt="2022-11-07T02:51:52.274" v="57" actId="20577"/>
          <ac:spMkLst>
            <pc:docMk/>
            <pc:sldMk cId="3645830168" sldId="298"/>
            <ac:spMk id="2" creationId="{F27A6D18-1819-B75D-CC84-BADB51EFAB51}"/>
          </ac:spMkLst>
        </pc:spChg>
        <pc:spChg chg="mod">
          <ac:chgData name="Gusti Pangestu" userId="S::gusti.pangestu@binus.ac.id::7768735c-5c0d-4d9b-b550-ead0b3c82a30" providerId="AD" clId="Web-{720B1208-9882-69E9-F657-19234A5FB7AD}" dt="2022-11-07T02:54:01.059" v="61" actId="20577"/>
          <ac:spMkLst>
            <pc:docMk/>
            <pc:sldMk cId="3645830168" sldId="298"/>
            <ac:spMk id="3" creationId="{B290B12B-36E5-5346-5482-B0C0014CEF1D}"/>
          </ac:spMkLst>
        </pc:spChg>
        <pc:picChg chg="add mod">
          <ac:chgData name="Gusti Pangestu" userId="S::gusti.pangestu@binus.ac.id::7768735c-5c0d-4d9b-b550-ead0b3c82a30" providerId="AD" clId="Web-{720B1208-9882-69E9-F657-19234A5FB7AD}" dt="2022-11-07T03:18:34.417" v="69" actId="1076"/>
          <ac:picMkLst>
            <pc:docMk/>
            <pc:sldMk cId="3645830168" sldId="298"/>
            <ac:picMk id="4" creationId="{CCBE6061-24B1-2596-577F-1BA17ED9EC7A}"/>
          </ac:picMkLst>
        </pc:picChg>
        <pc:picChg chg="add mod">
          <ac:chgData name="Gusti Pangestu" userId="S::gusti.pangestu@binus.ac.id::7768735c-5c0d-4d9b-b550-ead0b3c82a30" providerId="AD" clId="Web-{720B1208-9882-69E9-F657-19234A5FB7AD}" dt="2022-11-07T03:18:28.823" v="68" actId="1076"/>
          <ac:picMkLst>
            <pc:docMk/>
            <pc:sldMk cId="3645830168" sldId="298"/>
            <ac:picMk id="5" creationId="{F76CAC52-4AD4-2E03-2C20-F3867EC9F9BA}"/>
          </ac:picMkLst>
        </pc:picChg>
      </pc:sldChg>
      <pc:sldChg chg="addSp modSp new mod modClrScheme chgLayout">
        <pc:chgData name="Gusti Pangestu" userId="S::gusti.pangestu@binus.ac.id::7768735c-5c0d-4d9b-b550-ead0b3c82a30" providerId="AD" clId="Web-{720B1208-9882-69E9-F657-19234A5FB7AD}" dt="2022-11-07T03:24:18.756" v="93" actId="20577"/>
        <pc:sldMkLst>
          <pc:docMk/>
          <pc:sldMk cId="3162136664" sldId="299"/>
        </pc:sldMkLst>
        <pc:spChg chg="mod">
          <ac:chgData name="Gusti Pangestu" userId="S::gusti.pangestu@binus.ac.id::7768735c-5c0d-4d9b-b550-ead0b3c82a30" providerId="AD" clId="Web-{720B1208-9882-69E9-F657-19234A5FB7AD}" dt="2022-11-07T03:24:14.084" v="91"/>
          <ac:spMkLst>
            <pc:docMk/>
            <pc:sldMk cId="3162136664" sldId="299"/>
            <ac:spMk id="2" creationId="{60358CC2-0C23-5B54-284A-E599829AE9E3}"/>
          </ac:spMkLst>
        </pc:spChg>
        <pc:spChg chg="mod">
          <ac:chgData name="Gusti Pangestu" userId="S::gusti.pangestu@binus.ac.id::7768735c-5c0d-4d9b-b550-ead0b3c82a30" providerId="AD" clId="Web-{720B1208-9882-69E9-F657-19234A5FB7AD}" dt="2022-11-07T03:24:18.756" v="93" actId="20577"/>
          <ac:spMkLst>
            <pc:docMk/>
            <pc:sldMk cId="3162136664" sldId="299"/>
            <ac:spMk id="3" creationId="{348C4AD4-243B-5569-386D-DD1B60BAF281}"/>
          </ac:spMkLst>
        </pc:spChg>
        <pc:picChg chg="add mod">
          <ac:chgData name="Gusti Pangestu" userId="S::gusti.pangestu@binus.ac.id::7768735c-5c0d-4d9b-b550-ead0b3c82a30" providerId="AD" clId="Web-{720B1208-9882-69E9-F657-19234A5FB7AD}" dt="2022-11-07T03:24:14.084" v="91"/>
          <ac:picMkLst>
            <pc:docMk/>
            <pc:sldMk cId="3162136664" sldId="299"/>
            <ac:picMk id="4" creationId="{04B45CD0-8535-F48F-D421-937FB605DEE8}"/>
          </ac:picMkLst>
        </pc:picChg>
      </pc:sldChg>
      <pc:sldChg chg="addSp delSp modSp new mod modClrScheme chgLayout">
        <pc:chgData name="Gusti Pangestu" userId="S::gusti.pangestu@binus.ac.id::7768735c-5c0d-4d9b-b550-ead0b3c82a30" providerId="AD" clId="Web-{720B1208-9882-69E9-F657-19234A5FB7AD}" dt="2022-11-07T03:43:28.846" v="104" actId="14100"/>
        <pc:sldMkLst>
          <pc:docMk/>
          <pc:sldMk cId="2160808367" sldId="300"/>
        </pc:sldMkLst>
        <pc:spChg chg="del mod ord">
          <ac:chgData name="Gusti Pangestu" userId="S::gusti.pangestu@binus.ac.id::7768735c-5c0d-4d9b-b550-ead0b3c82a30" providerId="AD" clId="Web-{720B1208-9882-69E9-F657-19234A5FB7AD}" dt="2022-11-07T03:42:57.892" v="96"/>
          <ac:spMkLst>
            <pc:docMk/>
            <pc:sldMk cId="2160808367" sldId="300"/>
            <ac:spMk id="2" creationId="{485665A6-D376-0BBD-1379-41EA8A60FC49}"/>
          </ac:spMkLst>
        </pc:spChg>
        <pc:spChg chg="del mod ord">
          <ac:chgData name="Gusti Pangestu" userId="S::gusti.pangestu@binus.ac.id::7768735c-5c0d-4d9b-b550-ead0b3c82a30" providerId="AD" clId="Web-{720B1208-9882-69E9-F657-19234A5FB7AD}" dt="2022-11-07T03:43:02.377" v="98"/>
          <ac:spMkLst>
            <pc:docMk/>
            <pc:sldMk cId="2160808367" sldId="300"/>
            <ac:spMk id="3" creationId="{E604064E-C374-99CE-8018-B54ED49D7AFE}"/>
          </ac:spMkLst>
        </pc:spChg>
        <pc:spChg chg="del mod ord">
          <ac:chgData name="Gusti Pangestu" userId="S::gusti.pangestu@binus.ac.id::7768735c-5c0d-4d9b-b550-ead0b3c82a30" providerId="AD" clId="Web-{720B1208-9882-69E9-F657-19234A5FB7AD}" dt="2022-11-07T03:43:00.095" v="97"/>
          <ac:spMkLst>
            <pc:docMk/>
            <pc:sldMk cId="2160808367" sldId="300"/>
            <ac:spMk id="4" creationId="{431C6A07-88AC-6F08-9B1A-E7F5A578C17F}"/>
          </ac:spMkLst>
        </pc:spChg>
        <pc:picChg chg="add mod">
          <ac:chgData name="Gusti Pangestu" userId="S::gusti.pangestu@binus.ac.id::7768735c-5c0d-4d9b-b550-ead0b3c82a30" providerId="AD" clId="Web-{720B1208-9882-69E9-F657-19234A5FB7AD}" dt="2022-11-07T03:43:09.627" v="101" actId="14100"/>
          <ac:picMkLst>
            <pc:docMk/>
            <pc:sldMk cId="2160808367" sldId="300"/>
            <ac:picMk id="5" creationId="{8BEBC59A-2CEE-8AD6-9EAB-767B0B786D53}"/>
          </ac:picMkLst>
        </pc:picChg>
        <pc:picChg chg="add mod">
          <ac:chgData name="Gusti Pangestu" userId="S::gusti.pangestu@binus.ac.id::7768735c-5c0d-4d9b-b550-ead0b3c82a30" providerId="AD" clId="Web-{720B1208-9882-69E9-F657-19234A5FB7AD}" dt="2022-11-07T03:43:28.846" v="104" actId="14100"/>
          <ac:picMkLst>
            <pc:docMk/>
            <pc:sldMk cId="2160808367" sldId="300"/>
            <ac:picMk id="6" creationId="{D07FC423-437B-56A9-1A92-B80B987AB6F1}"/>
          </ac:picMkLst>
        </pc:picChg>
      </pc:sldChg>
      <pc:sldChg chg="addSp delSp modSp new mod modClrScheme chgLayout">
        <pc:chgData name="Gusti Pangestu" userId="S::gusti.pangestu@binus.ac.id::7768735c-5c0d-4d9b-b550-ead0b3c82a30" providerId="AD" clId="Web-{720B1208-9882-69E9-F657-19234A5FB7AD}" dt="2022-11-07T03:45:44.380" v="123" actId="1076"/>
        <pc:sldMkLst>
          <pc:docMk/>
          <pc:sldMk cId="2329439584" sldId="301"/>
        </pc:sldMkLst>
        <pc:spChg chg="mod ord">
          <ac:chgData name="Gusti Pangestu" userId="S::gusti.pangestu@binus.ac.id::7768735c-5c0d-4d9b-b550-ead0b3c82a30" providerId="AD" clId="Web-{720B1208-9882-69E9-F657-19234A5FB7AD}" dt="2022-11-07T03:45:30.067" v="121"/>
          <ac:spMkLst>
            <pc:docMk/>
            <pc:sldMk cId="2329439584" sldId="301"/>
            <ac:spMk id="2" creationId="{1184D16E-E8B0-316B-4806-0E51BE1D90AA}"/>
          </ac:spMkLst>
        </pc:spChg>
        <pc:spChg chg="mod ord">
          <ac:chgData name="Gusti Pangestu" userId="S::gusti.pangestu@binus.ac.id::7768735c-5c0d-4d9b-b550-ead0b3c82a30" providerId="AD" clId="Web-{720B1208-9882-69E9-F657-19234A5FB7AD}" dt="2022-11-07T03:45:30.067" v="121"/>
          <ac:spMkLst>
            <pc:docMk/>
            <pc:sldMk cId="2329439584" sldId="301"/>
            <ac:spMk id="3" creationId="{E9F14B17-9D15-E8C7-2578-5D3D47B36C23}"/>
          </ac:spMkLst>
        </pc:spChg>
        <pc:spChg chg="del">
          <ac:chgData name="Gusti Pangestu" userId="S::gusti.pangestu@binus.ac.id::7768735c-5c0d-4d9b-b550-ead0b3c82a30" providerId="AD" clId="Web-{720B1208-9882-69E9-F657-19234A5FB7AD}" dt="2022-11-07T03:43:38.846" v="106"/>
          <ac:spMkLst>
            <pc:docMk/>
            <pc:sldMk cId="2329439584" sldId="301"/>
            <ac:spMk id="4" creationId="{4309DA00-CCF1-E31C-85D6-71197B1EA479}"/>
          </ac:spMkLst>
        </pc:spChg>
        <pc:picChg chg="add mod">
          <ac:chgData name="Gusti Pangestu" userId="S::gusti.pangestu@binus.ac.id::7768735c-5c0d-4d9b-b550-ead0b3c82a30" providerId="AD" clId="Web-{720B1208-9882-69E9-F657-19234A5FB7AD}" dt="2022-11-07T03:45:44.380" v="123" actId="1076"/>
          <ac:picMkLst>
            <pc:docMk/>
            <pc:sldMk cId="2329439584" sldId="301"/>
            <ac:picMk id="5" creationId="{88F2C4A4-D825-F29C-29BE-69B3A02A8E0A}"/>
          </ac:picMkLst>
        </pc:picChg>
      </pc:sldChg>
      <pc:sldChg chg="addSp delSp modSp new">
        <pc:chgData name="Gusti Pangestu" userId="S::gusti.pangestu@binus.ac.id::7768735c-5c0d-4d9b-b550-ead0b3c82a30" providerId="AD" clId="Web-{720B1208-9882-69E9-F657-19234A5FB7AD}" dt="2022-11-07T04:02:44.232" v="142" actId="14100"/>
        <pc:sldMkLst>
          <pc:docMk/>
          <pc:sldMk cId="4132436519" sldId="302"/>
        </pc:sldMkLst>
        <pc:spChg chg="mod">
          <ac:chgData name="Gusti Pangestu" userId="S::gusti.pangestu@binus.ac.id::7768735c-5c0d-4d9b-b550-ead0b3c82a30" providerId="AD" clId="Web-{720B1208-9882-69E9-F657-19234A5FB7AD}" dt="2022-11-07T04:02:17.091" v="138" actId="1076"/>
          <ac:spMkLst>
            <pc:docMk/>
            <pc:sldMk cId="4132436519" sldId="302"/>
            <ac:spMk id="2" creationId="{E4223A33-B402-D4B3-7F0B-4D83B155F8FB}"/>
          </ac:spMkLst>
        </pc:spChg>
        <pc:spChg chg="mod">
          <ac:chgData name="Gusti Pangestu" userId="S::gusti.pangestu@binus.ac.id::7768735c-5c0d-4d9b-b550-ead0b3c82a30" providerId="AD" clId="Web-{720B1208-9882-69E9-F657-19234A5FB7AD}" dt="2022-11-07T04:01:54.668" v="136" actId="20577"/>
          <ac:spMkLst>
            <pc:docMk/>
            <pc:sldMk cId="4132436519" sldId="302"/>
            <ac:spMk id="3" creationId="{B3F8583D-BD57-8AAE-90C6-2141751B5207}"/>
          </ac:spMkLst>
        </pc:spChg>
        <pc:spChg chg="del mod">
          <ac:chgData name="Gusti Pangestu" userId="S::gusti.pangestu@binus.ac.id::7768735c-5c0d-4d9b-b550-ead0b3c82a30" providerId="AD" clId="Web-{720B1208-9882-69E9-F657-19234A5FB7AD}" dt="2022-11-07T04:02:12.278" v="137"/>
          <ac:spMkLst>
            <pc:docMk/>
            <pc:sldMk cId="4132436519" sldId="302"/>
            <ac:spMk id="4" creationId="{001CCB93-0BEC-A072-124D-9CB1E8E8BAB4}"/>
          </ac:spMkLst>
        </pc:spChg>
        <pc:picChg chg="add mod ord">
          <ac:chgData name="Gusti Pangestu" userId="S::gusti.pangestu@binus.ac.id::7768735c-5c0d-4d9b-b550-ead0b3c82a30" providerId="AD" clId="Web-{720B1208-9882-69E9-F657-19234A5FB7AD}" dt="2022-11-07T04:02:21.341" v="139" actId="1076"/>
          <ac:picMkLst>
            <pc:docMk/>
            <pc:sldMk cId="4132436519" sldId="302"/>
            <ac:picMk id="5" creationId="{6803A791-4174-5AF6-16A0-4FA8CF482533}"/>
          </ac:picMkLst>
        </pc:picChg>
        <pc:picChg chg="add mod">
          <ac:chgData name="Gusti Pangestu" userId="S::gusti.pangestu@binus.ac.id::7768735c-5c0d-4d9b-b550-ead0b3c82a30" providerId="AD" clId="Web-{720B1208-9882-69E9-F657-19234A5FB7AD}" dt="2022-11-07T04:02:44.232" v="142" actId="14100"/>
          <ac:picMkLst>
            <pc:docMk/>
            <pc:sldMk cId="4132436519" sldId="302"/>
            <ac:picMk id="6" creationId="{754B0C7E-2993-1CB6-01F6-46BE489DC6AA}"/>
          </ac:picMkLst>
        </pc:picChg>
      </pc:sldChg>
      <pc:sldChg chg="delSp modSp new mod modClrScheme chgLayout">
        <pc:chgData name="Gusti Pangestu" userId="S::gusti.pangestu@binus.ac.id::7768735c-5c0d-4d9b-b550-ead0b3c82a30" providerId="AD" clId="Web-{720B1208-9882-69E9-F657-19234A5FB7AD}" dt="2022-11-07T04:05:46.096" v="163" actId="20577"/>
        <pc:sldMkLst>
          <pc:docMk/>
          <pc:sldMk cId="4173901416" sldId="303"/>
        </pc:sldMkLst>
        <pc:spChg chg="mod ord">
          <ac:chgData name="Gusti Pangestu" userId="S::gusti.pangestu@binus.ac.id::7768735c-5c0d-4d9b-b550-ead0b3c82a30" providerId="AD" clId="Web-{720B1208-9882-69E9-F657-19234A5FB7AD}" dt="2022-11-07T04:03:05.107" v="151"/>
          <ac:spMkLst>
            <pc:docMk/>
            <pc:sldMk cId="4173901416" sldId="303"/>
            <ac:spMk id="2" creationId="{7FB49A5B-ECAF-EBBC-3873-FB348245361C}"/>
          </ac:spMkLst>
        </pc:spChg>
        <pc:spChg chg="mod ord">
          <ac:chgData name="Gusti Pangestu" userId="S::gusti.pangestu@binus.ac.id::7768735c-5c0d-4d9b-b550-ead0b3c82a30" providerId="AD" clId="Web-{720B1208-9882-69E9-F657-19234A5FB7AD}" dt="2022-11-07T04:05:46.096" v="163" actId="20577"/>
          <ac:spMkLst>
            <pc:docMk/>
            <pc:sldMk cId="4173901416" sldId="303"/>
            <ac:spMk id="3" creationId="{2A63F7BD-5F34-FF40-B3E7-06BA317A5E89}"/>
          </ac:spMkLst>
        </pc:spChg>
        <pc:spChg chg="del">
          <ac:chgData name="Gusti Pangestu" userId="S::gusti.pangestu@binus.ac.id::7768735c-5c0d-4d9b-b550-ead0b3c82a30" providerId="AD" clId="Web-{720B1208-9882-69E9-F657-19234A5FB7AD}" dt="2022-11-07T04:03:05.107" v="151"/>
          <ac:spMkLst>
            <pc:docMk/>
            <pc:sldMk cId="4173901416" sldId="303"/>
            <ac:spMk id="4" creationId="{4AE121A9-4D45-4B4A-803F-484E11F8DE77}"/>
          </ac:spMkLst>
        </pc:spChg>
      </pc:sldChg>
      <pc:sldChg chg="addSp delSp modSp new mod modClrScheme chgLayout">
        <pc:chgData name="Gusti Pangestu" userId="S::gusti.pangestu@binus.ac.id::7768735c-5c0d-4d9b-b550-ead0b3c82a30" providerId="AD" clId="Web-{720B1208-9882-69E9-F657-19234A5FB7AD}" dt="2022-11-07T04:13:23.512" v="188"/>
        <pc:sldMkLst>
          <pc:docMk/>
          <pc:sldMk cId="2940983348" sldId="304"/>
        </pc:sldMkLst>
        <pc:spChg chg="mod">
          <ac:chgData name="Gusti Pangestu" userId="S::gusti.pangestu@binus.ac.id::7768735c-5c0d-4d9b-b550-ead0b3c82a30" providerId="AD" clId="Web-{720B1208-9882-69E9-F657-19234A5FB7AD}" dt="2022-11-07T04:10:41.556" v="183"/>
          <ac:spMkLst>
            <pc:docMk/>
            <pc:sldMk cId="2940983348" sldId="304"/>
            <ac:spMk id="2" creationId="{C4788C68-CDFF-DA28-8C83-678B0CE52CE8}"/>
          </ac:spMkLst>
        </pc:spChg>
        <pc:spChg chg="mod">
          <ac:chgData name="Gusti Pangestu" userId="S::gusti.pangestu@binus.ac.id::7768735c-5c0d-4d9b-b550-ead0b3c82a30" providerId="AD" clId="Web-{720B1208-9882-69E9-F657-19234A5FB7AD}" dt="2022-11-07T04:10:41.556" v="183"/>
          <ac:spMkLst>
            <pc:docMk/>
            <pc:sldMk cId="2940983348" sldId="304"/>
            <ac:spMk id="3" creationId="{C903FC3C-F322-D478-CB29-DB8CC921E64B}"/>
          </ac:spMkLst>
        </pc:spChg>
        <pc:spChg chg="add del mod">
          <ac:chgData name="Gusti Pangestu" userId="S::gusti.pangestu@binus.ac.id::7768735c-5c0d-4d9b-b550-ead0b3c82a30" providerId="AD" clId="Web-{720B1208-9882-69E9-F657-19234A5FB7AD}" dt="2022-11-07T04:13:23.512" v="188"/>
          <ac:spMkLst>
            <pc:docMk/>
            <pc:sldMk cId="2940983348" sldId="304"/>
            <ac:spMk id="5" creationId="{18185BE2-DC0A-FFB7-C401-9168162AC7BF}"/>
          </ac:spMkLst>
        </pc:spChg>
        <pc:picChg chg="add mod">
          <ac:chgData name="Gusti Pangestu" userId="S::gusti.pangestu@binus.ac.id::7768735c-5c0d-4d9b-b550-ead0b3c82a30" providerId="AD" clId="Web-{720B1208-9882-69E9-F657-19234A5FB7AD}" dt="2022-11-07T04:10:41.556" v="183"/>
          <ac:picMkLst>
            <pc:docMk/>
            <pc:sldMk cId="2940983348" sldId="304"/>
            <ac:picMk id="4" creationId="{567927FE-17B5-C96D-0D82-DB6D5753586F}"/>
          </ac:picMkLst>
        </pc:picChg>
      </pc:sldChg>
      <pc:sldChg chg="new">
        <pc:chgData name="Gusti Pangestu" userId="S::gusti.pangestu@binus.ac.id::7768735c-5c0d-4d9b-b550-ead0b3c82a30" providerId="AD" clId="Web-{720B1208-9882-69E9-F657-19234A5FB7AD}" dt="2022-11-07T04:10:44.821" v="184"/>
        <pc:sldMkLst>
          <pc:docMk/>
          <pc:sldMk cId="654897096" sldId="305"/>
        </pc:sldMkLst>
      </pc:sldChg>
      <pc:sldChg chg="addSp delSp modSp new">
        <pc:chgData name="Gusti Pangestu" userId="S::gusti.pangestu@binus.ac.id::7768735c-5c0d-4d9b-b550-ead0b3c82a30" providerId="AD" clId="Web-{720B1208-9882-69E9-F657-19234A5FB7AD}" dt="2022-11-07T04:14:14.951" v="199"/>
        <pc:sldMkLst>
          <pc:docMk/>
          <pc:sldMk cId="4236229230" sldId="306"/>
        </pc:sldMkLst>
        <pc:spChg chg="mod">
          <ac:chgData name="Gusti Pangestu" userId="S::gusti.pangestu@binus.ac.id::7768735c-5c0d-4d9b-b550-ead0b3c82a30" providerId="AD" clId="Web-{720B1208-9882-69E9-F657-19234A5FB7AD}" dt="2022-11-07T04:13:41.919" v="190" actId="20577"/>
          <ac:spMkLst>
            <pc:docMk/>
            <pc:sldMk cId="4236229230" sldId="306"/>
            <ac:spMk id="2" creationId="{7A3642D9-5425-D77F-4AA1-75B9612D826D}"/>
          </ac:spMkLst>
        </pc:spChg>
        <pc:spChg chg="mod">
          <ac:chgData name="Gusti Pangestu" userId="S::gusti.pangestu@binus.ac.id::7768735c-5c0d-4d9b-b550-ead0b3c82a30" providerId="AD" clId="Web-{720B1208-9882-69E9-F657-19234A5FB7AD}" dt="2022-11-07T04:14:14.654" v="198" actId="20577"/>
          <ac:spMkLst>
            <pc:docMk/>
            <pc:sldMk cId="4236229230" sldId="306"/>
            <ac:spMk id="3" creationId="{7B356FCF-8845-F360-87D4-0F71479CE54C}"/>
          </ac:spMkLst>
        </pc:spChg>
        <pc:spChg chg="del mod">
          <ac:chgData name="Gusti Pangestu" userId="S::gusti.pangestu@binus.ac.id::7768735c-5c0d-4d9b-b550-ead0b3c82a30" providerId="AD" clId="Web-{720B1208-9882-69E9-F657-19234A5FB7AD}" dt="2022-11-07T04:14:14.951" v="199"/>
          <ac:spMkLst>
            <pc:docMk/>
            <pc:sldMk cId="4236229230" sldId="306"/>
            <ac:spMk id="4" creationId="{55E8D57B-6EE5-3B5B-F87A-C42C13E9B08D}"/>
          </ac:spMkLst>
        </pc:spChg>
        <pc:picChg chg="add mod ord">
          <ac:chgData name="Gusti Pangestu" userId="S::gusti.pangestu@binus.ac.id::7768735c-5c0d-4d9b-b550-ead0b3c82a30" providerId="AD" clId="Web-{720B1208-9882-69E9-F657-19234A5FB7AD}" dt="2022-11-07T04:14:14.951" v="199"/>
          <ac:picMkLst>
            <pc:docMk/>
            <pc:sldMk cId="4236229230" sldId="306"/>
            <ac:picMk id="5" creationId="{4829A912-79FA-DC2E-C81E-AC753C602E4E}"/>
          </ac:picMkLst>
        </pc:picChg>
      </pc:sldChg>
      <pc:sldChg chg="addSp delSp modSp new">
        <pc:chgData name="Gusti Pangestu" userId="S::gusti.pangestu@binus.ac.id::7768735c-5c0d-4d9b-b550-ead0b3c82a30" providerId="AD" clId="Web-{720B1208-9882-69E9-F657-19234A5FB7AD}" dt="2022-11-07T04:15:16.453" v="212" actId="1076"/>
        <pc:sldMkLst>
          <pc:docMk/>
          <pc:sldMk cId="868108864" sldId="307"/>
        </pc:sldMkLst>
        <pc:spChg chg="mod">
          <ac:chgData name="Gusti Pangestu" userId="S::gusti.pangestu@binus.ac.id::7768735c-5c0d-4d9b-b550-ead0b3c82a30" providerId="AD" clId="Web-{720B1208-9882-69E9-F657-19234A5FB7AD}" dt="2022-11-07T04:14:22.404" v="203" actId="20577"/>
          <ac:spMkLst>
            <pc:docMk/>
            <pc:sldMk cId="868108864" sldId="307"/>
            <ac:spMk id="2" creationId="{0E38D3F5-BD2C-FC62-AF24-18FFE2D734FF}"/>
          </ac:spMkLst>
        </pc:spChg>
        <pc:spChg chg="mod">
          <ac:chgData name="Gusti Pangestu" userId="S::gusti.pangestu@binus.ac.id::7768735c-5c0d-4d9b-b550-ead0b3c82a30" providerId="AD" clId="Web-{720B1208-9882-69E9-F657-19234A5FB7AD}" dt="2022-11-07T04:14:51.046" v="206" actId="20577"/>
          <ac:spMkLst>
            <pc:docMk/>
            <pc:sldMk cId="868108864" sldId="307"/>
            <ac:spMk id="3" creationId="{557FB63A-8217-6916-BC46-32DB265A2C53}"/>
          </ac:spMkLst>
        </pc:spChg>
        <pc:spChg chg="del">
          <ac:chgData name="Gusti Pangestu" userId="S::gusti.pangestu@binus.ac.id::7768735c-5c0d-4d9b-b550-ead0b3c82a30" providerId="AD" clId="Web-{720B1208-9882-69E9-F657-19234A5FB7AD}" dt="2022-11-07T04:14:51.327" v="207"/>
          <ac:spMkLst>
            <pc:docMk/>
            <pc:sldMk cId="868108864" sldId="307"/>
            <ac:spMk id="4" creationId="{BC04992C-BAA4-B274-C21C-1D0323B8983A}"/>
          </ac:spMkLst>
        </pc:spChg>
        <pc:picChg chg="add mod ord">
          <ac:chgData name="Gusti Pangestu" userId="S::gusti.pangestu@binus.ac.id::7768735c-5c0d-4d9b-b550-ead0b3c82a30" providerId="AD" clId="Web-{720B1208-9882-69E9-F657-19234A5FB7AD}" dt="2022-11-07T04:14:55.655" v="208" actId="1076"/>
          <ac:picMkLst>
            <pc:docMk/>
            <pc:sldMk cId="868108864" sldId="307"/>
            <ac:picMk id="5" creationId="{F34513C8-457D-4A23-81AC-B500639EF016}"/>
          </ac:picMkLst>
        </pc:picChg>
        <pc:picChg chg="add mod">
          <ac:chgData name="Gusti Pangestu" userId="S::gusti.pangestu@binus.ac.id::7768735c-5c0d-4d9b-b550-ead0b3c82a30" providerId="AD" clId="Web-{720B1208-9882-69E9-F657-19234A5FB7AD}" dt="2022-11-07T04:15:16.453" v="212" actId="1076"/>
          <ac:picMkLst>
            <pc:docMk/>
            <pc:sldMk cId="868108864" sldId="307"/>
            <ac:picMk id="6" creationId="{C5EB86F0-47F2-AD2B-D956-D419E5AD164E}"/>
          </ac:picMkLst>
        </pc:picChg>
      </pc:sldChg>
    </pc:docChg>
  </pc:docChgLst>
  <pc:docChgLst>
    <pc:chgData name="Gusti Pangestu" userId="S::gusti.pangestu@binus.ac.id::7768735c-5c0d-4d9b-b550-ead0b3c82a30" providerId="AD" clId="Web-{2D93CF2B-77F8-A25B-D210-87A5597154A1}"/>
    <pc:docChg chg="addSld modSld modSection">
      <pc:chgData name="Gusti Pangestu" userId="S::gusti.pangestu@binus.ac.id::7768735c-5c0d-4d9b-b550-ead0b3c82a30" providerId="AD" clId="Web-{2D93CF2B-77F8-A25B-D210-87A5597154A1}" dt="2022-11-08T02:40:13.934" v="3" actId="20577"/>
      <pc:docMkLst>
        <pc:docMk/>
      </pc:docMkLst>
      <pc:sldChg chg="modSp new">
        <pc:chgData name="Gusti Pangestu" userId="S::gusti.pangestu@binus.ac.id::7768735c-5c0d-4d9b-b550-ead0b3c82a30" providerId="AD" clId="Web-{2D93CF2B-77F8-A25B-D210-87A5597154A1}" dt="2022-11-08T02:40:13.934" v="3" actId="20577"/>
        <pc:sldMkLst>
          <pc:docMk/>
          <pc:sldMk cId="2349906427" sldId="308"/>
        </pc:sldMkLst>
        <pc:spChg chg="mod">
          <ac:chgData name="Gusti Pangestu" userId="S::gusti.pangestu@binus.ac.id::7768735c-5c0d-4d9b-b550-ead0b3c82a30" providerId="AD" clId="Web-{2D93CF2B-77F8-A25B-D210-87A5597154A1}" dt="2022-11-08T02:40:13.934" v="3" actId="20577"/>
          <ac:spMkLst>
            <pc:docMk/>
            <pc:sldMk cId="2349906427" sldId="308"/>
            <ac:spMk id="2" creationId="{8F985375-C6B8-C22E-CA8A-4D16C270F34C}"/>
          </ac:spMkLst>
        </pc:spChg>
      </pc:sldChg>
    </pc:docChg>
  </pc:docChgLst>
  <pc:docChgLst>
    <pc:chgData name="Gusti Pangestu" userId="S::gusti.pangestu@binus.ac.id::7768735c-5c0d-4d9b-b550-ead0b3c82a30" providerId="AD" clId="Web-{FEBE4CCC-5D25-1200-0545-AEF373003FC1}"/>
    <pc:docChg chg="addSld delSld modSld modSection">
      <pc:chgData name="Gusti Pangestu" userId="S::gusti.pangestu@binus.ac.id::7768735c-5c0d-4d9b-b550-ead0b3c82a30" providerId="AD" clId="Web-{FEBE4CCC-5D25-1200-0545-AEF373003FC1}" dt="2020-11-08T21:04:49.476" v="21"/>
      <pc:docMkLst>
        <pc:docMk/>
      </pc:docMkLst>
      <pc:sldChg chg="new">
        <pc:chgData name="Gusti Pangestu" userId="S::gusti.pangestu@binus.ac.id::7768735c-5c0d-4d9b-b550-ead0b3c82a30" providerId="AD" clId="Web-{FEBE4CCC-5D25-1200-0545-AEF373003FC1}" dt="2020-11-08T21:04:49.476" v="21"/>
        <pc:sldMkLst>
          <pc:docMk/>
          <pc:sldMk cId="654055134" sldId="256"/>
        </pc:sldMkLst>
      </pc:sldChg>
      <pc:sldChg chg="del">
        <pc:chgData name="Gusti Pangestu" userId="S::gusti.pangestu@binus.ac.id::7768735c-5c0d-4d9b-b550-ead0b3c82a30" providerId="AD" clId="Web-{FEBE4CCC-5D25-1200-0545-AEF373003FC1}" dt="2020-11-08T21:04:46.851" v="20"/>
        <pc:sldMkLst>
          <pc:docMk/>
          <pc:sldMk cId="4204421142" sldId="256"/>
        </pc:sldMkLst>
      </pc:sldChg>
      <pc:sldChg chg="del">
        <pc:chgData name="Gusti Pangestu" userId="S::gusti.pangestu@binus.ac.id::7768735c-5c0d-4d9b-b550-ead0b3c82a30" providerId="AD" clId="Web-{FEBE4CCC-5D25-1200-0545-AEF373003FC1}" dt="2020-11-08T21:04:46.851" v="19"/>
        <pc:sldMkLst>
          <pc:docMk/>
          <pc:sldMk cId="994908812" sldId="257"/>
        </pc:sldMkLst>
      </pc:sldChg>
      <pc:sldChg chg="del">
        <pc:chgData name="Gusti Pangestu" userId="S::gusti.pangestu@binus.ac.id::7768735c-5c0d-4d9b-b550-ead0b3c82a30" providerId="AD" clId="Web-{FEBE4CCC-5D25-1200-0545-AEF373003FC1}" dt="2020-11-08T21:04:46.835" v="3"/>
        <pc:sldMkLst>
          <pc:docMk/>
          <pc:sldMk cId="2516975436" sldId="259"/>
        </pc:sldMkLst>
      </pc:sldChg>
      <pc:sldChg chg="del">
        <pc:chgData name="Gusti Pangestu" userId="S::gusti.pangestu@binus.ac.id::7768735c-5c0d-4d9b-b550-ead0b3c82a30" providerId="AD" clId="Web-{FEBE4CCC-5D25-1200-0545-AEF373003FC1}" dt="2020-11-08T21:04:46.851" v="18"/>
        <pc:sldMkLst>
          <pc:docMk/>
          <pc:sldMk cId="4186271631" sldId="264"/>
        </pc:sldMkLst>
      </pc:sldChg>
      <pc:sldChg chg="del">
        <pc:chgData name="Gusti Pangestu" userId="S::gusti.pangestu@binus.ac.id::7768735c-5c0d-4d9b-b550-ead0b3c82a30" providerId="AD" clId="Web-{FEBE4CCC-5D25-1200-0545-AEF373003FC1}" dt="2020-11-08T21:04:46.851" v="17"/>
        <pc:sldMkLst>
          <pc:docMk/>
          <pc:sldMk cId="3688710690" sldId="287"/>
        </pc:sldMkLst>
      </pc:sldChg>
      <pc:sldChg chg="del">
        <pc:chgData name="Gusti Pangestu" userId="S::gusti.pangestu@binus.ac.id::7768735c-5c0d-4d9b-b550-ead0b3c82a30" providerId="AD" clId="Web-{FEBE4CCC-5D25-1200-0545-AEF373003FC1}" dt="2020-11-08T21:04:46.851" v="16"/>
        <pc:sldMkLst>
          <pc:docMk/>
          <pc:sldMk cId="1186381382" sldId="309"/>
        </pc:sldMkLst>
      </pc:sldChg>
      <pc:sldChg chg="del">
        <pc:chgData name="Gusti Pangestu" userId="S::gusti.pangestu@binus.ac.id::7768735c-5c0d-4d9b-b550-ead0b3c82a30" providerId="AD" clId="Web-{FEBE4CCC-5D25-1200-0545-AEF373003FC1}" dt="2020-11-08T21:04:46.851" v="8"/>
        <pc:sldMkLst>
          <pc:docMk/>
          <pc:sldMk cId="65465427" sldId="346"/>
        </pc:sldMkLst>
      </pc:sldChg>
      <pc:sldChg chg="del">
        <pc:chgData name="Gusti Pangestu" userId="S::gusti.pangestu@binus.ac.id::7768735c-5c0d-4d9b-b550-ead0b3c82a30" providerId="AD" clId="Web-{FEBE4CCC-5D25-1200-0545-AEF373003FC1}" dt="2020-11-08T21:04:46.835" v="6"/>
        <pc:sldMkLst>
          <pc:docMk/>
          <pc:sldMk cId="757693215" sldId="347"/>
        </pc:sldMkLst>
      </pc:sldChg>
      <pc:sldChg chg="del">
        <pc:chgData name="Gusti Pangestu" userId="S::gusti.pangestu@binus.ac.id::7768735c-5c0d-4d9b-b550-ead0b3c82a30" providerId="AD" clId="Web-{FEBE4CCC-5D25-1200-0545-AEF373003FC1}" dt="2020-11-08T21:04:46.835" v="4"/>
        <pc:sldMkLst>
          <pc:docMk/>
          <pc:sldMk cId="1465585602" sldId="348"/>
        </pc:sldMkLst>
      </pc:sldChg>
      <pc:sldChg chg="del">
        <pc:chgData name="Gusti Pangestu" userId="S::gusti.pangestu@binus.ac.id::7768735c-5c0d-4d9b-b550-ead0b3c82a30" providerId="AD" clId="Web-{FEBE4CCC-5D25-1200-0545-AEF373003FC1}" dt="2020-11-08T21:04:46.851" v="9"/>
        <pc:sldMkLst>
          <pc:docMk/>
          <pc:sldMk cId="1597360731" sldId="353"/>
        </pc:sldMkLst>
      </pc:sldChg>
      <pc:sldChg chg="del">
        <pc:chgData name="Gusti Pangestu" userId="S::gusti.pangestu@binus.ac.id::7768735c-5c0d-4d9b-b550-ead0b3c82a30" providerId="AD" clId="Web-{FEBE4CCC-5D25-1200-0545-AEF373003FC1}" dt="2020-11-08T21:04:46.851" v="7"/>
        <pc:sldMkLst>
          <pc:docMk/>
          <pc:sldMk cId="1597360731" sldId="354"/>
        </pc:sldMkLst>
      </pc:sldChg>
      <pc:sldChg chg="del">
        <pc:chgData name="Gusti Pangestu" userId="S::gusti.pangestu@binus.ac.id::7768735c-5c0d-4d9b-b550-ead0b3c82a30" providerId="AD" clId="Web-{FEBE4CCC-5D25-1200-0545-AEF373003FC1}" dt="2020-11-08T21:04:46.835" v="5"/>
        <pc:sldMkLst>
          <pc:docMk/>
          <pc:sldMk cId="1597360731" sldId="355"/>
        </pc:sldMkLst>
      </pc:sldChg>
      <pc:sldChg chg="del">
        <pc:chgData name="Gusti Pangestu" userId="S::gusti.pangestu@binus.ac.id::7768735c-5c0d-4d9b-b550-ead0b3c82a30" providerId="AD" clId="Web-{FEBE4CCC-5D25-1200-0545-AEF373003FC1}" dt="2020-11-08T21:04:46.851" v="15"/>
        <pc:sldMkLst>
          <pc:docMk/>
          <pc:sldMk cId="1165641375" sldId="356"/>
        </pc:sldMkLst>
      </pc:sldChg>
      <pc:sldChg chg="del">
        <pc:chgData name="Gusti Pangestu" userId="S::gusti.pangestu@binus.ac.id::7768735c-5c0d-4d9b-b550-ead0b3c82a30" providerId="AD" clId="Web-{FEBE4CCC-5D25-1200-0545-AEF373003FC1}" dt="2020-11-08T21:04:46.851" v="14"/>
        <pc:sldMkLst>
          <pc:docMk/>
          <pc:sldMk cId="2219033991" sldId="357"/>
        </pc:sldMkLst>
      </pc:sldChg>
      <pc:sldChg chg="del">
        <pc:chgData name="Gusti Pangestu" userId="S::gusti.pangestu@binus.ac.id::7768735c-5c0d-4d9b-b550-ead0b3c82a30" providerId="AD" clId="Web-{FEBE4CCC-5D25-1200-0545-AEF373003FC1}" dt="2020-11-08T21:04:46.851" v="13"/>
        <pc:sldMkLst>
          <pc:docMk/>
          <pc:sldMk cId="1265282280" sldId="358"/>
        </pc:sldMkLst>
      </pc:sldChg>
      <pc:sldChg chg="del">
        <pc:chgData name="Gusti Pangestu" userId="S::gusti.pangestu@binus.ac.id::7768735c-5c0d-4d9b-b550-ead0b3c82a30" providerId="AD" clId="Web-{FEBE4CCC-5D25-1200-0545-AEF373003FC1}" dt="2020-11-08T21:04:46.851" v="12"/>
        <pc:sldMkLst>
          <pc:docMk/>
          <pc:sldMk cId="3269180244" sldId="359"/>
        </pc:sldMkLst>
      </pc:sldChg>
      <pc:sldChg chg="del">
        <pc:chgData name="Gusti Pangestu" userId="S::gusti.pangestu@binus.ac.id::7768735c-5c0d-4d9b-b550-ead0b3c82a30" providerId="AD" clId="Web-{FEBE4CCC-5D25-1200-0545-AEF373003FC1}" dt="2020-11-08T21:04:46.851" v="11"/>
        <pc:sldMkLst>
          <pc:docMk/>
          <pc:sldMk cId="2273681120" sldId="360"/>
        </pc:sldMkLst>
      </pc:sldChg>
      <pc:sldChg chg="del">
        <pc:chgData name="Gusti Pangestu" userId="S::gusti.pangestu@binus.ac.id::7768735c-5c0d-4d9b-b550-ead0b3c82a30" providerId="AD" clId="Web-{FEBE4CCC-5D25-1200-0545-AEF373003FC1}" dt="2020-11-08T21:04:46.851" v="10"/>
        <pc:sldMkLst>
          <pc:docMk/>
          <pc:sldMk cId="270913358" sldId="361"/>
        </pc:sldMkLst>
      </pc:sldChg>
      <pc:sldChg chg="delSp modSp new del mod modClrScheme chgLayout">
        <pc:chgData name="Gusti Pangestu" userId="S::gusti.pangestu@binus.ac.id::7768735c-5c0d-4d9b-b550-ead0b3c82a30" providerId="AD" clId="Web-{FEBE4CCC-5D25-1200-0545-AEF373003FC1}" dt="2020-11-08T21:04:46.835" v="2"/>
        <pc:sldMkLst>
          <pc:docMk/>
          <pc:sldMk cId="253952621" sldId="362"/>
        </pc:sldMkLst>
        <pc:spChg chg="mod ord">
          <ac:chgData name="Gusti Pangestu" userId="S::gusti.pangestu@binus.ac.id::7768735c-5c0d-4d9b-b550-ead0b3c82a30" providerId="AD" clId="Web-{FEBE4CCC-5D25-1200-0545-AEF373003FC1}" dt="2020-11-08T21:04:11.022" v="1"/>
          <ac:spMkLst>
            <pc:docMk/>
            <pc:sldMk cId="253952621" sldId="362"/>
            <ac:spMk id="2" creationId="{224B20C3-5909-4D46-ACE5-428B22D07EE2}"/>
          </ac:spMkLst>
        </pc:spChg>
        <pc:spChg chg="mod ord">
          <ac:chgData name="Gusti Pangestu" userId="S::gusti.pangestu@binus.ac.id::7768735c-5c0d-4d9b-b550-ead0b3c82a30" providerId="AD" clId="Web-{FEBE4CCC-5D25-1200-0545-AEF373003FC1}" dt="2020-11-08T21:04:11.022" v="1"/>
          <ac:spMkLst>
            <pc:docMk/>
            <pc:sldMk cId="253952621" sldId="362"/>
            <ac:spMk id="3" creationId="{00F7404C-2094-4998-9909-91A645005070}"/>
          </ac:spMkLst>
        </pc:spChg>
        <pc:spChg chg="del">
          <ac:chgData name="Gusti Pangestu" userId="S::gusti.pangestu@binus.ac.id::7768735c-5c0d-4d9b-b550-ead0b3c82a30" providerId="AD" clId="Web-{FEBE4CCC-5D25-1200-0545-AEF373003FC1}" dt="2020-11-08T21:04:11.022" v="1"/>
          <ac:spMkLst>
            <pc:docMk/>
            <pc:sldMk cId="253952621" sldId="362"/>
            <ac:spMk id="4" creationId="{5956C5DF-25F3-4A6B-8E08-A088F163FAE3}"/>
          </ac:spMkLst>
        </pc:spChg>
      </pc:sldChg>
    </pc:docChg>
  </pc:docChgLst>
  <pc:docChgLst>
    <pc:chgData name="Gusti Pangestu" userId="S::gusti.pangestu@binus.ac.id::7768735c-5c0d-4d9b-b550-ead0b3c82a30" providerId="AD" clId="Web-{545CF8EE-C950-CF5E-EA51-348C50644DAE}"/>
    <pc:docChg chg="delSld modSection">
      <pc:chgData name="Gusti Pangestu" userId="S::gusti.pangestu@binus.ac.id::7768735c-5c0d-4d9b-b550-ead0b3c82a30" providerId="AD" clId="Web-{545CF8EE-C950-CF5E-EA51-348C50644DAE}" dt="2022-11-02T09:50:50.443" v="7"/>
      <pc:docMkLst>
        <pc:docMk/>
      </pc:docMkLst>
      <pc:sldChg chg="del">
        <pc:chgData name="Gusti Pangestu" userId="S::gusti.pangestu@binus.ac.id::7768735c-5c0d-4d9b-b550-ead0b3c82a30" providerId="AD" clId="Web-{545CF8EE-C950-CF5E-EA51-348C50644DAE}" dt="2022-11-02T09:50:50.443" v="7"/>
        <pc:sldMkLst>
          <pc:docMk/>
          <pc:sldMk cId="2466898216" sldId="291"/>
        </pc:sldMkLst>
      </pc:sldChg>
      <pc:sldChg chg="del">
        <pc:chgData name="Gusti Pangestu" userId="S::gusti.pangestu@binus.ac.id::7768735c-5c0d-4d9b-b550-ead0b3c82a30" providerId="AD" clId="Web-{545CF8EE-C950-CF5E-EA51-348C50644DAE}" dt="2022-11-02T09:50:50.443" v="6"/>
        <pc:sldMkLst>
          <pc:docMk/>
          <pc:sldMk cId="3525839078" sldId="292"/>
        </pc:sldMkLst>
      </pc:sldChg>
      <pc:sldChg chg="del">
        <pc:chgData name="Gusti Pangestu" userId="S::gusti.pangestu@binus.ac.id::7768735c-5c0d-4d9b-b550-ead0b3c82a30" providerId="AD" clId="Web-{545CF8EE-C950-CF5E-EA51-348C50644DAE}" dt="2022-11-02T09:50:50.443" v="5"/>
        <pc:sldMkLst>
          <pc:docMk/>
          <pc:sldMk cId="4076145057" sldId="293"/>
        </pc:sldMkLst>
      </pc:sldChg>
      <pc:sldChg chg="del">
        <pc:chgData name="Gusti Pangestu" userId="S::gusti.pangestu@binus.ac.id::7768735c-5c0d-4d9b-b550-ead0b3c82a30" providerId="AD" clId="Web-{545CF8EE-C950-CF5E-EA51-348C50644DAE}" dt="2022-11-02T09:50:50.443" v="4"/>
        <pc:sldMkLst>
          <pc:docMk/>
          <pc:sldMk cId="1654806926" sldId="294"/>
        </pc:sldMkLst>
      </pc:sldChg>
      <pc:sldChg chg="del">
        <pc:chgData name="Gusti Pangestu" userId="S::gusti.pangestu@binus.ac.id::7768735c-5c0d-4d9b-b550-ead0b3c82a30" providerId="AD" clId="Web-{545CF8EE-C950-CF5E-EA51-348C50644DAE}" dt="2022-11-02T09:50:50.443" v="3"/>
        <pc:sldMkLst>
          <pc:docMk/>
          <pc:sldMk cId="1695190657" sldId="295"/>
        </pc:sldMkLst>
      </pc:sldChg>
      <pc:sldChg chg="del">
        <pc:chgData name="Gusti Pangestu" userId="S::gusti.pangestu@binus.ac.id::7768735c-5c0d-4d9b-b550-ead0b3c82a30" providerId="AD" clId="Web-{545CF8EE-C950-CF5E-EA51-348C50644DAE}" dt="2022-11-02T09:50:50.443" v="2"/>
        <pc:sldMkLst>
          <pc:docMk/>
          <pc:sldMk cId="1038788887" sldId="296"/>
        </pc:sldMkLst>
      </pc:sldChg>
      <pc:sldChg chg="del">
        <pc:chgData name="Gusti Pangestu" userId="S::gusti.pangestu@binus.ac.id::7768735c-5c0d-4d9b-b550-ead0b3c82a30" providerId="AD" clId="Web-{545CF8EE-C950-CF5E-EA51-348C50644DAE}" dt="2022-11-02T09:50:50.443" v="1"/>
        <pc:sldMkLst>
          <pc:docMk/>
          <pc:sldMk cId="1449165949" sldId="297"/>
        </pc:sldMkLst>
      </pc:sldChg>
      <pc:sldChg chg="del">
        <pc:chgData name="Gusti Pangestu" userId="S::gusti.pangestu@binus.ac.id::7768735c-5c0d-4d9b-b550-ead0b3c82a30" providerId="AD" clId="Web-{545CF8EE-C950-CF5E-EA51-348C50644DAE}" dt="2022-11-02T09:50:50.443" v="0"/>
        <pc:sldMkLst>
          <pc:docMk/>
          <pc:sldMk cId="1604491517" sldId="298"/>
        </pc:sldMkLst>
      </pc:sldChg>
    </pc:docChg>
  </pc:docChgLst>
  <pc:docChgLst>
    <pc:chgData name="Gusti Pangestu" userId="7768735c-5c0d-4d9b-b550-ead0b3c82a30" providerId="ADAL" clId="{7A87F887-9E21-44B9-9D1C-BAA7C8D145D4}"/>
    <pc:docChg chg="modSld">
      <pc:chgData name="Gusti Pangestu" userId="7768735c-5c0d-4d9b-b550-ead0b3c82a30" providerId="ADAL" clId="{7A87F887-9E21-44B9-9D1C-BAA7C8D145D4}" dt="2023-01-02T04:17:59.531" v="3"/>
      <pc:docMkLst>
        <pc:docMk/>
      </pc:docMkLst>
      <pc:sldChg chg="modSp mod">
        <pc:chgData name="Gusti Pangestu" userId="7768735c-5c0d-4d9b-b550-ead0b3c82a30" providerId="ADAL" clId="{7A87F887-9E21-44B9-9D1C-BAA7C8D145D4}" dt="2023-01-02T04:17:59.531" v="3"/>
        <pc:sldMkLst>
          <pc:docMk/>
          <pc:sldMk cId="1727291188" sldId="288"/>
        </pc:sldMkLst>
        <pc:spChg chg="mod">
          <ac:chgData name="Gusti Pangestu" userId="7768735c-5c0d-4d9b-b550-ead0b3c82a30" providerId="ADAL" clId="{7A87F887-9E21-44B9-9D1C-BAA7C8D145D4}" dt="2023-01-02T04:17:59.531" v="3"/>
          <ac:spMkLst>
            <pc:docMk/>
            <pc:sldMk cId="1727291188" sldId="288"/>
            <ac:spMk id="3" creationId="{4C14D8CF-1B8B-4AE4-B51C-5D619267E8B5}"/>
          </ac:spMkLst>
        </pc:spChg>
      </pc:sldChg>
      <pc:sldChg chg="modSp mod">
        <pc:chgData name="Gusti Pangestu" userId="7768735c-5c0d-4d9b-b550-ead0b3c82a30" providerId="ADAL" clId="{7A87F887-9E21-44B9-9D1C-BAA7C8D145D4}" dt="2023-01-02T04:17:15.063" v="2" actId="20577"/>
        <pc:sldMkLst>
          <pc:docMk/>
          <pc:sldMk cId="1365886943" sldId="289"/>
        </pc:sldMkLst>
        <pc:spChg chg="mod">
          <ac:chgData name="Gusti Pangestu" userId="7768735c-5c0d-4d9b-b550-ead0b3c82a30" providerId="ADAL" clId="{7A87F887-9E21-44B9-9D1C-BAA7C8D145D4}" dt="2023-01-02T04:17:15.063" v="2" actId="20577"/>
          <ac:spMkLst>
            <pc:docMk/>
            <pc:sldMk cId="1365886943" sldId="289"/>
            <ac:spMk id="5" creationId="{BFC9FBC7-A7B5-44F5-875A-9C78EE947DD2}"/>
          </ac:spMkLst>
        </pc:spChg>
      </pc:sldChg>
    </pc:docChg>
  </pc:docChgLst>
  <pc:docChgLst>
    <pc:chgData name="Gusti Pangestu" userId="S::gusti.pangestu@binus.ac.id::7768735c-5c0d-4d9b-b550-ead0b3c82a30" providerId="AD" clId="Web-{2FA84BC7-0DF4-93B0-D36B-F11A4D65BA38}"/>
    <pc:docChg chg="addSld modSld modSection">
      <pc:chgData name="Gusti Pangestu" userId="S::gusti.pangestu@binus.ac.id::7768735c-5c0d-4d9b-b550-ead0b3c82a30" providerId="AD" clId="Web-{2FA84BC7-0DF4-93B0-D36B-F11A4D65BA38}" dt="2022-11-16T03:43:24.938" v="81"/>
      <pc:docMkLst>
        <pc:docMk/>
      </pc:docMkLst>
      <pc:sldChg chg="addSp modSp new">
        <pc:chgData name="Gusti Pangestu" userId="S::gusti.pangestu@binus.ac.id::7768735c-5c0d-4d9b-b550-ead0b3c82a30" providerId="AD" clId="Web-{2FA84BC7-0DF4-93B0-D36B-F11A4D65BA38}" dt="2022-11-16T03:21:00.599" v="13" actId="1076"/>
        <pc:sldMkLst>
          <pc:docMk/>
          <pc:sldMk cId="1670407441" sldId="307"/>
        </pc:sldMkLst>
        <pc:spChg chg="mod">
          <ac:chgData name="Gusti Pangestu" userId="S::gusti.pangestu@binus.ac.id::7768735c-5c0d-4d9b-b550-ead0b3c82a30" providerId="AD" clId="Web-{2FA84BC7-0DF4-93B0-D36B-F11A4D65BA38}" dt="2022-11-16T03:20:15.457" v="3" actId="20577"/>
          <ac:spMkLst>
            <pc:docMk/>
            <pc:sldMk cId="1670407441" sldId="307"/>
            <ac:spMk id="2" creationId="{B79219DF-2158-C720-BF0C-28637317CCA6}"/>
          </ac:spMkLst>
        </pc:spChg>
        <pc:spChg chg="mod">
          <ac:chgData name="Gusti Pangestu" userId="S::gusti.pangestu@binus.ac.id::7768735c-5c0d-4d9b-b550-ead0b3c82a30" providerId="AD" clId="Web-{2FA84BC7-0DF4-93B0-D36B-F11A4D65BA38}" dt="2022-11-16T03:20:38.630" v="8" actId="20577"/>
          <ac:spMkLst>
            <pc:docMk/>
            <pc:sldMk cId="1670407441" sldId="307"/>
            <ac:spMk id="3" creationId="{6559D7BC-1734-D462-7CC2-F873A7F69513}"/>
          </ac:spMkLst>
        </pc:spChg>
        <pc:picChg chg="add mod">
          <ac:chgData name="Gusti Pangestu" userId="S::gusti.pangestu@binus.ac.id::7768735c-5c0d-4d9b-b550-ead0b3c82a30" providerId="AD" clId="Web-{2FA84BC7-0DF4-93B0-D36B-F11A4D65BA38}" dt="2022-11-16T03:21:00.599" v="13" actId="1076"/>
          <ac:picMkLst>
            <pc:docMk/>
            <pc:sldMk cId="1670407441" sldId="307"/>
            <ac:picMk id="4" creationId="{3FBBDF4A-F9BD-27BE-570A-A9F52F76876B}"/>
          </ac:picMkLst>
        </pc:picChg>
      </pc:sldChg>
      <pc:sldChg chg="addSp modSp new mod modClrScheme chgLayout">
        <pc:chgData name="Gusti Pangestu" userId="S::gusti.pangestu@binus.ac.id::7768735c-5c0d-4d9b-b550-ead0b3c82a30" providerId="AD" clId="Web-{2FA84BC7-0DF4-93B0-D36B-F11A4D65BA38}" dt="2022-11-16T03:26:33.797" v="29"/>
        <pc:sldMkLst>
          <pc:docMk/>
          <pc:sldMk cId="939406171" sldId="308"/>
        </pc:sldMkLst>
        <pc:spChg chg="mod">
          <ac:chgData name="Gusti Pangestu" userId="S::gusti.pangestu@binus.ac.id::7768735c-5c0d-4d9b-b550-ead0b3c82a30" providerId="AD" clId="Web-{2FA84BC7-0DF4-93B0-D36B-F11A4D65BA38}" dt="2022-11-16T03:26:33.797" v="29"/>
          <ac:spMkLst>
            <pc:docMk/>
            <pc:sldMk cId="939406171" sldId="308"/>
            <ac:spMk id="2" creationId="{639DBAA0-4964-43F7-7A0B-B19D0D06E916}"/>
          </ac:spMkLst>
        </pc:spChg>
        <pc:spChg chg="mod">
          <ac:chgData name="Gusti Pangestu" userId="S::gusti.pangestu@binus.ac.id::7768735c-5c0d-4d9b-b550-ead0b3c82a30" providerId="AD" clId="Web-{2FA84BC7-0DF4-93B0-D36B-F11A4D65BA38}" dt="2022-11-16T03:26:33.797" v="29"/>
          <ac:spMkLst>
            <pc:docMk/>
            <pc:sldMk cId="939406171" sldId="308"/>
            <ac:spMk id="3" creationId="{A9858694-CC64-65F7-3715-13963E4A38B5}"/>
          </ac:spMkLst>
        </pc:spChg>
        <pc:picChg chg="add mod">
          <ac:chgData name="Gusti Pangestu" userId="S::gusti.pangestu@binus.ac.id::7768735c-5c0d-4d9b-b550-ead0b3c82a30" providerId="AD" clId="Web-{2FA84BC7-0DF4-93B0-D36B-F11A4D65BA38}" dt="2022-11-16T03:26:33.797" v="29"/>
          <ac:picMkLst>
            <pc:docMk/>
            <pc:sldMk cId="939406171" sldId="308"/>
            <ac:picMk id="4" creationId="{70940EAF-D350-0449-4897-7325A1835114}"/>
          </ac:picMkLst>
        </pc:picChg>
      </pc:sldChg>
      <pc:sldChg chg="addSp delSp modSp new mod modClrScheme chgLayout">
        <pc:chgData name="Gusti Pangestu" userId="S::gusti.pangestu@binus.ac.id::7768735c-5c0d-4d9b-b550-ead0b3c82a30" providerId="AD" clId="Web-{2FA84BC7-0DF4-93B0-D36B-F11A4D65BA38}" dt="2022-11-16T03:32:05.073" v="45"/>
        <pc:sldMkLst>
          <pc:docMk/>
          <pc:sldMk cId="3236511058" sldId="309"/>
        </pc:sldMkLst>
        <pc:spChg chg="mod ord">
          <ac:chgData name="Gusti Pangestu" userId="S::gusti.pangestu@binus.ac.id::7768735c-5c0d-4d9b-b550-ead0b3c82a30" providerId="AD" clId="Web-{2FA84BC7-0DF4-93B0-D36B-F11A4D65BA38}" dt="2022-11-16T03:32:05.073" v="45"/>
          <ac:spMkLst>
            <pc:docMk/>
            <pc:sldMk cId="3236511058" sldId="309"/>
            <ac:spMk id="2" creationId="{A673CB3E-1E46-8F2B-15CE-D189D441CF9F}"/>
          </ac:spMkLst>
        </pc:spChg>
        <pc:spChg chg="mod ord">
          <ac:chgData name="Gusti Pangestu" userId="S::gusti.pangestu@binus.ac.id::7768735c-5c0d-4d9b-b550-ead0b3c82a30" providerId="AD" clId="Web-{2FA84BC7-0DF4-93B0-D36B-F11A4D65BA38}" dt="2022-11-16T03:32:05.073" v="45"/>
          <ac:spMkLst>
            <pc:docMk/>
            <pc:sldMk cId="3236511058" sldId="309"/>
            <ac:spMk id="3" creationId="{B3A41967-6CBA-A0B1-E2CC-6254DB5FEC2E}"/>
          </ac:spMkLst>
        </pc:spChg>
        <pc:spChg chg="del">
          <ac:chgData name="Gusti Pangestu" userId="S::gusti.pangestu@binus.ac.id::7768735c-5c0d-4d9b-b550-ead0b3c82a30" providerId="AD" clId="Web-{2FA84BC7-0DF4-93B0-D36B-F11A4D65BA38}" dt="2022-11-16T03:27:05.189" v="31"/>
          <ac:spMkLst>
            <pc:docMk/>
            <pc:sldMk cId="3236511058" sldId="309"/>
            <ac:spMk id="4" creationId="{44886346-50DD-5A66-BF26-72D0C1656945}"/>
          </ac:spMkLst>
        </pc:spChg>
        <pc:picChg chg="add mod">
          <ac:chgData name="Gusti Pangestu" userId="S::gusti.pangestu@binus.ac.id::7768735c-5c0d-4d9b-b550-ead0b3c82a30" providerId="AD" clId="Web-{2FA84BC7-0DF4-93B0-D36B-F11A4D65BA38}" dt="2022-11-16T03:32:05.073" v="45"/>
          <ac:picMkLst>
            <pc:docMk/>
            <pc:sldMk cId="3236511058" sldId="309"/>
            <ac:picMk id="5" creationId="{522E6B07-B1B1-AAB5-8AB9-6BD40D5610BB}"/>
          </ac:picMkLst>
        </pc:picChg>
      </pc:sldChg>
      <pc:sldChg chg="addSp delSp modSp new">
        <pc:chgData name="Gusti Pangestu" userId="S::gusti.pangestu@binus.ac.id::7768735c-5c0d-4d9b-b550-ead0b3c82a30" providerId="AD" clId="Web-{2FA84BC7-0DF4-93B0-D36B-F11A4D65BA38}" dt="2022-11-16T03:33:08.997" v="66"/>
        <pc:sldMkLst>
          <pc:docMk/>
          <pc:sldMk cId="378526677" sldId="310"/>
        </pc:sldMkLst>
        <pc:spChg chg="mod">
          <ac:chgData name="Gusti Pangestu" userId="S::gusti.pangestu@binus.ac.id::7768735c-5c0d-4d9b-b550-ead0b3c82a30" providerId="AD" clId="Web-{2FA84BC7-0DF4-93B0-D36B-F11A4D65BA38}" dt="2022-11-16T03:33:08.997" v="66"/>
          <ac:spMkLst>
            <pc:docMk/>
            <pc:sldMk cId="378526677" sldId="310"/>
            <ac:spMk id="2" creationId="{74D7C83B-60B0-269E-E40F-2C09D395CA72}"/>
          </ac:spMkLst>
        </pc:spChg>
        <pc:spChg chg="mod">
          <ac:chgData name="Gusti Pangestu" userId="S::gusti.pangestu@binus.ac.id::7768735c-5c0d-4d9b-b550-ead0b3c82a30" providerId="AD" clId="Web-{2FA84BC7-0DF4-93B0-D36B-F11A4D65BA38}" dt="2022-11-16T03:33:08.997" v="66"/>
          <ac:spMkLst>
            <pc:docMk/>
            <pc:sldMk cId="378526677" sldId="310"/>
            <ac:spMk id="3" creationId="{1EDC9787-F6D1-9FF2-891C-EBAF6C67611C}"/>
          </ac:spMkLst>
        </pc:spChg>
        <pc:spChg chg="del mod">
          <ac:chgData name="Gusti Pangestu" userId="S::gusti.pangestu@binus.ac.id::7768735c-5c0d-4d9b-b550-ead0b3c82a30" providerId="AD" clId="Web-{2FA84BC7-0DF4-93B0-D36B-F11A4D65BA38}" dt="2022-11-16T03:33:01.543" v="65"/>
          <ac:spMkLst>
            <pc:docMk/>
            <pc:sldMk cId="378526677" sldId="310"/>
            <ac:spMk id="4" creationId="{1F8C9BCD-DAAF-676C-3CC0-537CFC90B864}"/>
          </ac:spMkLst>
        </pc:spChg>
        <pc:picChg chg="add mod ord">
          <ac:chgData name="Gusti Pangestu" userId="S::gusti.pangestu@binus.ac.id::7768735c-5c0d-4d9b-b550-ead0b3c82a30" providerId="AD" clId="Web-{2FA84BC7-0DF4-93B0-D36B-F11A4D65BA38}" dt="2022-11-16T03:33:08.997" v="66"/>
          <ac:picMkLst>
            <pc:docMk/>
            <pc:sldMk cId="378526677" sldId="310"/>
            <ac:picMk id="5" creationId="{DAD03B7F-85C8-4FD7-AAD6-9E2145E5F45B}"/>
          </ac:picMkLst>
        </pc:picChg>
      </pc:sldChg>
      <pc:sldChg chg="addSp delSp modSp new">
        <pc:chgData name="Gusti Pangestu" userId="S::gusti.pangestu@binus.ac.id::7768735c-5c0d-4d9b-b550-ead0b3c82a30" providerId="AD" clId="Web-{2FA84BC7-0DF4-93B0-D36B-F11A4D65BA38}" dt="2022-11-16T03:43:14.969" v="80" actId="14100"/>
        <pc:sldMkLst>
          <pc:docMk/>
          <pc:sldMk cId="2156523057" sldId="311"/>
        </pc:sldMkLst>
        <pc:spChg chg="mod">
          <ac:chgData name="Gusti Pangestu" userId="S::gusti.pangestu@binus.ac.id::7768735c-5c0d-4d9b-b550-ead0b3c82a30" providerId="AD" clId="Web-{2FA84BC7-0DF4-93B0-D36B-F11A4D65BA38}" dt="2022-11-16T03:33:44.889" v="71" actId="20577"/>
          <ac:spMkLst>
            <pc:docMk/>
            <pc:sldMk cId="2156523057" sldId="311"/>
            <ac:spMk id="2" creationId="{E96A6281-58B7-EFE8-BB48-5CE4638024BB}"/>
          </ac:spMkLst>
        </pc:spChg>
        <pc:spChg chg="mod">
          <ac:chgData name="Gusti Pangestu" userId="S::gusti.pangestu@binus.ac.id::7768735c-5c0d-4d9b-b550-ead0b3c82a30" providerId="AD" clId="Web-{2FA84BC7-0DF4-93B0-D36B-F11A4D65BA38}" dt="2022-11-16T03:35:04.266" v="75" actId="20577"/>
          <ac:spMkLst>
            <pc:docMk/>
            <pc:sldMk cId="2156523057" sldId="311"/>
            <ac:spMk id="3" creationId="{E78683C5-7D76-2BFE-11D6-D81D178D095C}"/>
          </ac:spMkLst>
        </pc:spChg>
        <pc:spChg chg="del">
          <ac:chgData name="Gusti Pangestu" userId="S::gusti.pangestu@binus.ac.id::7768735c-5c0d-4d9b-b550-ead0b3c82a30" providerId="AD" clId="Web-{2FA84BC7-0DF4-93B0-D36B-F11A4D65BA38}" dt="2022-11-16T03:42:44.781" v="76"/>
          <ac:spMkLst>
            <pc:docMk/>
            <pc:sldMk cId="2156523057" sldId="311"/>
            <ac:spMk id="4" creationId="{0593EA61-0C98-7E5D-45AE-9A118C227D20}"/>
          </ac:spMkLst>
        </pc:spChg>
        <pc:picChg chg="add mod ord">
          <ac:chgData name="Gusti Pangestu" userId="S::gusti.pangestu@binus.ac.id::7768735c-5c0d-4d9b-b550-ead0b3c82a30" providerId="AD" clId="Web-{2FA84BC7-0DF4-93B0-D36B-F11A4D65BA38}" dt="2022-11-16T03:42:49.437" v="77" actId="1076"/>
          <ac:picMkLst>
            <pc:docMk/>
            <pc:sldMk cId="2156523057" sldId="311"/>
            <ac:picMk id="5" creationId="{DD320FB1-B8F6-38B4-3A70-C336FC534CB7}"/>
          </ac:picMkLst>
        </pc:picChg>
        <pc:picChg chg="add mod">
          <ac:chgData name="Gusti Pangestu" userId="S::gusti.pangestu@binus.ac.id::7768735c-5c0d-4d9b-b550-ead0b3c82a30" providerId="AD" clId="Web-{2FA84BC7-0DF4-93B0-D36B-F11A4D65BA38}" dt="2022-11-16T03:43:14.969" v="80" actId="14100"/>
          <ac:picMkLst>
            <pc:docMk/>
            <pc:sldMk cId="2156523057" sldId="311"/>
            <ac:picMk id="6" creationId="{10E2E684-AE7C-762C-DF77-47208CAD2DE7}"/>
          </ac:picMkLst>
        </pc:picChg>
      </pc:sldChg>
      <pc:sldChg chg="new">
        <pc:chgData name="Gusti Pangestu" userId="S::gusti.pangestu@binus.ac.id::7768735c-5c0d-4d9b-b550-ead0b3c82a30" providerId="AD" clId="Web-{2FA84BC7-0DF4-93B0-D36B-F11A4D65BA38}" dt="2022-11-16T03:43:24.938" v="81"/>
        <pc:sldMkLst>
          <pc:docMk/>
          <pc:sldMk cId="1063536070" sldId="31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E347AD-4C68-40F0-A7FE-7B388326E828}" type="datetimeFigureOut">
              <a:rPr lang="id-ID" smtClean="0"/>
              <a:t>02/01/2023</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A3A927-6C38-4632-942C-2C21A01C7D94}" type="slidenum">
              <a:rPr lang="id-ID" smtClean="0"/>
              <a:t>‹#›</a:t>
            </a:fld>
            <a:endParaRPr lang="id-ID"/>
          </a:p>
        </p:txBody>
      </p:sp>
    </p:spTree>
    <p:extLst>
      <p:ext uri="{BB962C8B-B14F-4D97-AF65-F5344CB8AC3E}">
        <p14:creationId xmlns:p14="http://schemas.microsoft.com/office/powerpoint/2010/main" val="3493954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1" descr="Background 01.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62" y="4763"/>
            <a:ext cx="9139237" cy="646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p:cNvSpPr/>
          <p:nvPr userDrawn="1"/>
        </p:nvSpPr>
        <p:spPr>
          <a:xfrm>
            <a:off x="1691679" y="1628800"/>
            <a:ext cx="7452319" cy="5229200"/>
          </a:xfrm>
          <a:prstGeom prst="rect">
            <a:avLst/>
          </a:prstGeom>
          <a:solidFill>
            <a:srgbClr val="008F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ctrTitle" hasCustomPrompt="1"/>
          </p:nvPr>
        </p:nvSpPr>
        <p:spPr>
          <a:xfrm>
            <a:off x="1835696" y="2708920"/>
            <a:ext cx="7128792" cy="1470025"/>
          </a:xfrm>
        </p:spPr>
        <p:txBody>
          <a:bodyPr/>
          <a:lstStyle>
            <a:lvl1pPr eaLnBrk="1" hangingPunct="1">
              <a:defRPr sz="4400">
                <a:solidFill>
                  <a:schemeClr val="bg1"/>
                </a:solidFill>
              </a:defRPr>
            </a:lvl1pPr>
          </a:lstStyle>
          <a:p>
            <a:pPr eaLnBrk="1" hangingPunct="1"/>
            <a:r>
              <a:rPr lang="en-US" sz="3200" b="1">
                <a:solidFill>
                  <a:schemeClr val="bg1"/>
                </a:solidFill>
                <a:latin typeface="Open Sans" pitchFamily="-84" charset="0"/>
                <a:ea typeface="ＭＳ Ｐゴシック" pitchFamily="34" charset="-128"/>
              </a:rPr>
              <a:t>Headline Open Sans Bold 32pt</a:t>
            </a:r>
          </a:p>
        </p:txBody>
      </p:sp>
      <p:sp>
        <p:nvSpPr>
          <p:cNvPr id="3" name="Subtitle 2"/>
          <p:cNvSpPr>
            <a:spLocks noGrp="1"/>
          </p:cNvSpPr>
          <p:nvPr>
            <p:ph type="subTitle" idx="1"/>
          </p:nvPr>
        </p:nvSpPr>
        <p:spPr>
          <a:xfrm>
            <a:off x="2267744" y="4295527"/>
            <a:ext cx="6400800" cy="576064"/>
          </a:xfrm>
        </p:spPr>
        <p:txBody>
          <a:bodyPr>
            <a:normAutofit/>
          </a:bodyPr>
          <a:lstStyle>
            <a:lvl1pPr marL="0" indent="0" algn="ctr">
              <a:buNone/>
              <a:defRPr sz="2400">
                <a:solidFill>
                  <a:schemeClr val="bg1"/>
                </a:solidFill>
                <a:latin typeface="Open 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a:p>
        </p:txBody>
      </p:sp>
      <p:sp>
        <p:nvSpPr>
          <p:cNvPr id="4"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a:xfrm>
            <a:off x="3124200" y="6453336"/>
            <a:ext cx="2895600" cy="365125"/>
          </a:xfrm>
        </p:spPr>
        <p:txBody>
          <a:bodyPr/>
          <a:lstStyle/>
          <a:p>
            <a:endParaRPr lang="id-ID"/>
          </a:p>
        </p:txBody>
      </p:sp>
      <p:sp>
        <p:nvSpPr>
          <p:cNvPr id="6"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pic>
        <p:nvPicPr>
          <p:cNvPr id="11" name="Picture 1" descr="Background 01-01.jpg">
            <a:extLst>
              <a:ext uri="{FF2B5EF4-FFF2-40B4-BE49-F238E27FC236}">
                <a16:creationId xmlns:a16="http://schemas.microsoft.com/office/drawing/2014/main" id="{BAB1F597-27DD-4AD5-9342-11528D4387BB}"/>
              </a:ext>
            </a:extLst>
          </p:cNvPr>
          <p:cNvPicPr>
            <a:picLocks noChangeAspect="1"/>
          </p:cNvPicPr>
          <p:nvPr userDrawn="1"/>
        </p:nvPicPr>
        <p:blipFill>
          <a:blip r:embed="rId3" cstate="screen"/>
          <a:srcRect/>
          <a:stretch>
            <a:fillRect/>
          </a:stretch>
        </p:blipFill>
        <p:spPr bwMode="auto">
          <a:xfrm>
            <a:off x="-1" y="0"/>
            <a:ext cx="9146207" cy="6858000"/>
          </a:xfrm>
          <a:prstGeom prst="rect">
            <a:avLst/>
          </a:prstGeom>
          <a:noFill/>
          <a:ln w="9525">
            <a:noFill/>
            <a:miter lim="800000"/>
            <a:headEnd/>
            <a:tailEnd/>
          </a:ln>
        </p:spPr>
      </p:pic>
      <p:pic>
        <p:nvPicPr>
          <p:cNvPr id="12" name="Picture 11" descr="A screenshot of a cell phone&#10;&#10;Description automatically generated">
            <a:extLst>
              <a:ext uri="{FF2B5EF4-FFF2-40B4-BE49-F238E27FC236}">
                <a16:creationId xmlns:a16="http://schemas.microsoft.com/office/drawing/2014/main" id="{37C18FCB-F3A8-4188-9F49-B2D77ECA9ACD}"/>
              </a:ext>
            </a:extLst>
          </p:cNvPr>
          <p:cNvPicPr>
            <a:picLocks noChangeAspect="1"/>
          </p:cNvPicPr>
          <p:nvPr userDrawn="1"/>
        </p:nvPicPr>
        <p:blipFill rotWithShape="1">
          <a:blip r:embed="rId4"/>
          <a:srcRect l="20942" t="89154" r="21091" b="4449"/>
          <a:stretch/>
        </p:blipFill>
        <p:spPr>
          <a:xfrm>
            <a:off x="5417838" y="650553"/>
            <a:ext cx="3426919" cy="534843"/>
          </a:xfrm>
          <a:prstGeom prst="rect">
            <a:avLst/>
          </a:prstGeom>
          <a:ln w="3175">
            <a:noFill/>
          </a:ln>
        </p:spPr>
      </p:pic>
    </p:spTree>
    <p:extLst>
      <p:ext uri="{BB962C8B-B14F-4D97-AF65-F5344CB8AC3E}">
        <p14:creationId xmlns:p14="http://schemas.microsoft.com/office/powerpoint/2010/main" val="2725141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3937"/>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title"/>
          </p:nvPr>
        </p:nvSpPr>
        <p:spPr>
          <a:xfrm>
            <a:off x="1911350" y="2060848"/>
            <a:ext cx="6837114" cy="792088"/>
          </a:xfrm>
        </p:spPr>
        <p:txBody>
          <a:bodyPr>
            <a:normAutofit/>
          </a:bodyPr>
          <a:lstStyle>
            <a:lvl1pPr algn="l">
              <a:defRPr sz="3000" b="1">
                <a:solidFill>
                  <a:srgbClr val="0079B8"/>
                </a:solidFill>
                <a:latin typeface="Open Sans"/>
              </a:defRPr>
            </a:lvl1pPr>
          </a:lstStyle>
          <a:p>
            <a:r>
              <a:rPr lang="en-US"/>
              <a:t>Click to edit Master title style</a:t>
            </a:r>
            <a:endParaRPr lang="id-ID"/>
          </a:p>
        </p:txBody>
      </p:sp>
      <p:sp>
        <p:nvSpPr>
          <p:cNvPr id="8"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02/01/2023</a:t>
            </a:fld>
            <a:endParaRPr lang="id-ID"/>
          </a:p>
        </p:txBody>
      </p:sp>
      <p:sp>
        <p:nvSpPr>
          <p:cNvPr id="9" name="Footer Placeholder 4"/>
          <p:cNvSpPr>
            <a:spLocks noGrp="1"/>
          </p:cNvSpPr>
          <p:nvPr>
            <p:ph type="ftr" sz="quarter" idx="11"/>
          </p:nvPr>
        </p:nvSpPr>
        <p:spPr>
          <a:xfrm>
            <a:off x="3124200" y="6453336"/>
            <a:ext cx="2895600" cy="365125"/>
          </a:xfrm>
        </p:spPr>
        <p:txBody>
          <a:bodyPr/>
          <a:lstStyle/>
          <a:p>
            <a:endParaRPr lang="id-ID"/>
          </a:p>
        </p:txBody>
      </p:sp>
      <p:sp>
        <p:nvSpPr>
          <p:cNvPr id="10"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1911350" y="3429001"/>
            <a:ext cx="6837114" cy="304042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16" name="Subtitle 2"/>
          <p:cNvSpPr>
            <a:spLocks noGrp="1"/>
          </p:cNvSpPr>
          <p:nvPr>
            <p:ph type="subTitle" idx="13"/>
          </p:nvPr>
        </p:nvSpPr>
        <p:spPr>
          <a:xfrm>
            <a:off x="1907704" y="2852936"/>
            <a:ext cx="6840760" cy="504056"/>
          </a:xfrm>
        </p:spPr>
        <p:txBody>
          <a:bodyPr vert="horz" lIns="91440" tIns="45720" rIns="91440" bIns="45720" rtlCol="0" anchor="ctr">
            <a:normAutofit/>
          </a:bodyPr>
          <a:lstStyle>
            <a:lvl1pPr>
              <a:defRPr lang="id-ID" sz="2200" b="1" dirty="0">
                <a:solidFill>
                  <a:srgbClr val="0079B8"/>
                </a:solidFill>
                <a:latin typeface="Open Sans"/>
                <a:ea typeface="+mj-ea"/>
                <a:cs typeface="+mj-cs"/>
              </a:defRPr>
            </a:lvl1pPr>
          </a:lstStyle>
          <a:p>
            <a:pPr lvl="0">
              <a:spcBef>
                <a:spcPct val="0"/>
              </a:spcBef>
              <a:buNone/>
            </a:pPr>
            <a:r>
              <a:rPr lang="en-US"/>
              <a:t>Click to edit Master subtitle style</a:t>
            </a:r>
            <a:endParaRPr lang="id-ID"/>
          </a:p>
        </p:txBody>
      </p:sp>
      <p:pic>
        <p:nvPicPr>
          <p:cNvPr id="12" name="Picture 1" descr="Background 01-02.jpg">
            <a:extLst>
              <a:ext uri="{FF2B5EF4-FFF2-40B4-BE49-F238E27FC236}">
                <a16:creationId xmlns:a16="http://schemas.microsoft.com/office/drawing/2014/main" id="{85D2C002-CFDC-4500-9C4B-9C7B4FA4308D}"/>
              </a:ext>
            </a:extLst>
          </p:cNvPr>
          <p:cNvPicPr>
            <a:picLocks noChangeAspect="1"/>
          </p:cNvPicPr>
          <p:nvPr userDrawn="1"/>
        </p:nvPicPr>
        <p:blipFill>
          <a:blip r:embed="rId3" cstate="screen"/>
          <a:srcRect/>
          <a:stretch>
            <a:fillRect/>
          </a:stretch>
        </p:blipFill>
        <p:spPr bwMode="auto">
          <a:xfrm>
            <a:off x="0" y="0"/>
            <a:ext cx="9144000" cy="6858000"/>
          </a:xfrm>
          <a:prstGeom prst="rect">
            <a:avLst/>
          </a:prstGeom>
          <a:noFill/>
          <a:ln w="9525">
            <a:noFill/>
            <a:miter lim="800000"/>
            <a:headEnd/>
            <a:tailEnd/>
          </a:ln>
        </p:spPr>
      </p:pic>
      <p:pic>
        <p:nvPicPr>
          <p:cNvPr id="13" name="Picture 12" descr="A screenshot of a cell phone&#10;&#10;Description automatically generated">
            <a:extLst>
              <a:ext uri="{FF2B5EF4-FFF2-40B4-BE49-F238E27FC236}">
                <a16:creationId xmlns:a16="http://schemas.microsoft.com/office/drawing/2014/main" id="{FE1BE66E-B095-4930-9921-1D3A326974AF}"/>
              </a:ext>
            </a:extLst>
          </p:cNvPr>
          <p:cNvPicPr>
            <a:picLocks noChangeAspect="1"/>
          </p:cNvPicPr>
          <p:nvPr userDrawn="1"/>
        </p:nvPicPr>
        <p:blipFill rotWithShape="1">
          <a:blip r:embed="rId4"/>
          <a:srcRect l="20942" t="89154" r="21091" b="4449"/>
          <a:stretch/>
        </p:blipFill>
        <p:spPr>
          <a:xfrm>
            <a:off x="2971800" y="5925358"/>
            <a:ext cx="3426092" cy="534714"/>
          </a:xfrm>
          <a:prstGeom prst="rect">
            <a:avLst/>
          </a:prstGeom>
          <a:ln w="3175">
            <a:noFill/>
          </a:ln>
        </p:spPr>
      </p:pic>
    </p:spTree>
    <p:extLst>
      <p:ext uri="{BB962C8B-B14F-4D97-AF65-F5344CB8AC3E}">
        <p14:creationId xmlns:p14="http://schemas.microsoft.com/office/powerpoint/2010/main" val="761869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31640" y="4406901"/>
            <a:ext cx="7344816" cy="678284"/>
          </a:xfrm>
        </p:spPr>
        <p:txBody>
          <a:bodyPr anchor="t">
            <a:noAutofit/>
          </a:bodyPr>
          <a:lstStyle>
            <a:lvl1pPr algn="l">
              <a:defRPr sz="3000" b="1" cap="all"/>
            </a:lvl1pPr>
          </a:lstStyle>
          <a:p>
            <a:r>
              <a:rPr lang="en-US"/>
              <a:t>Click to edit Master title style</a:t>
            </a:r>
            <a:endParaRPr lang="id-ID"/>
          </a:p>
        </p:txBody>
      </p:sp>
      <p:sp>
        <p:nvSpPr>
          <p:cNvPr id="3" name="Text Placeholder 2"/>
          <p:cNvSpPr>
            <a:spLocks noGrp="1"/>
          </p:cNvSpPr>
          <p:nvPr>
            <p:ph type="body" idx="1"/>
          </p:nvPr>
        </p:nvSpPr>
        <p:spPr>
          <a:xfrm>
            <a:off x="1331640" y="2906713"/>
            <a:ext cx="73448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593648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619672" y="2636912"/>
            <a:ext cx="3456384"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5148064" y="2636912"/>
            <a:ext cx="3538736"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401632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672" y="1484784"/>
            <a:ext cx="7067128" cy="1008112"/>
          </a:xfrm>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16196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19672" y="2708920"/>
            <a:ext cx="3456384" cy="3456384"/>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Content Placeholder 5"/>
          <p:cNvSpPr>
            <a:spLocks noGrp="1"/>
          </p:cNvSpPr>
          <p:nvPr>
            <p:ph sz="quarter" idx="4"/>
          </p:nvPr>
        </p:nvSpPr>
        <p:spPr>
          <a:xfrm>
            <a:off x="5220072" y="2708919"/>
            <a:ext cx="3466728" cy="3456385"/>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F173735F-2667-4028-B606-D96AABD86FDB}" type="slidenum">
              <a:rPr lang="id-ID" smtClean="0"/>
              <a:pPr/>
              <a:t>‹#›</a:t>
            </a:fld>
            <a:endParaRPr lang="id-ID"/>
          </a:p>
        </p:txBody>
      </p:sp>
      <p:sp>
        <p:nvSpPr>
          <p:cNvPr id="10" name="Text Placeholder 2"/>
          <p:cNvSpPr>
            <a:spLocks noGrp="1"/>
          </p:cNvSpPr>
          <p:nvPr>
            <p:ph type="body" idx="13"/>
          </p:nvPr>
        </p:nvSpPr>
        <p:spPr>
          <a:xfrm>
            <a:off x="52200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359855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435514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693629"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313250" y="2859881"/>
            <a:ext cx="7067128" cy="1143000"/>
          </a:xfrm>
        </p:spPr>
        <p:txBody>
          <a:bodyPr>
            <a:normAutofit/>
          </a:bodyPr>
          <a:lstStyle>
            <a:lvl1pPr>
              <a:defRPr sz="320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27369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7704" y="1628800"/>
            <a:ext cx="6768752" cy="802010"/>
          </a:xfrm>
        </p:spPr>
        <p:txBody>
          <a:bodyPr anchor="b">
            <a:normAutofit/>
          </a:bodyPr>
          <a:lstStyle>
            <a:lvl1pPr algn="l">
              <a:defRPr sz="3000" b="1"/>
            </a:lvl1pPr>
          </a:lstStyle>
          <a:p>
            <a:r>
              <a:rPr lang="en-US"/>
              <a:t>Click to edit Master title style</a:t>
            </a:r>
            <a:endParaRPr lang="id-ID"/>
          </a:p>
        </p:txBody>
      </p:sp>
      <p:sp>
        <p:nvSpPr>
          <p:cNvPr id="3" name="Content Placeholder 2"/>
          <p:cNvSpPr>
            <a:spLocks noGrp="1"/>
          </p:cNvSpPr>
          <p:nvPr>
            <p:ph idx="1"/>
          </p:nvPr>
        </p:nvSpPr>
        <p:spPr>
          <a:xfrm>
            <a:off x="1907705" y="2564904"/>
            <a:ext cx="3168352" cy="3672408"/>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p:cNvSpPr>
            <a:spLocks noGrp="1"/>
          </p:cNvSpPr>
          <p:nvPr>
            <p:ph type="body" sz="half" idx="2"/>
          </p:nvPr>
        </p:nvSpPr>
        <p:spPr>
          <a:xfrm>
            <a:off x="5220072" y="2564904"/>
            <a:ext cx="3430017" cy="3672160"/>
          </a:xfrm>
        </p:spPr>
        <p:txBody>
          <a:bodyPr>
            <a:norm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161704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6884168"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1916832"/>
            <a:ext cx="6884168" cy="28107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id-ID"/>
          </a:p>
        </p:txBody>
      </p:sp>
      <p:sp>
        <p:nvSpPr>
          <p:cNvPr id="4" name="Text Placeholder 3"/>
          <p:cNvSpPr>
            <a:spLocks noGrp="1"/>
          </p:cNvSpPr>
          <p:nvPr>
            <p:ph type="body" sz="half" idx="2"/>
          </p:nvPr>
        </p:nvSpPr>
        <p:spPr>
          <a:xfrm>
            <a:off x="1792288" y="5367338"/>
            <a:ext cx="688416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193814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635969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84784"/>
            <a:ext cx="2057400" cy="4641379"/>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1043608" y="1484784"/>
            <a:ext cx="5433392" cy="46413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02/01/2023</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1887607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11759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Picture 1" descr="Background 02.jpg"/>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4764"/>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Placeholder 1"/>
          <p:cNvSpPr>
            <a:spLocks noGrp="1"/>
          </p:cNvSpPr>
          <p:nvPr>
            <p:ph type="title"/>
          </p:nvPr>
        </p:nvSpPr>
        <p:spPr>
          <a:xfrm>
            <a:off x="1619672" y="1484784"/>
            <a:ext cx="7067128" cy="1143000"/>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1619672" y="2636912"/>
            <a:ext cx="7067128" cy="34892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457200" y="645333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9B71C-2D91-4D15-BAB7-ADA66F828B46}" type="datetimeFigureOut">
              <a:rPr lang="id-ID" smtClean="0"/>
              <a:pPr/>
              <a:t>02/01/2023</a:t>
            </a:fld>
            <a:endParaRPr lang="id-ID"/>
          </a:p>
        </p:txBody>
      </p:sp>
      <p:sp>
        <p:nvSpPr>
          <p:cNvPr id="5" name="Footer Placeholder 4"/>
          <p:cNvSpPr>
            <a:spLocks noGrp="1"/>
          </p:cNvSpPr>
          <p:nvPr>
            <p:ph type="ftr" sz="quarter" idx="3"/>
          </p:nvPr>
        </p:nvSpPr>
        <p:spPr>
          <a:xfrm>
            <a:off x="3124200" y="645333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45333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3735F-2667-4028-B606-D96AABD86FDB}" type="slidenum">
              <a:rPr lang="id-ID" smtClean="0"/>
              <a:pPr/>
              <a:t>‹#›</a:t>
            </a:fld>
            <a:endParaRPr lang="id-ID"/>
          </a:p>
        </p:txBody>
      </p:sp>
    </p:spTree>
    <p:extLst>
      <p:ext uri="{BB962C8B-B14F-4D97-AF65-F5344CB8AC3E}">
        <p14:creationId xmlns:p14="http://schemas.microsoft.com/office/powerpoint/2010/main" val="2818913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3000" b="1" kern="1200">
          <a:solidFill>
            <a:srgbClr val="0079B8"/>
          </a:solidFill>
          <a:latin typeface="Open Sans"/>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hyperlink" Target="https://www.golangprograms.com/go-language/data-type.html" TargetMode="External"/><Relationship Id="rId2" Type="http://schemas.openxmlformats.org/officeDocument/2006/relationships/hyperlink" Target="https://go.dev/doc/instal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cs typeface="Calibri Light"/>
              </a:rPr>
              <a:t>Popular Programming Tech</a:t>
            </a:r>
            <a:endParaRPr lang="en-US">
              <a:ea typeface="Open Sans"/>
              <a:cs typeface="Calibri Light"/>
            </a:endParaRPr>
          </a:p>
        </p:txBody>
      </p:sp>
      <p:sp>
        <p:nvSpPr>
          <p:cNvPr id="3" name="Subtitle 2"/>
          <p:cNvSpPr>
            <a:spLocks noGrp="1"/>
          </p:cNvSpPr>
          <p:nvPr>
            <p:ph type="subTitle" idx="1"/>
          </p:nvPr>
        </p:nvSpPr>
        <p:spPr/>
        <p:txBody>
          <a:bodyPr vert="horz" lIns="68580" tIns="34290" rIns="68580" bIns="34290" rtlCol="0" anchor="t">
            <a:normAutofit fontScale="70000" lnSpcReduction="20000"/>
          </a:bodyPr>
          <a:lstStyle/>
          <a:p>
            <a:r>
              <a:rPr lang="en-US" dirty="0">
                <a:cs typeface="Calibri"/>
              </a:rPr>
              <a:t>Part 4</a:t>
            </a:r>
          </a:p>
          <a:p>
            <a:r>
              <a:rPr lang="en-US" b="1" dirty="0">
                <a:ea typeface="Open Sans"/>
                <a:cs typeface="Open Sans"/>
              </a:rPr>
              <a:t>Basic Data Types</a:t>
            </a:r>
            <a:endParaRPr lang="en-US" dirty="0">
              <a:ea typeface="Open Sans"/>
              <a:cs typeface="Open Sans"/>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E616B-94C1-4821-AA95-497C64ADBC5C}"/>
              </a:ext>
            </a:extLst>
          </p:cNvPr>
          <p:cNvSpPr>
            <a:spLocks noGrp="1"/>
          </p:cNvSpPr>
          <p:nvPr>
            <p:ph type="title"/>
          </p:nvPr>
        </p:nvSpPr>
        <p:spPr/>
        <p:txBody>
          <a:bodyPr/>
          <a:lstStyle/>
          <a:p>
            <a:r>
              <a:rPr lang="en-GB"/>
              <a:t>Learning Objective</a:t>
            </a:r>
            <a:endParaRPr lang="id-ID"/>
          </a:p>
        </p:txBody>
      </p:sp>
      <p:sp>
        <p:nvSpPr>
          <p:cNvPr id="3" name="Content Placeholder 2">
            <a:extLst>
              <a:ext uri="{FF2B5EF4-FFF2-40B4-BE49-F238E27FC236}">
                <a16:creationId xmlns:a16="http://schemas.microsoft.com/office/drawing/2014/main" id="{4C14D8CF-1B8B-4AE4-B51C-5D619267E8B5}"/>
              </a:ext>
            </a:extLst>
          </p:cNvPr>
          <p:cNvSpPr>
            <a:spLocks noGrp="1"/>
          </p:cNvSpPr>
          <p:nvPr>
            <p:ph idx="1"/>
          </p:nvPr>
        </p:nvSpPr>
        <p:spPr/>
        <p:txBody>
          <a:bodyPr/>
          <a:lstStyle/>
          <a:p>
            <a:pPr marL="742950" marR="0" lvl="1" indent="-285750">
              <a:lnSpc>
                <a:spcPct val="107000"/>
              </a:lnSpc>
              <a:spcBef>
                <a:spcPts val="0"/>
              </a:spcBef>
              <a:spcAft>
                <a:spcPts val="800"/>
              </a:spcAft>
              <a:buFont typeface="Symbol" panose="05050102010706020507" pitchFamily="18" charset="2"/>
              <a:buChar char=""/>
            </a:pPr>
            <a:r>
              <a:rPr lang="en-US" sz="1800" b="1">
                <a:effectLst/>
                <a:latin typeface="Calibri" panose="020F0502020204030204" pitchFamily="34" charset="0"/>
                <a:ea typeface="Times New Roman" panose="02020603050405020304" pitchFamily="18" charset="0"/>
                <a:cs typeface="Times New Roman" panose="02020603050405020304" pitchFamily="18" charset="0"/>
              </a:rPr>
              <a:t>LO 2 : Apply GO programming language techniques and libraries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27291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7130-CB93-C8BE-7021-F7979E8208C3}"/>
              </a:ext>
            </a:extLst>
          </p:cNvPr>
          <p:cNvSpPr>
            <a:spLocks noGrp="1"/>
          </p:cNvSpPr>
          <p:nvPr>
            <p:ph type="title"/>
          </p:nvPr>
        </p:nvSpPr>
        <p:spPr/>
        <p:txBody>
          <a:bodyPr/>
          <a:lstStyle/>
          <a:p>
            <a:r>
              <a:rPr lang="en-US">
                <a:ea typeface="Open Sans"/>
                <a:cs typeface="Open Sans"/>
              </a:rPr>
              <a:t>Outline</a:t>
            </a:r>
            <a:endParaRPr lang="en-US"/>
          </a:p>
        </p:txBody>
      </p:sp>
      <p:sp>
        <p:nvSpPr>
          <p:cNvPr id="3" name="Content Placeholder 2">
            <a:extLst>
              <a:ext uri="{FF2B5EF4-FFF2-40B4-BE49-F238E27FC236}">
                <a16:creationId xmlns:a16="http://schemas.microsoft.com/office/drawing/2014/main" id="{CFBE6DC7-A61F-27FA-B9A7-7018AFBF0075}"/>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Integers</a:t>
            </a:r>
            <a:endParaRPr lang="en-AU" dirty="0">
              <a:ea typeface="Open Sans"/>
              <a:cs typeface="Open Sans"/>
            </a:endParaRPr>
          </a:p>
          <a:p>
            <a:r>
              <a:rPr lang="en-US" dirty="0">
                <a:ea typeface="Open Sans"/>
                <a:cs typeface="Open Sans"/>
              </a:rPr>
              <a:t>Floating point numbers</a:t>
            </a:r>
            <a:endParaRPr lang="en-AU" dirty="0">
              <a:ea typeface="Open Sans"/>
              <a:cs typeface="Open Sans"/>
            </a:endParaRPr>
          </a:p>
          <a:p>
            <a:r>
              <a:rPr lang="en-US" dirty="0">
                <a:ea typeface="Open Sans"/>
                <a:cs typeface="Open Sans"/>
              </a:rPr>
              <a:t>Complex numbers</a:t>
            </a:r>
            <a:endParaRPr lang="en-AU" dirty="0">
              <a:ea typeface="Open Sans"/>
              <a:cs typeface="Open Sans"/>
            </a:endParaRPr>
          </a:p>
          <a:p>
            <a:r>
              <a:rPr lang="en-US" dirty="0">
                <a:ea typeface="Open Sans"/>
                <a:cs typeface="Open Sans"/>
              </a:rPr>
              <a:t>Booleans</a:t>
            </a:r>
            <a:endParaRPr lang="en-AU" dirty="0">
              <a:ea typeface="Open Sans"/>
              <a:cs typeface="Open Sans"/>
            </a:endParaRPr>
          </a:p>
          <a:p>
            <a:r>
              <a:rPr lang="en-US" dirty="0">
                <a:ea typeface="Open Sans"/>
                <a:cs typeface="Open Sans"/>
              </a:rPr>
              <a:t>Strings</a:t>
            </a:r>
            <a:endParaRPr lang="en-AU" dirty="0">
              <a:ea typeface="Open Sans"/>
              <a:cs typeface="Open Sans"/>
            </a:endParaRPr>
          </a:p>
          <a:p>
            <a:r>
              <a:rPr lang="en-US" dirty="0">
                <a:ea typeface="Open Sans"/>
                <a:cs typeface="Open Sans"/>
              </a:rPr>
              <a:t>Constants</a:t>
            </a:r>
            <a:endParaRPr lang="en-US" dirty="0"/>
          </a:p>
          <a:p>
            <a:endParaRPr lang="en-US" b="1">
              <a:ea typeface="Open Sans"/>
              <a:cs typeface="Open Sans"/>
            </a:endParaRPr>
          </a:p>
        </p:txBody>
      </p:sp>
    </p:spTree>
    <p:extLst>
      <p:ext uri="{BB962C8B-B14F-4D97-AF65-F5344CB8AC3E}">
        <p14:creationId xmlns:p14="http://schemas.microsoft.com/office/powerpoint/2010/main" val="1545682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EFE48-B198-A7D0-6348-3645566C3D8F}"/>
              </a:ext>
            </a:extLst>
          </p:cNvPr>
          <p:cNvSpPr>
            <a:spLocks noGrp="1"/>
          </p:cNvSpPr>
          <p:nvPr>
            <p:ph type="title"/>
          </p:nvPr>
        </p:nvSpPr>
        <p:spPr/>
        <p:txBody>
          <a:bodyPr/>
          <a:lstStyle/>
          <a:p>
            <a:r>
              <a:rPr lang="en-US" dirty="0">
                <a:ea typeface="Open Sans"/>
                <a:cs typeface="Open Sans"/>
              </a:rPr>
              <a:t>Integers</a:t>
            </a:r>
            <a:endParaRPr lang="en-US" dirty="0"/>
          </a:p>
        </p:txBody>
      </p:sp>
      <p:sp>
        <p:nvSpPr>
          <p:cNvPr id="3" name="Content Placeholder 2">
            <a:extLst>
              <a:ext uri="{FF2B5EF4-FFF2-40B4-BE49-F238E27FC236}">
                <a16:creationId xmlns:a16="http://schemas.microsoft.com/office/drawing/2014/main" id="{F33AE568-5F8F-2D9A-B17F-CCA4C6721E18}"/>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Go’s numeric data types include several sizes of integers, floating-point numbers, and complex numbers. Each numeric type determines the size and </a:t>
            </a:r>
            <a:r>
              <a:rPr lang="en-US" dirty="0" err="1">
                <a:ea typeface="Open Sans"/>
                <a:cs typeface="Open Sans"/>
              </a:rPr>
              <a:t>signedness</a:t>
            </a:r>
            <a:r>
              <a:rPr lang="en-US" dirty="0">
                <a:ea typeface="Open Sans"/>
                <a:cs typeface="Open Sans"/>
              </a:rPr>
              <a:t> of its values. Let’s begin with integers.</a:t>
            </a:r>
          </a:p>
          <a:p>
            <a:r>
              <a:rPr lang="en-US" dirty="0">
                <a:ea typeface="Open Sans"/>
                <a:cs typeface="Open Sans"/>
              </a:rPr>
              <a:t>Go provides both signed and unsigned integer arithmetic. There are four distinct sizes of signed integers—8, 16, 32, and 64 bits—represented by the types int8, int16, int32, and int64, and corresponding unsigned versions uint8, uint16, uint32, and uint64.</a:t>
            </a:r>
          </a:p>
        </p:txBody>
      </p:sp>
    </p:spTree>
    <p:extLst>
      <p:ext uri="{BB962C8B-B14F-4D97-AF65-F5344CB8AC3E}">
        <p14:creationId xmlns:p14="http://schemas.microsoft.com/office/powerpoint/2010/main" val="1765197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2BD2175-415E-7C5B-2CE2-49BCCF2158B2}"/>
              </a:ext>
            </a:extLst>
          </p:cNvPr>
          <p:cNvSpPr>
            <a:spLocks noGrp="1"/>
          </p:cNvSpPr>
          <p:nvPr>
            <p:ph type="title"/>
          </p:nvPr>
        </p:nvSpPr>
        <p:spPr>
          <a:xfrm>
            <a:off x="1619672" y="1484784"/>
            <a:ext cx="7067128" cy="1143000"/>
          </a:xfrm>
        </p:spPr>
        <p:txBody>
          <a:bodyPr/>
          <a:lstStyle/>
          <a:p>
            <a:r>
              <a:rPr lang="en-US" dirty="0">
                <a:ea typeface="Open Sans"/>
                <a:cs typeface="Open Sans"/>
              </a:rPr>
              <a:t>Binary operators</a:t>
            </a:r>
            <a:endParaRPr lang="en-US" dirty="0"/>
          </a:p>
        </p:txBody>
      </p:sp>
      <p:sp>
        <p:nvSpPr>
          <p:cNvPr id="3" name="Content Placeholder 2">
            <a:extLst>
              <a:ext uri="{FF2B5EF4-FFF2-40B4-BE49-F238E27FC236}">
                <a16:creationId xmlns:a16="http://schemas.microsoft.com/office/drawing/2014/main" id="{1A39E79B-87E1-4B48-741F-1094046F0F15}"/>
              </a:ext>
            </a:extLst>
          </p:cNvPr>
          <p:cNvSpPr>
            <a:spLocks noGrp="1"/>
          </p:cNvSpPr>
          <p:nvPr>
            <p:ph sz="half" idx="1"/>
          </p:nvPr>
        </p:nvSpPr>
        <p:spPr>
          <a:xfrm>
            <a:off x="1619672" y="2636912"/>
            <a:ext cx="3456384" cy="3489251"/>
          </a:xfrm>
        </p:spPr>
        <p:txBody>
          <a:bodyPr vert="horz" lIns="91440" tIns="45720" rIns="91440" bIns="45720" rtlCol="0" anchor="t">
            <a:normAutofit fontScale="92500" lnSpcReduction="10000"/>
          </a:bodyPr>
          <a:lstStyle/>
          <a:p>
            <a:r>
              <a:rPr lang="en-US" dirty="0"/>
              <a:t>Go’s binary operators for arithmetic, logic, and comparison are listed here in order of decreasing precedence</a:t>
            </a:r>
          </a:p>
          <a:p>
            <a:r>
              <a:rPr lang="en-US" dirty="0">
                <a:ea typeface="Open Sans"/>
                <a:cs typeface="Open Sans"/>
              </a:rPr>
              <a:t>Two integers of the same type may be compared using the binary comparison operators below; the type of a comparison expression is a </a:t>
            </a:r>
            <a:r>
              <a:rPr lang="en-US" dirty="0" err="1">
                <a:ea typeface="Open Sans"/>
                <a:cs typeface="Open Sans"/>
              </a:rPr>
              <a:t>boolean</a:t>
            </a:r>
            <a:r>
              <a:rPr lang="en-US" dirty="0">
                <a:ea typeface="Open Sans"/>
                <a:cs typeface="Open Sans"/>
              </a:rPr>
              <a:t>.</a:t>
            </a:r>
            <a:endParaRPr lang="en-US" dirty="0"/>
          </a:p>
          <a:p>
            <a:endParaRPr lang="en-US">
              <a:ea typeface="Open Sans"/>
              <a:cs typeface="Open Sans"/>
            </a:endParaRPr>
          </a:p>
        </p:txBody>
      </p:sp>
      <p:pic>
        <p:nvPicPr>
          <p:cNvPr id="4" name="Picture 4" descr="A picture containing clock, watch&#10;&#10;Description automatically generated">
            <a:extLst>
              <a:ext uri="{FF2B5EF4-FFF2-40B4-BE49-F238E27FC236}">
                <a16:creationId xmlns:a16="http://schemas.microsoft.com/office/drawing/2014/main" id="{8FA40C1F-FC6B-210D-37FC-35A8B3231006}"/>
              </a:ext>
            </a:extLst>
          </p:cNvPr>
          <p:cNvPicPr>
            <a:picLocks noChangeAspect="1"/>
          </p:cNvPicPr>
          <p:nvPr/>
        </p:nvPicPr>
        <p:blipFill>
          <a:blip r:embed="rId2"/>
          <a:stretch>
            <a:fillRect/>
          </a:stretch>
        </p:blipFill>
        <p:spPr>
          <a:xfrm>
            <a:off x="5205573" y="2811992"/>
            <a:ext cx="3538736" cy="1241279"/>
          </a:xfrm>
          <a:prstGeom prst="rect">
            <a:avLst/>
          </a:prstGeom>
          <a:noFill/>
        </p:spPr>
      </p:pic>
      <p:pic>
        <p:nvPicPr>
          <p:cNvPr id="5" name="Picture 5" descr="Text&#10;&#10;Description automatically generated">
            <a:extLst>
              <a:ext uri="{FF2B5EF4-FFF2-40B4-BE49-F238E27FC236}">
                <a16:creationId xmlns:a16="http://schemas.microsoft.com/office/drawing/2014/main" id="{D9078361-D59F-44AF-1B68-A4559F312AFD}"/>
              </a:ext>
            </a:extLst>
          </p:cNvPr>
          <p:cNvPicPr>
            <a:picLocks noChangeAspect="1"/>
          </p:cNvPicPr>
          <p:nvPr/>
        </p:nvPicPr>
        <p:blipFill>
          <a:blip r:embed="rId3"/>
          <a:stretch>
            <a:fillRect/>
          </a:stretch>
        </p:blipFill>
        <p:spPr>
          <a:xfrm>
            <a:off x="5203256" y="4113812"/>
            <a:ext cx="3539525" cy="1850905"/>
          </a:xfrm>
          <a:prstGeom prst="rect">
            <a:avLst/>
          </a:prstGeom>
        </p:spPr>
      </p:pic>
    </p:spTree>
    <p:extLst>
      <p:ext uri="{BB962C8B-B14F-4D97-AF65-F5344CB8AC3E}">
        <p14:creationId xmlns:p14="http://schemas.microsoft.com/office/powerpoint/2010/main" val="3506783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8C279-7F77-79FE-FE69-7105421936B2}"/>
              </a:ext>
            </a:extLst>
          </p:cNvPr>
          <p:cNvSpPr>
            <a:spLocks noGrp="1"/>
          </p:cNvSpPr>
          <p:nvPr>
            <p:ph type="title"/>
          </p:nvPr>
        </p:nvSpPr>
        <p:spPr/>
        <p:txBody>
          <a:bodyPr/>
          <a:lstStyle/>
          <a:p>
            <a:r>
              <a:rPr lang="en-US" dirty="0">
                <a:ea typeface="Open Sans"/>
                <a:cs typeface="Open Sans"/>
              </a:rPr>
              <a:t>Type mismatch</a:t>
            </a:r>
            <a:endParaRPr lang="en-US" dirty="0"/>
          </a:p>
        </p:txBody>
      </p:sp>
      <p:pic>
        <p:nvPicPr>
          <p:cNvPr id="5" name="Picture 5">
            <a:extLst>
              <a:ext uri="{FF2B5EF4-FFF2-40B4-BE49-F238E27FC236}">
                <a16:creationId xmlns:a16="http://schemas.microsoft.com/office/drawing/2014/main" id="{FC05BE57-EF52-A221-6B6E-3DEFB1D18F84}"/>
              </a:ext>
            </a:extLst>
          </p:cNvPr>
          <p:cNvPicPr>
            <a:picLocks noGrp="1" noChangeAspect="1"/>
          </p:cNvPicPr>
          <p:nvPr>
            <p:ph sz="half" idx="1"/>
          </p:nvPr>
        </p:nvPicPr>
        <p:blipFill>
          <a:blip r:embed="rId2"/>
          <a:stretch>
            <a:fillRect/>
          </a:stretch>
        </p:blipFill>
        <p:spPr>
          <a:xfrm>
            <a:off x="1619672" y="2710599"/>
            <a:ext cx="3456384" cy="523915"/>
          </a:xfrm>
        </p:spPr>
      </p:pic>
      <p:pic>
        <p:nvPicPr>
          <p:cNvPr id="6" name="Picture 6">
            <a:extLst>
              <a:ext uri="{FF2B5EF4-FFF2-40B4-BE49-F238E27FC236}">
                <a16:creationId xmlns:a16="http://schemas.microsoft.com/office/drawing/2014/main" id="{426166E8-DABA-3232-2936-3873B1C7C2F6}"/>
              </a:ext>
            </a:extLst>
          </p:cNvPr>
          <p:cNvPicPr>
            <a:picLocks noGrp="1" noChangeAspect="1"/>
          </p:cNvPicPr>
          <p:nvPr>
            <p:ph sz="half" idx="2"/>
          </p:nvPr>
        </p:nvPicPr>
        <p:blipFill>
          <a:blip r:embed="rId3"/>
          <a:stretch>
            <a:fillRect/>
          </a:stretch>
        </p:blipFill>
        <p:spPr>
          <a:xfrm>
            <a:off x="1625611" y="3304737"/>
            <a:ext cx="5522811" cy="514582"/>
          </a:xfrm>
        </p:spPr>
      </p:pic>
      <p:sp>
        <p:nvSpPr>
          <p:cNvPr id="7" name="TextBox 6">
            <a:extLst>
              <a:ext uri="{FF2B5EF4-FFF2-40B4-BE49-F238E27FC236}">
                <a16:creationId xmlns:a16="http://schemas.microsoft.com/office/drawing/2014/main" id="{A0DD2842-8BB9-0722-16A2-F59AA8BB06E0}"/>
              </a:ext>
            </a:extLst>
          </p:cNvPr>
          <p:cNvSpPr txBox="1"/>
          <p:nvPr/>
        </p:nvSpPr>
        <p:spPr>
          <a:xfrm>
            <a:off x="1674420" y="4037610"/>
            <a:ext cx="654330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This type mismatch can be fixed in several ways, most directly by converting everything to a common type:</a:t>
            </a:r>
          </a:p>
          <a:p>
            <a:r>
              <a:rPr lang="en-US" dirty="0">
                <a:ea typeface="+mn-lt"/>
                <a:cs typeface="+mn-lt"/>
              </a:rPr>
              <a:t>var compote = int(apples) + int(oranges)</a:t>
            </a:r>
            <a:endParaRPr lang="en-US" dirty="0"/>
          </a:p>
        </p:txBody>
      </p:sp>
    </p:spTree>
    <p:extLst>
      <p:ext uri="{BB962C8B-B14F-4D97-AF65-F5344CB8AC3E}">
        <p14:creationId xmlns:p14="http://schemas.microsoft.com/office/powerpoint/2010/main" val="641680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8C9C34E-D236-F09C-4A57-2242D77E2EAB}"/>
              </a:ext>
            </a:extLst>
          </p:cNvPr>
          <p:cNvSpPr>
            <a:spLocks noGrp="1"/>
          </p:cNvSpPr>
          <p:nvPr>
            <p:ph type="title"/>
          </p:nvPr>
        </p:nvSpPr>
        <p:spPr>
          <a:xfrm>
            <a:off x="1619672" y="1484784"/>
            <a:ext cx="7067128" cy="1143000"/>
          </a:xfrm>
        </p:spPr>
        <p:txBody>
          <a:bodyPr/>
          <a:lstStyle/>
          <a:p>
            <a:endParaRPr lang="en-US"/>
          </a:p>
        </p:txBody>
      </p:sp>
      <p:sp>
        <p:nvSpPr>
          <p:cNvPr id="3" name="Content Placeholder 2">
            <a:extLst>
              <a:ext uri="{FF2B5EF4-FFF2-40B4-BE49-F238E27FC236}">
                <a16:creationId xmlns:a16="http://schemas.microsoft.com/office/drawing/2014/main" id="{520EB2C5-E55F-CF84-322E-5B3F67A92ED2}"/>
              </a:ext>
            </a:extLst>
          </p:cNvPr>
          <p:cNvSpPr>
            <a:spLocks noGrp="1"/>
          </p:cNvSpPr>
          <p:nvPr>
            <p:ph sz="half" idx="1"/>
          </p:nvPr>
        </p:nvSpPr>
        <p:spPr>
          <a:xfrm>
            <a:off x="1619672" y="2636912"/>
            <a:ext cx="3456384" cy="3489251"/>
          </a:xfrm>
        </p:spPr>
        <p:txBody>
          <a:bodyPr vert="horz" lIns="91440" tIns="45720" rIns="91440" bIns="45720" rtlCol="0">
            <a:normAutofit/>
          </a:bodyPr>
          <a:lstStyle/>
          <a:p>
            <a:pPr>
              <a:lnSpc>
                <a:spcPct val="90000"/>
              </a:lnSpc>
            </a:pPr>
            <a:r>
              <a:rPr lang="en-US" sz="1700"/>
              <a:t>Many integer-to-integer conversions do not entail any change in value; they just tell the compiler how to interpret a value</a:t>
            </a:r>
          </a:p>
          <a:p>
            <a:pPr>
              <a:lnSpc>
                <a:spcPct val="90000"/>
              </a:lnSpc>
            </a:pPr>
            <a:r>
              <a:rPr lang="en-US" sz="1700"/>
              <a:t>But a conversion that narrows a big integer into a smaller one, or a conversion from integer to floating-point or vice versa, may change the value or lose precision</a:t>
            </a:r>
          </a:p>
        </p:txBody>
      </p:sp>
      <p:pic>
        <p:nvPicPr>
          <p:cNvPr id="5" name="Picture 5">
            <a:extLst>
              <a:ext uri="{FF2B5EF4-FFF2-40B4-BE49-F238E27FC236}">
                <a16:creationId xmlns:a16="http://schemas.microsoft.com/office/drawing/2014/main" id="{48CF6B61-EBC5-CC21-A68A-E267F9CCDA10}"/>
              </a:ext>
            </a:extLst>
          </p:cNvPr>
          <p:cNvPicPr>
            <a:picLocks noGrp="1" noChangeAspect="1"/>
          </p:cNvPicPr>
          <p:nvPr>
            <p:ph sz="half" idx="2"/>
          </p:nvPr>
        </p:nvPicPr>
        <p:blipFill>
          <a:blip r:embed="rId2"/>
          <a:stretch>
            <a:fillRect/>
          </a:stretch>
        </p:blipFill>
        <p:spPr>
          <a:xfrm>
            <a:off x="5148064" y="3739193"/>
            <a:ext cx="3538736" cy="1284689"/>
          </a:xfrm>
          <a:noFill/>
        </p:spPr>
      </p:pic>
    </p:spTree>
    <p:extLst>
      <p:ext uri="{BB962C8B-B14F-4D97-AF65-F5344CB8AC3E}">
        <p14:creationId xmlns:p14="http://schemas.microsoft.com/office/powerpoint/2010/main" val="1023137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0939B-1912-19BF-95D6-921DA8E5B235}"/>
              </a:ext>
            </a:extLst>
          </p:cNvPr>
          <p:cNvSpPr>
            <a:spLocks noGrp="1"/>
          </p:cNvSpPr>
          <p:nvPr>
            <p:ph type="title"/>
          </p:nvPr>
        </p:nvSpPr>
        <p:spPr/>
        <p:txBody>
          <a:bodyPr/>
          <a:lstStyle/>
          <a:p>
            <a:r>
              <a:rPr lang="en-US" dirty="0">
                <a:ea typeface="Open Sans"/>
                <a:cs typeface="Open Sans"/>
              </a:rPr>
              <a:t>Floating Point Numbers</a:t>
            </a:r>
            <a:endParaRPr lang="en-US" dirty="0"/>
          </a:p>
        </p:txBody>
      </p:sp>
      <p:sp>
        <p:nvSpPr>
          <p:cNvPr id="3" name="Content Placeholder 2">
            <a:extLst>
              <a:ext uri="{FF2B5EF4-FFF2-40B4-BE49-F238E27FC236}">
                <a16:creationId xmlns:a16="http://schemas.microsoft.com/office/drawing/2014/main" id="{5650DAAE-99C8-24A7-E56D-EAA1743C11FF}"/>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Go provides two sizes of floating-point numbers, float32 and float64. Their arithmetic properties are governed by the IEEE 754 standard implemented by all modern CPUs.</a:t>
            </a:r>
          </a:p>
          <a:p>
            <a:r>
              <a:rPr lang="en-US" dirty="0">
                <a:ea typeface="Open Sans"/>
                <a:cs typeface="Open Sans"/>
              </a:rPr>
              <a:t>he limits of floating-point values can be found in the math package</a:t>
            </a:r>
          </a:p>
          <a:p>
            <a:r>
              <a:rPr lang="en-US" dirty="0">
                <a:ea typeface="Open Sans"/>
                <a:cs typeface="Open Sans"/>
              </a:rPr>
              <a:t>The constant math.MaxFloat32, the largest float32, is about 3.4e38, and math.MaxFloat64 is about 1.8e308</a:t>
            </a:r>
          </a:p>
          <a:p>
            <a:r>
              <a:rPr lang="en-US" dirty="0">
                <a:ea typeface="Open Sans"/>
                <a:cs typeface="Open Sans"/>
              </a:rPr>
              <a:t>A float32 provides approximately six decimal digits of precision, whereas a float64 provides about 15 digits</a:t>
            </a:r>
            <a:endParaRPr lang="en-US" dirty="0"/>
          </a:p>
        </p:txBody>
      </p:sp>
    </p:spTree>
    <p:extLst>
      <p:ext uri="{BB962C8B-B14F-4D97-AF65-F5344CB8AC3E}">
        <p14:creationId xmlns:p14="http://schemas.microsoft.com/office/powerpoint/2010/main" val="1095013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4427B2-CDB4-2368-779F-A6E43BE8B3B8}"/>
              </a:ext>
            </a:extLst>
          </p:cNvPr>
          <p:cNvSpPr>
            <a:spLocks noGrp="1"/>
          </p:cNvSpPr>
          <p:nvPr>
            <p:ph idx="1"/>
          </p:nvPr>
        </p:nvSpPr>
        <p:spPr>
          <a:xfrm>
            <a:off x="1619672" y="1572988"/>
            <a:ext cx="7067128" cy="4553175"/>
          </a:xfrm>
        </p:spPr>
        <p:txBody>
          <a:bodyPr vert="horz" lIns="91440" tIns="45720" rIns="91440" bIns="45720" rtlCol="0" anchor="t">
            <a:normAutofit/>
          </a:bodyPr>
          <a:lstStyle/>
          <a:p>
            <a:r>
              <a:rPr lang="en-US" dirty="0">
                <a:ea typeface="Open Sans"/>
                <a:cs typeface="Open Sans"/>
              </a:rPr>
              <a:t>Floating-point values are conveniently printed with </a:t>
            </a:r>
            <a:r>
              <a:rPr lang="en-US" dirty="0" err="1">
                <a:ea typeface="Open Sans"/>
                <a:cs typeface="Open Sans"/>
              </a:rPr>
              <a:t>Printf’s</a:t>
            </a:r>
            <a:r>
              <a:rPr lang="en-US" dirty="0">
                <a:ea typeface="Open Sans"/>
                <a:cs typeface="Open Sans"/>
              </a:rPr>
              <a:t> %g verb, which chooses the most compact representation that has adequate precision, but for tables of data, the %e (exponent) or %f (no exponent) forms may be more appropriate</a:t>
            </a:r>
          </a:p>
          <a:p>
            <a:endParaRPr lang="en-US" dirty="0">
              <a:ea typeface="Open Sans"/>
              <a:cs typeface="Open Sans"/>
            </a:endParaRPr>
          </a:p>
        </p:txBody>
      </p:sp>
      <p:pic>
        <p:nvPicPr>
          <p:cNvPr id="4" name="Picture 4">
            <a:extLst>
              <a:ext uri="{FF2B5EF4-FFF2-40B4-BE49-F238E27FC236}">
                <a16:creationId xmlns:a16="http://schemas.microsoft.com/office/drawing/2014/main" id="{06E7C50C-11F7-416A-B4B7-B918E750DE59}"/>
              </a:ext>
            </a:extLst>
          </p:cNvPr>
          <p:cNvPicPr>
            <a:picLocks noChangeAspect="1"/>
          </p:cNvPicPr>
          <p:nvPr/>
        </p:nvPicPr>
        <p:blipFill>
          <a:blip r:embed="rId2"/>
          <a:stretch>
            <a:fillRect/>
          </a:stretch>
        </p:blipFill>
        <p:spPr>
          <a:xfrm>
            <a:off x="2021457" y="3299960"/>
            <a:ext cx="6610709" cy="746909"/>
          </a:xfrm>
          <a:prstGeom prst="rect">
            <a:avLst/>
          </a:prstGeom>
        </p:spPr>
      </p:pic>
      <p:pic>
        <p:nvPicPr>
          <p:cNvPr id="5" name="Picture 5" descr="Graphical user interface, text&#10;&#10;Description automatically generated">
            <a:extLst>
              <a:ext uri="{FF2B5EF4-FFF2-40B4-BE49-F238E27FC236}">
                <a16:creationId xmlns:a16="http://schemas.microsoft.com/office/drawing/2014/main" id="{B2C445F9-F2F5-9D34-26B5-9CE6707E1A36}"/>
              </a:ext>
            </a:extLst>
          </p:cNvPr>
          <p:cNvPicPr>
            <a:picLocks noChangeAspect="1"/>
          </p:cNvPicPr>
          <p:nvPr/>
        </p:nvPicPr>
        <p:blipFill>
          <a:blip r:embed="rId3"/>
          <a:stretch>
            <a:fillRect/>
          </a:stretch>
        </p:blipFill>
        <p:spPr>
          <a:xfrm>
            <a:off x="2021457" y="3986509"/>
            <a:ext cx="6668218" cy="2134265"/>
          </a:xfrm>
          <a:prstGeom prst="rect">
            <a:avLst/>
          </a:prstGeom>
        </p:spPr>
      </p:pic>
    </p:spTree>
    <p:extLst>
      <p:ext uri="{BB962C8B-B14F-4D97-AF65-F5344CB8AC3E}">
        <p14:creationId xmlns:p14="http://schemas.microsoft.com/office/powerpoint/2010/main" val="1426729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Text, letter&#10;&#10;Description automatically generated">
            <a:extLst>
              <a:ext uri="{FF2B5EF4-FFF2-40B4-BE49-F238E27FC236}">
                <a16:creationId xmlns:a16="http://schemas.microsoft.com/office/drawing/2014/main" id="{B69FD141-4ADF-0E94-5691-6D65F816092A}"/>
              </a:ext>
            </a:extLst>
          </p:cNvPr>
          <p:cNvPicPr>
            <a:picLocks noGrp="1" noChangeAspect="1"/>
          </p:cNvPicPr>
          <p:nvPr>
            <p:ph idx="1"/>
          </p:nvPr>
        </p:nvPicPr>
        <p:blipFill>
          <a:blip r:embed="rId2"/>
          <a:stretch>
            <a:fillRect/>
          </a:stretch>
        </p:blipFill>
        <p:spPr>
          <a:xfrm>
            <a:off x="3138439" y="178384"/>
            <a:ext cx="4288385" cy="2410950"/>
          </a:xfrm>
        </p:spPr>
      </p:pic>
      <p:pic>
        <p:nvPicPr>
          <p:cNvPr id="5" name="Picture 5" descr="Text, letter&#10;&#10;Description automatically generated">
            <a:extLst>
              <a:ext uri="{FF2B5EF4-FFF2-40B4-BE49-F238E27FC236}">
                <a16:creationId xmlns:a16="http://schemas.microsoft.com/office/drawing/2014/main" id="{DBEC9A96-CCA2-A5B6-7D80-ED75F06BC947}"/>
              </a:ext>
            </a:extLst>
          </p:cNvPr>
          <p:cNvPicPr>
            <a:picLocks noChangeAspect="1"/>
          </p:cNvPicPr>
          <p:nvPr/>
        </p:nvPicPr>
        <p:blipFill>
          <a:blip r:embed="rId3"/>
          <a:stretch>
            <a:fillRect/>
          </a:stretch>
        </p:blipFill>
        <p:spPr>
          <a:xfrm>
            <a:off x="3142890" y="2599142"/>
            <a:ext cx="3979652" cy="4075111"/>
          </a:xfrm>
          <a:prstGeom prst="rect">
            <a:avLst/>
          </a:prstGeom>
        </p:spPr>
      </p:pic>
    </p:spTree>
    <p:extLst>
      <p:ext uri="{BB962C8B-B14F-4D97-AF65-F5344CB8AC3E}">
        <p14:creationId xmlns:p14="http://schemas.microsoft.com/office/powerpoint/2010/main" val="2467367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44284CFD-DE57-8570-D06B-E11E3A0A1F6A}"/>
              </a:ext>
            </a:extLst>
          </p:cNvPr>
          <p:cNvPicPr>
            <a:picLocks noGrp="1" noChangeAspect="1"/>
          </p:cNvPicPr>
          <p:nvPr>
            <p:ph idx="1"/>
          </p:nvPr>
        </p:nvPicPr>
        <p:blipFill>
          <a:blip r:embed="rId2"/>
          <a:stretch>
            <a:fillRect/>
          </a:stretch>
        </p:blipFill>
        <p:spPr>
          <a:xfrm>
            <a:off x="1930240" y="1501102"/>
            <a:ext cx="6489124" cy="4409401"/>
          </a:xfrm>
        </p:spPr>
      </p:pic>
    </p:spTree>
    <p:extLst>
      <p:ext uri="{BB962C8B-B14F-4D97-AF65-F5344CB8AC3E}">
        <p14:creationId xmlns:p14="http://schemas.microsoft.com/office/powerpoint/2010/main" val="3078249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4BEC-FF96-FC5A-72BF-D005EC927A1B}"/>
              </a:ext>
            </a:extLst>
          </p:cNvPr>
          <p:cNvSpPr>
            <a:spLocks noGrp="1"/>
          </p:cNvSpPr>
          <p:nvPr>
            <p:ph type="title"/>
          </p:nvPr>
        </p:nvSpPr>
        <p:spPr/>
        <p:txBody>
          <a:bodyPr/>
          <a:lstStyle/>
          <a:p>
            <a:r>
              <a:rPr lang="en-US" dirty="0">
                <a:ea typeface="Open Sans"/>
                <a:cs typeface="Open Sans"/>
              </a:rPr>
              <a:t>Complex Number</a:t>
            </a:r>
            <a:endParaRPr lang="en-US" dirty="0"/>
          </a:p>
        </p:txBody>
      </p:sp>
      <p:sp>
        <p:nvSpPr>
          <p:cNvPr id="3" name="Content Placeholder 2">
            <a:extLst>
              <a:ext uri="{FF2B5EF4-FFF2-40B4-BE49-F238E27FC236}">
                <a16:creationId xmlns:a16="http://schemas.microsoft.com/office/drawing/2014/main" id="{C5DD9761-A642-A353-EF97-9A7E84B0FF2B}"/>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Go provides two sizes of complex numbers, complex64 and complex128, whose components are float32 and float64 respectively</a:t>
            </a:r>
          </a:p>
          <a:p>
            <a:r>
              <a:rPr lang="en-US" dirty="0">
                <a:ea typeface="Open Sans"/>
                <a:cs typeface="Open Sans"/>
              </a:rPr>
              <a:t>The built-in function complex creates a complex number from its real and imaginary components, and the built-in real and </a:t>
            </a:r>
            <a:r>
              <a:rPr lang="en-US" dirty="0" err="1">
                <a:ea typeface="Open Sans"/>
                <a:cs typeface="Open Sans"/>
              </a:rPr>
              <a:t>imag</a:t>
            </a:r>
            <a:r>
              <a:rPr lang="en-US" dirty="0">
                <a:ea typeface="Open Sans"/>
                <a:cs typeface="Open Sans"/>
              </a:rPr>
              <a:t> functions extract those components</a:t>
            </a:r>
          </a:p>
          <a:p>
            <a:endParaRPr lang="en-US" dirty="0">
              <a:ea typeface="Open Sans"/>
              <a:cs typeface="Open Sans"/>
            </a:endParaRPr>
          </a:p>
        </p:txBody>
      </p:sp>
      <p:pic>
        <p:nvPicPr>
          <p:cNvPr id="4" name="Picture 4" descr="Text, letter&#10;&#10;Description automatically generated">
            <a:extLst>
              <a:ext uri="{FF2B5EF4-FFF2-40B4-BE49-F238E27FC236}">
                <a16:creationId xmlns:a16="http://schemas.microsoft.com/office/drawing/2014/main" id="{96E8037A-0C22-E2D9-A5FC-56FE0ACCC0A1}"/>
              </a:ext>
            </a:extLst>
          </p:cNvPr>
          <p:cNvPicPr>
            <a:picLocks noChangeAspect="1"/>
          </p:cNvPicPr>
          <p:nvPr/>
        </p:nvPicPr>
        <p:blipFill>
          <a:blip r:embed="rId2"/>
          <a:stretch>
            <a:fillRect/>
          </a:stretch>
        </p:blipFill>
        <p:spPr>
          <a:xfrm>
            <a:off x="2682815" y="4977325"/>
            <a:ext cx="5086709" cy="1403462"/>
          </a:xfrm>
          <a:prstGeom prst="rect">
            <a:avLst/>
          </a:prstGeom>
        </p:spPr>
      </p:pic>
    </p:spTree>
    <p:extLst>
      <p:ext uri="{BB962C8B-B14F-4D97-AF65-F5344CB8AC3E}">
        <p14:creationId xmlns:p14="http://schemas.microsoft.com/office/powerpoint/2010/main" val="2189213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EE7B6-E5C0-D655-D436-861FD3A5DD7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31BE830-678B-32CF-F6B1-2A4E5A562297}"/>
              </a:ext>
            </a:extLst>
          </p:cNvPr>
          <p:cNvSpPr>
            <a:spLocks noGrp="1"/>
          </p:cNvSpPr>
          <p:nvPr>
            <p:ph idx="1"/>
          </p:nvPr>
        </p:nvSpPr>
        <p:spPr/>
        <p:txBody>
          <a:bodyPr vert="horz" lIns="91440" tIns="45720" rIns="91440" bIns="45720" rtlCol="0" anchor="t">
            <a:normAutofit lnSpcReduction="10000"/>
          </a:bodyPr>
          <a:lstStyle/>
          <a:p>
            <a:r>
              <a:rPr lang="en-US" dirty="0">
                <a:ea typeface="Open Sans"/>
                <a:cs typeface="Open Sans"/>
              </a:rPr>
              <a:t>If a floating-point literal or decimal integer literal is immediately followed by </a:t>
            </a:r>
            <a:r>
              <a:rPr lang="en-US" dirty="0" err="1">
                <a:ea typeface="Open Sans"/>
                <a:cs typeface="Open Sans"/>
              </a:rPr>
              <a:t>i</a:t>
            </a:r>
            <a:r>
              <a:rPr lang="en-US" dirty="0">
                <a:ea typeface="Open Sans"/>
                <a:cs typeface="Open Sans"/>
              </a:rPr>
              <a:t>, such as 3.141592i or 2i, it becomes an imaginary literal, denoting a complex number with a zero real component</a:t>
            </a:r>
          </a:p>
          <a:p>
            <a:endParaRPr lang="en-US" dirty="0">
              <a:ea typeface="Open Sans"/>
              <a:cs typeface="Open Sans"/>
            </a:endParaRPr>
          </a:p>
          <a:p>
            <a:endParaRPr lang="en-US" dirty="0">
              <a:ea typeface="Open Sans"/>
              <a:cs typeface="Open Sans"/>
            </a:endParaRPr>
          </a:p>
          <a:p>
            <a:r>
              <a:rPr lang="en-US" dirty="0">
                <a:ea typeface="Open Sans"/>
                <a:cs typeface="Open Sans"/>
              </a:rPr>
              <a:t>Under the rules for constant arithmetic, complex constants can be added to other constants (integer or floating point, real or imaginary), allowing us to write complex numbers naturally, like 1+2i, or equivalently, 2i+1</a:t>
            </a:r>
            <a:endParaRPr lang="en-US">
              <a:ea typeface="Open Sans"/>
              <a:cs typeface="Open Sans"/>
            </a:endParaRPr>
          </a:p>
          <a:p>
            <a:endParaRPr lang="en-US" dirty="0">
              <a:ea typeface="Open Sans"/>
              <a:cs typeface="Open Sans"/>
            </a:endParaRPr>
          </a:p>
        </p:txBody>
      </p:sp>
      <p:pic>
        <p:nvPicPr>
          <p:cNvPr id="4" name="Picture 4">
            <a:extLst>
              <a:ext uri="{FF2B5EF4-FFF2-40B4-BE49-F238E27FC236}">
                <a16:creationId xmlns:a16="http://schemas.microsoft.com/office/drawing/2014/main" id="{FAD6B162-DC52-932A-C804-8456E0A32335}"/>
              </a:ext>
            </a:extLst>
          </p:cNvPr>
          <p:cNvPicPr>
            <a:picLocks noChangeAspect="1"/>
          </p:cNvPicPr>
          <p:nvPr/>
        </p:nvPicPr>
        <p:blipFill>
          <a:blip r:embed="rId2"/>
          <a:stretch>
            <a:fillRect/>
          </a:stretch>
        </p:blipFill>
        <p:spPr>
          <a:xfrm>
            <a:off x="2625306" y="3924444"/>
            <a:ext cx="4641011" cy="461225"/>
          </a:xfrm>
          <a:prstGeom prst="rect">
            <a:avLst/>
          </a:prstGeom>
        </p:spPr>
      </p:pic>
      <p:pic>
        <p:nvPicPr>
          <p:cNvPr id="5" name="Picture 5">
            <a:extLst>
              <a:ext uri="{FF2B5EF4-FFF2-40B4-BE49-F238E27FC236}">
                <a16:creationId xmlns:a16="http://schemas.microsoft.com/office/drawing/2014/main" id="{1FABD6B4-5197-FD27-D5F8-C36F8ACE2A8D}"/>
              </a:ext>
            </a:extLst>
          </p:cNvPr>
          <p:cNvPicPr>
            <a:picLocks noChangeAspect="1"/>
          </p:cNvPicPr>
          <p:nvPr/>
        </p:nvPicPr>
        <p:blipFill>
          <a:blip r:embed="rId3"/>
          <a:stretch>
            <a:fillRect/>
          </a:stretch>
        </p:blipFill>
        <p:spPr>
          <a:xfrm>
            <a:off x="2907911" y="5745013"/>
            <a:ext cx="2364895" cy="788238"/>
          </a:xfrm>
          <a:prstGeom prst="rect">
            <a:avLst/>
          </a:prstGeom>
        </p:spPr>
      </p:pic>
    </p:spTree>
    <p:extLst>
      <p:ext uri="{BB962C8B-B14F-4D97-AF65-F5344CB8AC3E}">
        <p14:creationId xmlns:p14="http://schemas.microsoft.com/office/powerpoint/2010/main" val="544600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D5314-8D63-3544-5356-087309CC5B3F}"/>
              </a:ext>
            </a:extLst>
          </p:cNvPr>
          <p:cNvSpPr>
            <a:spLocks noGrp="1"/>
          </p:cNvSpPr>
          <p:nvPr>
            <p:ph type="title"/>
          </p:nvPr>
        </p:nvSpPr>
        <p:spPr>
          <a:xfrm>
            <a:off x="1921597" y="147690"/>
            <a:ext cx="7067128" cy="625416"/>
          </a:xfrm>
        </p:spPr>
        <p:txBody>
          <a:bodyPr/>
          <a:lstStyle/>
          <a:p>
            <a:r>
              <a:rPr lang="en-US" dirty="0" err="1">
                <a:ea typeface="Open Sans"/>
                <a:cs typeface="Open Sans"/>
              </a:rPr>
              <a:t>Mandlebrot</a:t>
            </a:r>
            <a:r>
              <a:rPr lang="en-US" dirty="0">
                <a:ea typeface="Open Sans"/>
                <a:cs typeface="Open Sans"/>
              </a:rPr>
              <a:t> set</a:t>
            </a:r>
            <a:endParaRPr lang="en-US" dirty="0"/>
          </a:p>
        </p:txBody>
      </p:sp>
      <p:pic>
        <p:nvPicPr>
          <p:cNvPr id="4" name="Picture 4" descr="Graphical user interface, text&#10;&#10;Description automatically generated">
            <a:extLst>
              <a:ext uri="{FF2B5EF4-FFF2-40B4-BE49-F238E27FC236}">
                <a16:creationId xmlns:a16="http://schemas.microsoft.com/office/drawing/2014/main" id="{7B1D36CD-AEEE-24E1-8387-7E2447E64F9E}"/>
              </a:ext>
            </a:extLst>
          </p:cNvPr>
          <p:cNvPicPr>
            <a:picLocks noGrp="1" noChangeAspect="1"/>
          </p:cNvPicPr>
          <p:nvPr>
            <p:ph idx="1"/>
          </p:nvPr>
        </p:nvPicPr>
        <p:blipFill>
          <a:blip r:embed="rId2"/>
          <a:stretch>
            <a:fillRect/>
          </a:stretch>
        </p:blipFill>
        <p:spPr>
          <a:xfrm>
            <a:off x="3274295" y="1114103"/>
            <a:ext cx="4476750" cy="1847850"/>
          </a:xfrm>
        </p:spPr>
      </p:pic>
      <p:pic>
        <p:nvPicPr>
          <p:cNvPr id="5" name="Picture 5" descr="Text, letter&#10;&#10;Description automatically generated">
            <a:extLst>
              <a:ext uri="{FF2B5EF4-FFF2-40B4-BE49-F238E27FC236}">
                <a16:creationId xmlns:a16="http://schemas.microsoft.com/office/drawing/2014/main" id="{4C6688EE-4659-4479-0BFA-E533428031B6}"/>
              </a:ext>
            </a:extLst>
          </p:cNvPr>
          <p:cNvPicPr>
            <a:picLocks noChangeAspect="1"/>
          </p:cNvPicPr>
          <p:nvPr/>
        </p:nvPicPr>
        <p:blipFill>
          <a:blip r:embed="rId3"/>
          <a:stretch>
            <a:fillRect/>
          </a:stretch>
        </p:blipFill>
        <p:spPr>
          <a:xfrm>
            <a:off x="3272287" y="2972838"/>
            <a:ext cx="3533954" cy="3687154"/>
          </a:xfrm>
          <a:prstGeom prst="rect">
            <a:avLst/>
          </a:prstGeom>
        </p:spPr>
      </p:pic>
    </p:spTree>
    <p:extLst>
      <p:ext uri="{BB962C8B-B14F-4D97-AF65-F5344CB8AC3E}">
        <p14:creationId xmlns:p14="http://schemas.microsoft.com/office/powerpoint/2010/main" val="1266768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17AE5-D4FA-DC3C-0C82-FF47F4E7F62C}"/>
              </a:ext>
            </a:extLst>
          </p:cNvPr>
          <p:cNvSpPr>
            <a:spLocks noGrp="1"/>
          </p:cNvSpPr>
          <p:nvPr>
            <p:ph type="title"/>
          </p:nvPr>
        </p:nvSpPr>
        <p:spPr/>
        <p:txBody>
          <a:bodyPr/>
          <a:lstStyle/>
          <a:p>
            <a:r>
              <a:rPr lang="en-US" dirty="0">
                <a:ea typeface="Open Sans"/>
                <a:cs typeface="Open Sans"/>
              </a:rPr>
              <a:t>Booleans</a:t>
            </a:r>
            <a:endParaRPr lang="en-US" dirty="0"/>
          </a:p>
        </p:txBody>
      </p:sp>
      <p:sp>
        <p:nvSpPr>
          <p:cNvPr id="3" name="Content Placeholder 2">
            <a:extLst>
              <a:ext uri="{FF2B5EF4-FFF2-40B4-BE49-F238E27FC236}">
                <a16:creationId xmlns:a16="http://schemas.microsoft.com/office/drawing/2014/main" id="{3D73FCDC-7A65-65FC-949F-057302CC64F2}"/>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A value of type bool, or </a:t>
            </a:r>
            <a:r>
              <a:rPr lang="en-US" dirty="0" err="1">
                <a:ea typeface="Open Sans"/>
                <a:cs typeface="Open Sans"/>
              </a:rPr>
              <a:t>boolean</a:t>
            </a:r>
            <a:r>
              <a:rPr lang="en-US" dirty="0">
                <a:ea typeface="Open Sans"/>
                <a:cs typeface="Open Sans"/>
              </a:rPr>
              <a:t>, has only two possible values, true and false.</a:t>
            </a:r>
          </a:p>
          <a:p>
            <a:r>
              <a:rPr lang="en-US" dirty="0">
                <a:ea typeface="Open Sans"/>
                <a:cs typeface="Open Sans"/>
              </a:rPr>
              <a:t>The conditions in if and for statements are </a:t>
            </a:r>
            <a:r>
              <a:rPr lang="en-US" dirty="0" err="1">
                <a:ea typeface="Open Sans"/>
                <a:cs typeface="Open Sans"/>
              </a:rPr>
              <a:t>booleans</a:t>
            </a:r>
            <a:r>
              <a:rPr lang="en-US" dirty="0">
                <a:ea typeface="Open Sans"/>
                <a:cs typeface="Open Sans"/>
              </a:rPr>
              <a:t>, and comparison operators like == and &lt; produce a </a:t>
            </a:r>
            <a:r>
              <a:rPr lang="en-US" dirty="0" err="1">
                <a:ea typeface="Open Sans"/>
                <a:cs typeface="Open Sans"/>
              </a:rPr>
              <a:t>boolean</a:t>
            </a:r>
            <a:r>
              <a:rPr lang="en-US" dirty="0">
                <a:ea typeface="Open Sans"/>
                <a:cs typeface="Open Sans"/>
              </a:rPr>
              <a:t> result</a:t>
            </a:r>
          </a:p>
          <a:p>
            <a:r>
              <a:rPr lang="en-US" dirty="0">
                <a:ea typeface="Open Sans"/>
                <a:cs typeface="Open Sans"/>
              </a:rPr>
              <a:t>The unary operator ! is logical negation, so !true is false, or, one might say, (!true==false)==true, although as a matter of style, we always simplify redundant </a:t>
            </a:r>
            <a:r>
              <a:rPr lang="en-US" dirty="0" err="1">
                <a:ea typeface="Open Sans"/>
                <a:cs typeface="Open Sans"/>
              </a:rPr>
              <a:t>boolean</a:t>
            </a:r>
            <a:r>
              <a:rPr lang="en-US" dirty="0">
                <a:ea typeface="Open Sans"/>
                <a:cs typeface="Open Sans"/>
              </a:rPr>
              <a:t> expressions like x==true to x.</a:t>
            </a:r>
            <a:endParaRPr lang="en-US" dirty="0"/>
          </a:p>
        </p:txBody>
      </p:sp>
    </p:spTree>
    <p:extLst>
      <p:ext uri="{BB962C8B-B14F-4D97-AF65-F5344CB8AC3E}">
        <p14:creationId xmlns:p14="http://schemas.microsoft.com/office/powerpoint/2010/main" val="343948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12AD6-D1BA-E58F-7F6F-2E3D1373C327}"/>
              </a:ext>
            </a:extLst>
          </p:cNvPr>
          <p:cNvSpPr>
            <a:spLocks noGrp="1"/>
          </p:cNvSpPr>
          <p:nvPr>
            <p:ph type="title"/>
          </p:nvPr>
        </p:nvSpPr>
        <p:spPr/>
        <p:txBody>
          <a:bodyPr/>
          <a:lstStyle/>
          <a:p>
            <a:r>
              <a:rPr lang="en-US" dirty="0">
                <a:ea typeface="Open Sans"/>
                <a:cs typeface="Open Sans"/>
              </a:rPr>
              <a:t>Strings</a:t>
            </a:r>
            <a:endParaRPr lang="en-US" dirty="0"/>
          </a:p>
        </p:txBody>
      </p:sp>
      <p:sp>
        <p:nvSpPr>
          <p:cNvPr id="3" name="Content Placeholder 2">
            <a:extLst>
              <a:ext uri="{FF2B5EF4-FFF2-40B4-BE49-F238E27FC236}">
                <a16:creationId xmlns:a16="http://schemas.microsoft.com/office/drawing/2014/main" id="{14C480D8-B923-1314-2CB0-DA2573F6504E}"/>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A string is an immutable sequence of bytes</a:t>
            </a:r>
          </a:p>
          <a:p>
            <a:r>
              <a:rPr lang="en-US" dirty="0">
                <a:ea typeface="Open Sans"/>
                <a:cs typeface="Open Sans"/>
              </a:rPr>
              <a:t>Strings may contain arbitrary data, including bytes with value 0, but usually they contain human-readable text</a:t>
            </a:r>
          </a:p>
          <a:p>
            <a:r>
              <a:rPr lang="en-US" dirty="0">
                <a:ea typeface="Open Sans"/>
                <a:cs typeface="Open Sans"/>
              </a:rPr>
              <a:t>The built-in </a:t>
            </a:r>
            <a:r>
              <a:rPr lang="en-US" dirty="0" err="1">
                <a:ea typeface="Open Sans"/>
                <a:cs typeface="Open Sans"/>
              </a:rPr>
              <a:t>len</a:t>
            </a:r>
            <a:r>
              <a:rPr lang="en-US" dirty="0">
                <a:ea typeface="Open Sans"/>
                <a:cs typeface="Open Sans"/>
              </a:rPr>
              <a:t> function returns the number of bytes (not runes) in a string, and the index operation s[</a:t>
            </a:r>
            <a:r>
              <a:rPr lang="en-US" dirty="0" err="1">
                <a:ea typeface="Open Sans"/>
                <a:cs typeface="Open Sans"/>
              </a:rPr>
              <a:t>i</a:t>
            </a:r>
            <a:r>
              <a:rPr lang="en-US" dirty="0">
                <a:ea typeface="Open Sans"/>
                <a:cs typeface="Open Sans"/>
              </a:rPr>
              <a:t>] retrieves the </a:t>
            </a:r>
            <a:r>
              <a:rPr lang="en-US" dirty="0" err="1">
                <a:ea typeface="Open Sans"/>
                <a:cs typeface="Open Sans"/>
              </a:rPr>
              <a:t>i-th</a:t>
            </a:r>
            <a:r>
              <a:rPr lang="en-US" dirty="0">
                <a:ea typeface="Open Sans"/>
                <a:cs typeface="Open Sans"/>
              </a:rPr>
              <a:t> byte of string s, where 0 ≤ </a:t>
            </a:r>
            <a:r>
              <a:rPr lang="en-US" dirty="0" err="1">
                <a:ea typeface="Open Sans"/>
                <a:cs typeface="Open Sans"/>
              </a:rPr>
              <a:t>i</a:t>
            </a:r>
            <a:r>
              <a:rPr lang="en-US" dirty="0">
                <a:ea typeface="Open Sans"/>
                <a:cs typeface="Open Sans"/>
              </a:rPr>
              <a:t> &lt; </a:t>
            </a:r>
            <a:r>
              <a:rPr lang="en-US" dirty="0" err="1">
                <a:ea typeface="Open Sans"/>
                <a:cs typeface="Open Sans"/>
              </a:rPr>
              <a:t>len</a:t>
            </a:r>
            <a:r>
              <a:rPr lang="en-US" dirty="0">
                <a:ea typeface="Open Sans"/>
                <a:cs typeface="Open Sans"/>
              </a:rPr>
              <a:t>(s).</a:t>
            </a:r>
          </a:p>
          <a:p>
            <a:endParaRPr lang="en-US" dirty="0">
              <a:ea typeface="Open Sans"/>
              <a:cs typeface="Open Sans"/>
            </a:endParaRPr>
          </a:p>
        </p:txBody>
      </p:sp>
      <p:pic>
        <p:nvPicPr>
          <p:cNvPr id="4" name="Picture 4" descr="Text, letter&#10;&#10;Description automatically generated">
            <a:extLst>
              <a:ext uri="{FF2B5EF4-FFF2-40B4-BE49-F238E27FC236}">
                <a16:creationId xmlns:a16="http://schemas.microsoft.com/office/drawing/2014/main" id="{6D89184F-062B-2AB2-7AE8-E1EFED30DFF9}"/>
              </a:ext>
            </a:extLst>
          </p:cNvPr>
          <p:cNvPicPr>
            <a:picLocks noChangeAspect="1"/>
          </p:cNvPicPr>
          <p:nvPr/>
        </p:nvPicPr>
        <p:blipFill>
          <a:blip r:embed="rId2"/>
          <a:stretch>
            <a:fillRect/>
          </a:stretch>
        </p:blipFill>
        <p:spPr>
          <a:xfrm>
            <a:off x="2007079" y="4688393"/>
            <a:ext cx="5704935" cy="859894"/>
          </a:xfrm>
          <a:prstGeom prst="rect">
            <a:avLst/>
          </a:prstGeom>
        </p:spPr>
      </p:pic>
    </p:spTree>
    <p:extLst>
      <p:ext uri="{BB962C8B-B14F-4D97-AF65-F5344CB8AC3E}">
        <p14:creationId xmlns:p14="http://schemas.microsoft.com/office/powerpoint/2010/main" val="2107620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A6406-6C6F-F42B-06FC-2935C32410F2}"/>
              </a:ext>
            </a:extLst>
          </p:cNvPr>
          <p:cNvSpPr>
            <a:spLocks noGrp="1"/>
          </p:cNvSpPr>
          <p:nvPr>
            <p:ph type="title"/>
          </p:nvPr>
        </p:nvSpPr>
        <p:spPr/>
        <p:txBody>
          <a:bodyPr/>
          <a:lstStyle/>
          <a:p>
            <a:r>
              <a:rPr lang="en-US" dirty="0">
                <a:ea typeface="Open Sans"/>
                <a:cs typeface="Open Sans"/>
              </a:rPr>
              <a:t>Substring operations</a:t>
            </a:r>
            <a:endParaRPr lang="en-US" dirty="0"/>
          </a:p>
        </p:txBody>
      </p:sp>
      <p:sp>
        <p:nvSpPr>
          <p:cNvPr id="3" name="Content Placeholder 2">
            <a:extLst>
              <a:ext uri="{FF2B5EF4-FFF2-40B4-BE49-F238E27FC236}">
                <a16:creationId xmlns:a16="http://schemas.microsoft.com/office/drawing/2014/main" id="{558F34B3-97EC-1A5E-9481-CB5D8EECD8CE}"/>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The substring operation s[</a:t>
            </a:r>
            <a:r>
              <a:rPr lang="en-US" dirty="0" err="1">
                <a:ea typeface="Open Sans"/>
                <a:cs typeface="Open Sans"/>
              </a:rPr>
              <a:t>i:j</a:t>
            </a:r>
            <a:r>
              <a:rPr lang="en-US" dirty="0">
                <a:ea typeface="Open Sans"/>
                <a:cs typeface="Open Sans"/>
              </a:rPr>
              <a:t>] yields a new string consisting of the bytes of the original string starting at index </a:t>
            </a:r>
            <a:r>
              <a:rPr lang="en-US" dirty="0" err="1">
                <a:ea typeface="Open Sans"/>
                <a:cs typeface="Open Sans"/>
              </a:rPr>
              <a:t>i</a:t>
            </a:r>
            <a:r>
              <a:rPr lang="en-US" dirty="0">
                <a:ea typeface="Open Sans"/>
                <a:cs typeface="Open Sans"/>
              </a:rPr>
              <a:t> and continuing up to, but not including, the byte at index j.</a:t>
            </a:r>
          </a:p>
          <a:p>
            <a:endParaRPr lang="en-US" dirty="0">
              <a:ea typeface="Open Sans"/>
              <a:cs typeface="Open Sans"/>
            </a:endParaRPr>
          </a:p>
        </p:txBody>
      </p:sp>
      <p:pic>
        <p:nvPicPr>
          <p:cNvPr id="4" name="Picture 4" descr="Text, letter&#10;&#10;Description automatically generated">
            <a:extLst>
              <a:ext uri="{FF2B5EF4-FFF2-40B4-BE49-F238E27FC236}">
                <a16:creationId xmlns:a16="http://schemas.microsoft.com/office/drawing/2014/main" id="{E38E4BB8-98D8-001F-2C9A-48D4A7B94204}"/>
              </a:ext>
            </a:extLst>
          </p:cNvPr>
          <p:cNvPicPr>
            <a:picLocks noChangeAspect="1"/>
          </p:cNvPicPr>
          <p:nvPr/>
        </p:nvPicPr>
        <p:blipFill>
          <a:blip r:embed="rId2"/>
          <a:stretch>
            <a:fillRect/>
          </a:stretch>
        </p:blipFill>
        <p:spPr>
          <a:xfrm>
            <a:off x="2840966" y="3982733"/>
            <a:ext cx="4626633" cy="905365"/>
          </a:xfrm>
          <a:prstGeom prst="rect">
            <a:avLst/>
          </a:prstGeom>
        </p:spPr>
      </p:pic>
    </p:spTree>
    <p:extLst>
      <p:ext uri="{BB962C8B-B14F-4D97-AF65-F5344CB8AC3E}">
        <p14:creationId xmlns:p14="http://schemas.microsoft.com/office/powerpoint/2010/main" val="3568005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DB8E3-4B60-7295-4CA7-C700B0C346BB}"/>
              </a:ext>
            </a:extLst>
          </p:cNvPr>
          <p:cNvSpPr>
            <a:spLocks noGrp="1"/>
          </p:cNvSpPr>
          <p:nvPr>
            <p:ph type="title"/>
          </p:nvPr>
        </p:nvSpPr>
        <p:spPr/>
        <p:txBody>
          <a:bodyPr/>
          <a:lstStyle/>
          <a:p>
            <a:r>
              <a:rPr lang="en-US" dirty="0">
                <a:ea typeface="Open Sans"/>
                <a:cs typeface="Open Sans"/>
              </a:rPr>
              <a:t>Constant</a:t>
            </a:r>
            <a:endParaRPr lang="en-US" dirty="0"/>
          </a:p>
        </p:txBody>
      </p:sp>
      <p:sp>
        <p:nvSpPr>
          <p:cNvPr id="3" name="Content Placeholder 2">
            <a:extLst>
              <a:ext uri="{FF2B5EF4-FFF2-40B4-BE49-F238E27FC236}">
                <a16:creationId xmlns:a16="http://schemas.microsoft.com/office/drawing/2014/main" id="{B9B3F310-DB13-554A-DF83-9FE33199F320}"/>
              </a:ext>
            </a:extLst>
          </p:cNvPr>
          <p:cNvSpPr>
            <a:spLocks noGrp="1"/>
          </p:cNvSpPr>
          <p:nvPr>
            <p:ph idx="1"/>
          </p:nvPr>
        </p:nvSpPr>
        <p:spPr/>
        <p:txBody>
          <a:bodyPr vert="horz" lIns="91440" tIns="45720" rIns="91440" bIns="45720" rtlCol="0" anchor="t">
            <a:normAutofit/>
          </a:bodyPr>
          <a:lstStyle/>
          <a:p>
            <a:r>
              <a:rPr lang="en-US" dirty="0">
                <a:ea typeface="Open Sans"/>
                <a:cs typeface="Open Sans"/>
              </a:rPr>
              <a:t>Constants are expressions whose value is known to the compiler and whose evaluation is guaranteed to occur at compile time, not at run time</a:t>
            </a:r>
          </a:p>
          <a:p>
            <a:r>
              <a:rPr lang="en-US" dirty="0">
                <a:ea typeface="Open Sans"/>
                <a:cs typeface="Open Sans"/>
              </a:rPr>
              <a:t>The underlying type of every constant is a basic type: </a:t>
            </a:r>
            <a:r>
              <a:rPr lang="en-US" dirty="0" err="1">
                <a:ea typeface="Open Sans"/>
                <a:cs typeface="Open Sans"/>
              </a:rPr>
              <a:t>boolean</a:t>
            </a:r>
            <a:r>
              <a:rPr lang="en-US" dirty="0">
                <a:ea typeface="Open Sans"/>
                <a:cs typeface="Open Sans"/>
              </a:rPr>
              <a:t>, string, or number.</a:t>
            </a:r>
          </a:p>
          <a:p>
            <a:r>
              <a:rPr lang="en-US" dirty="0">
                <a:ea typeface="Open Sans"/>
                <a:cs typeface="Open Sans"/>
              </a:rPr>
              <a:t>A const declaration defines named values that look syntactically like variables but whose value is constant, which prevents accidental (or nefarious) changes during program execution.</a:t>
            </a:r>
            <a:endParaRPr lang="en-US">
              <a:ea typeface="Open Sans"/>
              <a:cs typeface="Open Sans"/>
            </a:endParaRPr>
          </a:p>
        </p:txBody>
      </p:sp>
      <p:pic>
        <p:nvPicPr>
          <p:cNvPr id="4" name="Picture 4">
            <a:extLst>
              <a:ext uri="{FF2B5EF4-FFF2-40B4-BE49-F238E27FC236}">
                <a16:creationId xmlns:a16="http://schemas.microsoft.com/office/drawing/2014/main" id="{65809364-FAD9-5625-CB13-B1668C141F3F}"/>
              </a:ext>
            </a:extLst>
          </p:cNvPr>
          <p:cNvPicPr>
            <a:picLocks noChangeAspect="1"/>
          </p:cNvPicPr>
          <p:nvPr/>
        </p:nvPicPr>
        <p:blipFill>
          <a:blip r:embed="rId2"/>
          <a:stretch>
            <a:fillRect/>
          </a:stretch>
        </p:blipFill>
        <p:spPr>
          <a:xfrm>
            <a:off x="1906438" y="5586764"/>
            <a:ext cx="6510067" cy="313982"/>
          </a:xfrm>
          <a:prstGeom prst="rect">
            <a:avLst/>
          </a:prstGeom>
        </p:spPr>
      </p:pic>
      <p:pic>
        <p:nvPicPr>
          <p:cNvPr id="5" name="Picture 5" descr="Text&#10;&#10;Description automatically generated">
            <a:extLst>
              <a:ext uri="{FF2B5EF4-FFF2-40B4-BE49-F238E27FC236}">
                <a16:creationId xmlns:a16="http://schemas.microsoft.com/office/drawing/2014/main" id="{AB2E43D3-8198-3823-0B7D-162447927C6A}"/>
              </a:ext>
            </a:extLst>
          </p:cNvPr>
          <p:cNvPicPr>
            <a:picLocks noChangeAspect="1"/>
          </p:cNvPicPr>
          <p:nvPr/>
        </p:nvPicPr>
        <p:blipFill>
          <a:blip r:embed="rId3"/>
          <a:stretch>
            <a:fillRect/>
          </a:stretch>
        </p:blipFill>
        <p:spPr>
          <a:xfrm>
            <a:off x="1906438" y="5883729"/>
            <a:ext cx="6121879" cy="855860"/>
          </a:xfrm>
          <a:prstGeom prst="rect">
            <a:avLst/>
          </a:prstGeom>
        </p:spPr>
      </p:pic>
    </p:spTree>
    <p:extLst>
      <p:ext uri="{BB962C8B-B14F-4D97-AF65-F5344CB8AC3E}">
        <p14:creationId xmlns:p14="http://schemas.microsoft.com/office/powerpoint/2010/main" val="4266244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8D8085-CEF9-4899-944F-A4EBC89804E1}"/>
              </a:ext>
            </a:extLst>
          </p:cNvPr>
          <p:cNvSpPr>
            <a:spLocks noGrp="1"/>
          </p:cNvSpPr>
          <p:nvPr>
            <p:ph type="title"/>
          </p:nvPr>
        </p:nvSpPr>
        <p:spPr/>
        <p:txBody>
          <a:bodyPr/>
          <a:lstStyle/>
          <a:p>
            <a:r>
              <a:rPr lang="en-GB"/>
              <a:t>References</a:t>
            </a:r>
            <a:endParaRPr lang="id-ID"/>
          </a:p>
        </p:txBody>
      </p:sp>
      <p:sp>
        <p:nvSpPr>
          <p:cNvPr id="5" name="Content Placeholder 4">
            <a:extLst>
              <a:ext uri="{FF2B5EF4-FFF2-40B4-BE49-F238E27FC236}">
                <a16:creationId xmlns:a16="http://schemas.microsoft.com/office/drawing/2014/main" id="{BFC9FBC7-A7B5-44F5-875A-9C78EE947DD2}"/>
              </a:ext>
            </a:extLst>
          </p:cNvPr>
          <p:cNvSpPr>
            <a:spLocks noGrp="1"/>
          </p:cNvSpPr>
          <p:nvPr>
            <p:ph idx="1"/>
          </p:nvPr>
        </p:nvSpPr>
        <p:spPr/>
        <p:txBody>
          <a:bodyPr vert="horz" lIns="91440" tIns="45720" rIns="91440" bIns="45720" rtlCol="0" anchor="t">
            <a:normAutofit/>
          </a:bodyPr>
          <a:lstStyle/>
          <a:p>
            <a:pPr>
              <a:lnSpc>
                <a:spcPct val="107000"/>
              </a:lnSpc>
              <a:spcAft>
                <a:spcPts val="800"/>
              </a:spcAft>
            </a:pPr>
            <a:r>
              <a:rPr lang="en-AU" sz="1800" dirty="0">
                <a:effectLst/>
                <a:ea typeface="Open Sans"/>
                <a:cs typeface="Open Sans"/>
                <a:hlinkClick r:id="rId2">
                  <a:extLst>
                    <a:ext uri="{A12FA001-AC4F-418D-AE19-62706E023703}">
                      <ahyp:hlinkClr xmlns:ahyp="http://schemas.microsoft.com/office/drawing/2018/hyperlinkcolor" val="tx"/>
                    </a:ext>
                  </a:extLst>
                </a:hlinkClick>
              </a:rPr>
              <a:t>https://</a:t>
            </a:r>
            <a:r>
              <a:rPr lang="en-AU" sz="1800" dirty="0">
                <a:ea typeface="Open Sans"/>
                <a:cs typeface="Open Sans"/>
                <a:hlinkClick r:id="rId2">
                  <a:extLst>
                    <a:ext uri="{A12FA001-AC4F-418D-AE19-62706E023703}">
                      <ahyp:hlinkClr xmlns:ahyp="http://schemas.microsoft.com/office/drawing/2018/hyperlinkcolor" val="tx"/>
                    </a:ext>
                  </a:extLst>
                </a:hlinkClick>
              </a:rPr>
              <a:t>go</a:t>
            </a:r>
            <a:r>
              <a:rPr lang="en-AU" sz="1800" dirty="0">
                <a:effectLst/>
                <a:ea typeface="Open Sans"/>
                <a:cs typeface="Open Sans"/>
                <a:hlinkClick r:id="rId2">
                  <a:extLst>
                    <a:ext uri="{A12FA001-AC4F-418D-AE19-62706E023703}">
                      <ahyp:hlinkClr xmlns:ahyp="http://schemas.microsoft.com/office/drawing/2018/hyperlinkcolor" val="tx"/>
                    </a:ext>
                  </a:extLst>
                </a:hlinkClick>
              </a:rPr>
              <a:t>.</a:t>
            </a:r>
            <a:r>
              <a:rPr lang="en-AU" sz="1800" dirty="0">
                <a:ea typeface="Open Sans"/>
                <a:cs typeface="Open Sans"/>
                <a:hlinkClick r:id="rId2">
                  <a:extLst>
                    <a:ext uri="{A12FA001-AC4F-418D-AE19-62706E023703}">
                      <ahyp:hlinkClr xmlns:ahyp="http://schemas.microsoft.com/office/drawing/2018/hyperlinkcolor" val="tx"/>
                    </a:ext>
                  </a:extLst>
                </a:hlinkClick>
              </a:rPr>
              <a:t>dev</a:t>
            </a:r>
            <a:r>
              <a:rPr lang="en-AU" sz="1800" dirty="0">
                <a:effectLst/>
                <a:ea typeface="Open Sans"/>
                <a:cs typeface="Open Sans"/>
                <a:hlinkClick r:id="rId2">
                  <a:extLst>
                    <a:ext uri="{A12FA001-AC4F-418D-AE19-62706E023703}">
                      <ahyp:hlinkClr xmlns:ahyp="http://schemas.microsoft.com/office/drawing/2018/hyperlinkcolor" val="tx"/>
                    </a:ext>
                  </a:extLst>
                </a:hlinkClick>
              </a:rPr>
              <a:t>/</a:t>
            </a:r>
            <a:r>
              <a:rPr lang="en-AU" sz="1800" dirty="0">
                <a:ea typeface="Open Sans"/>
                <a:cs typeface="Open Sans"/>
                <a:hlinkClick r:id="rId2">
                  <a:extLst>
                    <a:ext uri="{A12FA001-AC4F-418D-AE19-62706E023703}">
                      <ahyp:hlinkClr xmlns:ahyp="http://schemas.microsoft.com/office/drawing/2018/hyperlinkcolor" val="tx"/>
                    </a:ext>
                  </a:extLst>
                </a:hlinkClick>
              </a:rPr>
              <a:t>doc</a:t>
            </a:r>
            <a:r>
              <a:rPr lang="en-AU" sz="1800" dirty="0">
                <a:effectLst/>
                <a:ea typeface="Open Sans"/>
                <a:cs typeface="Open Sans"/>
                <a:hlinkClick r:id="rId2">
                  <a:extLst>
                    <a:ext uri="{A12FA001-AC4F-418D-AE19-62706E023703}">
                      <ahyp:hlinkClr xmlns:ahyp="http://schemas.microsoft.com/office/drawing/2018/hyperlinkcolor" val="tx"/>
                    </a:ext>
                  </a:extLst>
                </a:hlinkClick>
              </a:rPr>
              <a:t>/</a:t>
            </a:r>
            <a:r>
              <a:rPr lang="en-AU" sz="1800" dirty="0">
                <a:ea typeface="Open Sans"/>
                <a:cs typeface="Open Sans"/>
                <a:hlinkClick r:id="rId2">
                  <a:extLst>
                    <a:ext uri="{A12FA001-AC4F-418D-AE19-62706E023703}">
                      <ahyp:hlinkClr xmlns:ahyp="http://schemas.microsoft.com/office/drawing/2018/hyperlinkcolor" val="tx"/>
                    </a:ext>
                  </a:extLst>
                </a:hlinkClick>
              </a:rPr>
              <a:t>install</a:t>
            </a:r>
            <a:endParaRPr lang="en-AU" sz="1800" dirty="0">
              <a:ea typeface="Open Sans"/>
              <a:cs typeface="Open Sans"/>
            </a:endParaRPr>
          </a:p>
          <a:p>
            <a:pPr>
              <a:lnSpc>
                <a:spcPct val="107000"/>
              </a:lnSpc>
              <a:spcAft>
                <a:spcPts val="800"/>
              </a:spcAft>
            </a:pPr>
            <a:r>
              <a:rPr lang="en-AU" sz="1800" dirty="0">
                <a:latin typeface="Arial"/>
                <a:ea typeface="Open Sans"/>
                <a:cs typeface="Times New Roman" panose="02020603050405020304" pitchFamily="18" charset="0"/>
                <a:hlinkClick r:id="rId3"/>
              </a:rPr>
              <a:t>https://www.golangprograms.com/go-language/data-type.html</a:t>
            </a:r>
            <a:endParaRPr lang="en-AU" sz="1800" dirty="0">
              <a:latin typeface="Arial"/>
              <a:ea typeface="Open Sans"/>
              <a:cs typeface="Times New Roman" panose="02020603050405020304" pitchFamily="18" charset="0"/>
            </a:endParaRPr>
          </a:p>
          <a:p>
            <a:pPr>
              <a:lnSpc>
                <a:spcPct val="107000"/>
              </a:lnSpc>
              <a:spcAft>
                <a:spcPts val="800"/>
              </a:spcAft>
            </a:pPr>
            <a:endParaRPr lang="en-AU" sz="1800" dirty="0">
              <a:latin typeface="Arial"/>
              <a:ea typeface="Open Sans"/>
              <a:cs typeface="Times New Roman" panose="02020603050405020304" pitchFamily="18" charset="0"/>
            </a:endParaRPr>
          </a:p>
          <a:p>
            <a:pPr>
              <a:lnSpc>
                <a:spcPct val="107000"/>
              </a:lnSpc>
              <a:spcAft>
                <a:spcPts val="800"/>
              </a:spcAft>
            </a:pPr>
            <a:endParaRPr lang="en-AU" sz="1800" dirty="0">
              <a:ea typeface="Open Sans"/>
              <a:cs typeface="Open Sans"/>
            </a:endParaRPr>
          </a:p>
        </p:txBody>
      </p:sp>
      <p:sp>
        <p:nvSpPr>
          <p:cNvPr id="6" name="Subtitle 5">
            <a:extLst>
              <a:ext uri="{FF2B5EF4-FFF2-40B4-BE49-F238E27FC236}">
                <a16:creationId xmlns:a16="http://schemas.microsoft.com/office/drawing/2014/main" id="{64CE016D-E953-4FF6-AB64-3D5523725FF4}"/>
              </a:ext>
            </a:extLst>
          </p:cNvPr>
          <p:cNvSpPr>
            <a:spLocks noGrp="1"/>
          </p:cNvSpPr>
          <p:nvPr>
            <p:ph type="subTitle" idx="13"/>
          </p:nvPr>
        </p:nvSpPr>
        <p:spPr/>
        <p:txBody>
          <a:bodyPr/>
          <a:lstStyle/>
          <a:p>
            <a:endParaRPr lang="id-ID"/>
          </a:p>
        </p:txBody>
      </p:sp>
    </p:spTree>
    <p:extLst>
      <p:ext uri="{BB962C8B-B14F-4D97-AF65-F5344CB8AC3E}">
        <p14:creationId xmlns:p14="http://schemas.microsoft.com/office/powerpoint/2010/main" val="1365886943"/>
      </p:ext>
    </p:extLst>
  </p:cSld>
  <p:clrMapOvr>
    <a:masterClrMapping/>
  </p:clrMapOvr>
</p:sld>
</file>

<file path=ppt/theme/theme1.xml><?xml version="1.0" encoding="utf-8"?>
<a:theme xmlns:a="http://schemas.openxmlformats.org/drawingml/2006/main" name="Template PPT 20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 PPT 2015</Template>
  <TotalTime>0</TotalTime>
  <Words>798</Words>
  <Application>Microsoft Office PowerPoint</Application>
  <PresentationFormat>On-screen Show (4:3)</PresentationFormat>
  <Paragraphs>54</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Open Sans</vt:lpstr>
      <vt:lpstr>Symbol</vt:lpstr>
      <vt:lpstr>Template PPT 2015</vt:lpstr>
      <vt:lpstr>Popular Programming Tech</vt:lpstr>
      <vt:lpstr>Learning Objective</vt:lpstr>
      <vt:lpstr>Outline</vt:lpstr>
      <vt:lpstr>Integers</vt:lpstr>
      <vt:lpstr>Binary operators</vt:lpstr>
      <vt:lpstr>Type mismatch</vt:lpstr>
      <vt:lpstr>PowerPoint Presentation</vt:lpstr>
      <vt:lpstr>Floating Point Numbers</vt:lpstr>
      <vt:lpstr>PowerPoint Presentation</vt:lpstr>
      <vt:lpstr>PowerPoint Presentation</vt:lpstr>
      <vt:lpstr>PowerPoint Presentation</vt:lpstr>
      <vt:lpstr>Complex Number</vt:lpstr>
      <vt:lpstr>PowerPoint Presentation</vt:lpstr>
      <vt:lpstr>Mandlebrot set</vt:lpstr>
      <vt:lpstr>Booleans</vt:lpstr>
      <vt:lpstr>Strings</vt:lpstr>
      <vt:lpstr>Substring operations</vt:lpstr>
      <vt:lpstr>Constant</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Session  #</dc:title>
  <dc:creator>Yulia</dc:creator>
  <cp:lastModifiedBy>Gusti Pangestu</cp:lastModifiedBy>
  <cp:revision>319</cp:revision>
  <dcterms:created xsi:type="dcterms:W3CDTF">2015-05-04T03:33:03Z</dcterms:created>
  <dcterms:modified xsi:type="dcterms:W3CDTF">2023-01-02T04:18:00Z</dcterms:modified>
</cp:coreProperties>
</file>