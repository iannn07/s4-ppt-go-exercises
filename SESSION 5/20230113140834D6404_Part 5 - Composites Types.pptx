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8" r:id="rId2"/>
    <p:sldId id="288" r:id="rId3"/>
    <p:sldId id="290" r:id="rId4"/>
    <p:sldId id="291"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289" r:id="rId30"/>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1A4FEA-939B-4653-AD4E-6B27BB1D7081}" v="5" dt="2023-01-02T04:31:59.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i Pangestu" userId="S::gusti.pangestu@binus.ac.id::7768735c-5c0d-4d9b-b550-ead0b3c82a30" providerId="AD" clId="Web-{C66C34B6-9332-01B0-020B-2C52778785FE}"/>
    <pc:docChg chg="addSld delSld modSld modSection">
      <pc:chgData name="Gusti Pangestu" userId="S::gusti.pangestu@binus.ac.id::7768735c-5c0d-4d9b-b550-ead0b3c82a30" providerId="AD" clId="Web-{C66C34B6-9332-01B0-020B-2C52778785FE}" dt="2022-11-16T09:17:52.740" v="40"/>
      <pc:docMkLst>
        <pc:docMk/>
      </pc:docMkLst>
      <pc:sldChg chg="modSp">
        <pc:chgData name="Gusti Pangestu" userId="S::gusti.pangestu@binus.ac.id::7768735c-5c0d-4d9b-b550-ead0b3c82a30" providerId="AD" clId="Web-{C66C34B6-9332-01B0-020B-2C52778785FE}" dt="2022-11-16T09:08:06.935" v="16" actId="20577"/>
        <pc:sldMkLst>
          <pc:docMk/>
          <pc:sldMk cId="1545682022" sldId="290"/>
        </pc:sldMkLst>
        <pc:spChg chg="mod">
          <ac:chgData name="Gusti Pangestu" userId="S::gusti.pangestu@binus.ac.id::7768735c-5c0d-4d9b-b550-ead0b3c82a30" providerId="AD" clId="Web-{C66C34B6-9332-01B0-020B-2C52778785FE}" dt="2022-11-16T09:08:06.935" v="16" actId="20577"/>
          <ac:spMkLst>
            <pc:docMk/>
            <pc:sldMk cId="1545682022" sldId="290"/>
            <ac:spMk id="3" creationId="{CFBE6DC7-A61F-27FA-B9A7-7018AFBF0075}"/>
          </ac:spMkLst>
        </pc:spChg>
      </pc:sldChg>
      <pc:sldChg chg="del">
        <pc:chgData name="Gusti Pangestu" userId="S::gusti.pangestu@binus.ac.id::7768735c-5c0d-4d9b-b550-ead0b3c82a30" providerId="AD" clId="Web-{C66C34B6-9332-01B0-020B-2C52778785FE}" dt="2022-11-16T09:07:20.871" v="14"/>
        <pc:sldMkLst>
          <pc:docMk/>
          <pc:sldMk cId="1765197454" sldId="291"/>
        </pc:sldMkLst>
      </pc:sldChg>
      <pc:sldChg chg="addSp modSp new">
        <pc:chgData name="Gusti Pangestu" userId="S::gusti.pangestu@binus.ac.id::7768735c-5c0d-4d9b-b550-ead0b3c82a30" providerId="AD" clId="Web-{C66C34B6-9332-01B0-020B-2C52778785FE}" dt="2022-11-16T09:17:46.756" v="39" actId="14100"/>
        <pc:sldMkLst>
          <pc:docMk/>
          <pc:sldMk cId="3825084955" sldId="291"/>
        </pc:sldMkLst>
        <pc:spChg chg="mod">
          <ac:chgData name="Gusti Pangestu" userId="S::gusti.pangestu@binus.ac.id::7768735c-5c0d-4d9b-b550-ead0b3c82a30" providerId="AD" clId="Web-{C66C34B6-9332-01B0-020B-2C52778785FE}" dt="2022-11-16T09:12:45.993" v="22" actId="20577"/>
          <ac:spMkLst>
            <pc:docMk/>
            <pc:sldMk cId="3825084955" sldId="291"/>
            <ac:spMk id="2" creationId="{065D08AA-2609-86CD-C729-7BC0D8B66F01}"/>
          </ac:spMkLst>
        </pc:spChg>
        <pc:spChg chg="mod">
          <ac:chgData name="Gusti Pangestu" userId="S::gusti.pangestu@binus.ac.id::7768735c-5c0d-4d9b-b550-ead0b3c82a30" providerId="AD" clId="Web-{C66C34B6-9332-01B0-020B-2C52778785FE}" dt="2022-11-16T09:17:23.755" v="31" actId="20577"/>
          <ac:spMkLst>
            <pc:docMk/>
            <pc:sldMk cId="3825084955" sldId="291"/>
            <ac:spMk id="3" creationId="{5CDA8B99-6B48-BF80-D3FB-13793B8E9409}"/>
          </ac:spMkLst>
        </pc:spChg>
        <pc:picChg chg="add mod">
          <ac:chgData name="Gusti Pangestu" userId="S::gusti.pangestu@binus.ac.id::7768735c-5c0d-4d9b-b550-ead0b3c82a30" providerId="AD" clId="Web-{C66C34B6-9332-01B0-020B-2C52778785FE}" dt="2022-11-16T09:17:41.771" v="37" actId="1076"/>
          <ac:picMkLst>
            <pc:docMk/>
            <pc:sldMk cId="3825084955" sldId="291"/>
            <ac:picMk id="4" creationId="{E11F8490-F232-993B-6615-EFD506669072}"/>
          </ac:picMkLst>
        </pc:picChg>
        <pc:picChg chg="add mod">
          <ac:chgData name="Gusti Pangestu" userId="S::gusti.pangestu@binus.ac.id::7768735c-5c0d-4d9b-b550-ead0b3c82a30" providerId="AD" clId="Web-{C66C34B6-9332-01B0-020B-2C52778785FE}" dt="2022-11-16T09:17:46.756" v="39" actId="14100"/>
          <ac:picMkLst>
            <pc:docMk/>
            <pc:sldMk cId="3825084955" sldId="291"/>
            <ac:picMk id="5" creationId="{4F0F1FA3-D48F-68D8-F1FB-6EA7F50B1369}"/>
          </ac:picMkLst>
        </pc:picChg>
      </pc:sldChg>
      <pc:sldChg chg="new">
        <pc:chgData name="Gusti Pangestu" userId="S::gusti.pangestu@binus.ac.id::7768735c-5c0d-4d9b-b550-ead0b3c82a30" providerId="AD" clId="Web-{C66C34B6-9332-01B0-020B-2C52778785FE}" dt="2022-11-16T09:17:52.740" v="40"/>
        <pc:sldMkLst>
          <pc:docMk/>
          <pc:sldMk cId="1339754843" sldId="292"/>
        </pc:sldMkLst>
      </pc:sldChg>
      <pc:sldChg chg="del">
        <pc:chgData name="Gusti Pangestu" userId="S::gusti.pangestu@binus.ac.id::7768735c-5c0d-4d9b-b550-ead0b3c82a30" providerId="AD" clId="Web-{C66C34B6-9332-01B0-020B-2C52778785FE}" dt="2022-11-16T09:07:20.871" v="13"/>
        <pc:sldMkLst>
          <pc:docMk/>
          <pc:sldMk cId="3506783845" sldId="292"/>
        </pc:sldMkLst>
      </pc:sldChg>
      <pc:sldChg chg="del">
        <pc:chgData name="Gusti Pangestu" userId="S::gusti.pangestu@binus.ac.id::7768735c-5c0d-4d9b-b550-ead0b3c82a30" providerId="AD" clId="Web-{C66C34B6-9332-01B0-020B-2C52778785FE}" dt="2022-11-16T09:07:20.871" v="11"/>
        <pc:sldMkLst>
          <pc:docMk/>
          <pc:sldMk cId="1023137893" sldId="293"/>
        </pc:sldMkLst>
      </pc:sldChg>
      <pc:sldChg chg="del">
        <pc:chgData name="Gusti Pangestu" userId="S::gusti.pangestu@binus.ac.id::7768735c-5c0d-4d9b-b550-ead0b3c82a30" providerId="AD" clId="Web-{C66C34B6-9332-01B0-020B-2C52778785FE}" dt="2022-11-16T09:07:20.871" v="12"/>
        <pc:sldMkLst>
          <pc:docMk/>
          <pc:sldMk cId="641680110" sldId="294"/>
        </pc:sldMkLst>
      </pc:sldChg>
      <pc:sldChg chg="del">
        <pc:chgData name="Gusti Pangestu" userId="S::gusti.pangestu@binus.ac.id::7768735c-5c0d-4d9b-b550-ead0b3c82a30" providerId="AD" clId="Web-{C66C34B6-9332-01B0-020B-2C52778785FE}" dt="2022-11-16T09:07:20.855" v="10"/>
        <pc:sldMkLst>
          <pc:docMk/>
          <pc:sldMk cId="1095013890" sldId="295"/>
        </pc:sldMkLst>
      </pc:sldChg>
      <pc:sldChg chg="del">
        <pc:chgData name="Gusti Pangestu" userId="S::gusti.pangestu@binus.ac.id::7768735c-5c0d-4d9b-b550-ead0b3c82a30" providerId="AD" clId="Web-{C66C34B6-9332-01B0-020B-2C52778785FE}" dt="2022-11-16T09:07:20.855" v="9"/>
        <pc:sldMkLst>
          <pc:docMk/>
          <pc:sldMk cId="1426729290" sldId="296"/>
        </pc:sldMkLst>
      </pc:sldChg>
      <pc:sldChg chg="del">
        <pc:chgData name="Gusti Pangestu" userId="S::gusti.pangestu@binus.ac.id::7768735c-5c0d-4d9b-b550-ead0b3c82a30" providerId="AD" clId="Web-{C66C34B6-9332-01B0-020B-2C52778785FE}" dt="2022-11-16T09:07:20.855" v="8"/>
        <pc:sldMkLst>
          <pc:docMk/>
          <pc:sldMk cId="2467367817" sldId="297"/>
        </pc:sldMkLst>
      </pc:sldChg>
      <pc:sldChg chg="del">
        <pc:chgData name="Gusti Pangestu" userId="S::gusti.pangestu@binus.ac.id::7768735c-5c0d-4d9b-b550-ead0b3c82a30" providerId="AD" clId="Web-{C66C34B6-9332-01B0-020B-2C52778785FE}" dt="2022-11-16T09:07:20.855" v="7"/>
        <pc:sldMkLst>
          <pc:docMk/>
          <pc:sldMk cId="3078249726" sldId="298"/>
        </pc:sldMkLst>
      </pc:sldChg>
      <pc:sldChg chg="del">
        <pc:chgData name="Gusti Pangestu" userId="S::gusti.pangestu@binus.ac.id::7768735c-5c0d-4d9b-b550-ead0b3c82a30" providerId="AD" clId="Web-{C66C34B6-9332-01B0-020B-2C52778785FE}" dt="2022-11-16T09:07:20.855" v="6"/>
        <pc:sldMkLst>
          <pc:docMk/>
          <pc:sldMk cId="2189213575" sldId="299"/>
        </pc:sldMkLst>
      </pc:sldChg>
      <pc:sldChg chg="del">
        <pc:chgData name="Gusti Pangestu" userId="S::gusti.pangestu@binus.ac.id::7768735c-5c0d-4d9b-b550-ead0b3c82a30" providerId="AD" clId="Web-{C66C34B6-9332-01B0-020B-2C52778785FE}" dt="2022-11-16T09:07:20.855" v="5"/>
        <pc:sldMkLst>
          <pc:docMk/>
          <pc:sldMk cId="544600065" sldId="300"/>
        </pc:sldMkLst>
      </pc:sldChg>
      <pc:sldChg chg="del">
        <pc:chgData name="Gusti Pangestu" userId="S::gusti.pangestu@binus.ac.id::7768735c-5c0d-4d9b-b550-ead0b3c82a30" providerId="AD" clId="Web-{C66C34B6-9332-01B0-020B-2C52778785FE}" dt="2022-11-16T09:07:20.855" v="4"/>
        <pc:sldMkLst>
          <pc:docMk/>
          <pc:sldMk cId="1266768660" sldId="301"/>
        </pc:sldMkLst>
      </pc:sldChg>
      <pc:sldChg chg="del">
        <pc:chgData name="Gusti Pangestu" userId="S::gusti.pangestu@binus.ac.id::7768735c-5c0d-4d9b-b550-ead0b3c82a30" providerId="AD" clId="Web-{C66C34B6-9332-01B0-020B-2C52778785FE}" dt="2022-11-16T09:07:20.855" v="3"/>
        <pc:sldMkLst>
          <pc:docMk/>
          <pc:sldMk cId="343948354" sldId="302"/>
        </pc:sldMkLst>
      </pc:sldChg>
      <pc:sldChg chg="del">
        <pc:chgData name="Gusti Pangestu" userId="S::gusti.pangestu@binus.ac.id::7768735c-5c0d-4d9b-b550-ead0b3c82a30" providerId="AD" clId="Web-{C66C34B6-9332-01B0-020B-2C52778785FE}" dt="2022-11-16T09:07:20.855" v="2"/>
        <pc:sldMkLst>
          <pc:docMk/>
          <pc:sldMk cId="2107620240" sldId="303"/>
        </pc:sldMkLst>
      </pc:sldChg>
      <pc:sldChg chg="del">
        <pc:chgData name="Gusti Pangestu" userId="S::gusti.pangestu@binus.ac.id::7768735c-5c0d-4d9b-b550-ead0b3c82a30" providerId="AD" clId="Web-{C66C34B6-9332-01B0-020B-2C52778785FE}" dt="2022-11-16T09:07:20.855" v="1"/>
        <pc:sldMkLst>
          <pc:docMk/>
          <pc:sldMk cId="3568005129" sldId="304"/>
        </pc:sldMkLst>
      </pc:sldChg>
      <pc:sldChg chg="del">
        <pc:chgData name="Gusti Pangestu" userId="S::gusti.pangestu@binus.ac.id::7768735c-5c0d-4d9b-b550-ead0b3c82a30" providerId="AD" clId="Web-{C66C34B6-9332-01B0-020B-2C52778785FE}" dt="2022-11-16T09:07:20.855" v="0"/>
        <pc:sldMkLst>
          <pc:docMk/>
          <pc:sldMk cId="4266244157" sldId="305"/>
        </pc:sldMkLst>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S::gusti.pangestu@binus.ac.id::7768735c-5c0d-4d9b-b550-ead0b3c82a30" providerId="AD" clId="Web-{CE3EDE46-5A29-B0DA-503C-90F3093E0DF2}"/>
    <pc:docChg chg="addSld delSld modSld modSection">
      <pc:chgData name="Gusti Pangestu" userId="S::gusti.pangestu@binus.ac.id::7768735c-5c0d-4d9b-b550-ead0b3c82a30" providerId="AD" clId="Web-{CE3EDE46-5A29-B0DA-503C-90F3093E0DF2}" dt="2022-11-17T04:12:11.346" v="305" actId="1076"/>
      <pc:docMkLst>
        <pc:docMk/>
      </pc:docMkLst>
      <pc:sldChg chg="addSp modSp">
        <pc:chgData name="Gusti Pangestu" userId="S::gusti.pangestu@binus.ac.id::7768735c-5c0d-4d9b-b550-ead0b3c82a30" providerId="AD" clId="Web-{CE3EDE46-5A29-B0DA-503C-90F3093E0DF2}" dt="2022-11-17T02:30:06.464" v="9" actId="1076"/>
        <pc:sldMkLst>
          <pc:docMk/>
          <pc:sldMk cId="1339754843" sldId="292"/>
        </pc:sldMkLst>
        <pc:spChg chg="mod">
          <ac:chgData name="Gusti Pangestu" userId="S::gusti.pangestu@binus.ac.id::7768735c-5c0d-4d9b-b550-ead0b3c82a30" providerId="AD" clId="Web-{CE3EDE46-5A29-B0DA-503C-90F3093E0DF2}" dt="2022-11-17T02:29:39.775" v="2" actId="20577"/>
          <ac:spMkLst>
            <pc:docMk/>
            <pc:sldMk cId="1339754843" sldId="292"/>
            <ac:spMk id="2" creationId="{2CD4D38E-151C-E926-4A5E-2418D5764E48}"/>
          </ac:spMkLst>
        </pc:spChg>
        <pc:spChg chg="mod">
          <ac:chgData name="Gusti Pangestu" userId="S::gusti.pangestu@binus.ac.id::7768735c-5c0d-4d9b-b550-ead0b3c82a30" providerId="AD" clId="Web-{CE3EDE46-5A29-B0DA-503C-90F3093E0DF2}" dt="2022-11-17T02:30:02.245" v="7" actId="20577"/>
          <ac:spMkLst>
            <pc:docMk/>
            <pc:sldMk cId="1339754843" sldId="292"/>
            <ac:spMk id="3" creationId="{C335E920-A773-D16F-8C4B-B58D0B92E14B}"/>
          </ac:spMkLst>
        </pc:spChg>
        <pc:picChg chg="add mod">
          <ac:chgData name="Gusti Pangestu" userId="S::gusti.pangestu@binus.ac.id::7768735c-5c0d-4d9b-b550-ead0b3c82a30" providerId="AD" clId="Web-{CE3EDE46-5A29-B0DA-503C-90F3093E0DF2}" dt="2022-11-17T02:30:06.464" v="9" actId="1076"/>
          <ac:picMkLst>
            <pc:docMk/>
            <pc:sldMk cId="1339754843" sldId="292"/>
            <ac:picMk id="4" creationId="{1BA222C6-0E1E-1340-EC89-57C5A3678DA5}"/>
          </ac:picMkLst>
        </pc:picChg>
      </pc:sldChg>
      <pc:sldChg chg="modSp new">
        <pc:chgData name="Gusti Pangestu" userId="S::gusti.pangestu@binus.ac.id::7768735c-5c0d-4d9b-b550-ead0b3c82a30" providerId="AD" clId="Web-{CE3EDE46-5A29-B0DA-503C-90F3093E0DF2}" dt="2022-11-17T02:39:44.199" v="37" actId="20577"/>
        <pc:sldMkLst>
          <pc:docMk/>
          <pc:sldMk cId="1054886527" sldId="293"/>
        </pc:sldMkLst>
        <pc:spChg chg="mod">
          <ac:chgData name="Gusti Pangestu" userId="S::gusti.pangestu@binus.ac.id::7768735c-5c0d-4d9b-b550-ead0b3c82a30" providerId="AD" clId="Web-{CE3EDE46-5A29-B0DA-503C-90F3093E0DF2}" dt="2022-11-17T02:37:00.737" v="11" actId="20577"/>
          <ac:spMkLst>
            <pc:docMk/>
            <pc:sldMk cId="1054886527" sldId="293"/>
            <ac:spMk id="2" creationId="{A25E6832-DE91-DAFB-DDE1-D779DC886C1C}"/>
          </ac:spMkLst>
        </pc:spChg>
        <pc:spChg chg="mod">
          <ac:chgData name="Gusti Pangestu" userId="S::gusti.pangestu@binus.ac.id::7768735c-5c0d-4d9b-b550-ead0b3c82a30" providerId="AD" clId="Web-{CE3EDE46-5A29-B0DA-503C-90F3093E0DF2}" dt="2022-11-17T02:39:44.199" v="37" actId="20577"/>
          <ac:spMkLst>
            <pc:docMk/>
            <pc:sldMk cId="1054886527" sldId="293"/>
            <ac:spMk id="3" creationId="{FD220624-B9A7-EBEF-D81E-15866C8200F6}"/>
          </ac:spMkLst>
        </pc:spChg>
      </pc:sldChg>
      <pc:sldChg chg="addSp modSp new mod modClrScheme chgLayout">
        <pc:chgData name="Gusti Pangestu" userId="S::gusti.pangestu@binus.ac.id::7768735c-5c0d-4d9b-b550-ead0b3c82a30" providerId="AD" clId="Web-{CE3EDE46-5A29-B0DA-503C-90F3093E0DF2}" dt="2022-11-17T02:40:25.358" v="51"/>
        <pc:sldMkLst>
          <pc:docMk/>
          <pc:sldMk cId="684104041" sldId="294"/>
        </pc:sldMkLst>
        <pc:spChg chg="mod">
          <ac:chgData name="Gusti Pangestu" userId="S::gusti.pangestu@binus.ac.id::7768735c-5c0d-4d9b-b550-ead0b3c82a30" providerId="AD" clId="Web-{CE3EDE46-5A29-B0DA-503C-90F3093E0DF2}" dt="2022-11-17T02:40:25.358" v="51"/>
          <ac:spMkLst>
            <pc:docMk/>
            <pc:sldMk cId="684104041" sldId="294"/>
            <ac:spMk id="2" creationId="{76446C04-98C7-48D6-ACC9-484320EC91C9}"/>
          </ac:spMkLst>
        </pc:spChg>
        <pc:spChg chg="mod ord">
          <ac:chgData name="Gusti Pangestu" userId="S::gusti.pangestu@binus.ac.id::7768735c-5c0d-4d9b-b550-ead0b3c82a30" providerId="AD" clId="Web-{CE3EDE46-5A29-B0DA-503C-90F3093E0DF2}" dt="2022-11-17T02:40:25.358" v="51"/>
          <ac:spMkLst>
            <pc:docMk/>
            <pc:sldMk cId="684104041" sldId="294"/>
            <ac:spMk id="3" creationId="{AA33375F-B4CA-4565-DB0C-9246CAF6A535}"/>
          </ac:spMkLst>
        </pc:spChg>
        <pc:picChg chg="add mod">
          <ac:chgData name="Gusti Pangestu" userId="S::gusti.pangestu@binus.ac.id::7768735c-5c0d-4d9b-b550-ead0b3c82a30" providerId="AD" clId="Web-{CE3EDE46-5A29-B0DA-503C-90F3093E0DF2}" dt="2022-11-17T02:40:25.358" v="51"/>
          <ac:picMkLst>
            <pc:docMk/>
            <pc:sldMk cId="684104041" sldId="294"/>
            <ac:picMk id="4" creationId="{A9A3C4D7-FECD-3F78-E8F0-E813A4AC1BD2}"/>
          </ac:picMkLst>
        </pc:picChg>
      </pc:sldChg>
      <pc:sldChg chg="addSp delSp modSp new mod modClrScheme chgLayout">
        <pc:chgData name="Gusti Pangestu" userId="S::gusti.pangestu@binus.ac.id::7768735c-5c0d-4d9b-b550-ead0b3c82a30" providerId="AD" clId="Web-{CE3EDE46-5A29-B0DA-503C-90F3093E0DF2}" dt="2022-11-17T02:44:05.964" v="69" actId="14100"/>
        <pc:sldMkLst>
          <pc:docMk/>
          <pc:sldMk cId="3833624046" sldId="295"/>
        </pc:sldMkLst>
        <pc:spChg chg="del mod ord">
          <ac:chgData name="Gusti Pangestu" userId="S::gusti.pangestu@binus.ac.id::7768735c-5c0d-4d9b-b550-ead0b3c82a30" providerId="AD" clId="Web-{CE3EDE46-5A29-B0DA-503C-90F3093E0DF2}" dt="2022-11-17T02:41:59.629" v="54"/>
          <ac:spMkLst>
            <pc:docMk/>
            <pc:sldMk cId="3833624046" sldId="295"/>
            <ac:spMk id="2" creationId="{32CE7728-BA47-DFDE-8044-340872129C40}"/>
          </ac:spMkLst>
        </pc:spChg>
        <pc:spChg chg="add del mod ord">
          <ac:chgData name="Gusti Pangestu" userId="S::gusti.pangestu@binus.ac.id::7768735c-5c0d-4d9b-b550-ead0b3c82a30" providerId="AD" clId="Web-{CE3EDE46-5A29-B0DA-503C-90F3093E0DF2}" dt="2022-11-17T02:42:10.551" v="57"/>
          <ac:spMkLst>
            <pc:docMk/>
            <pc:sldMk cId="3833624046" sldId="295"/>
            <ac:spMk id="3" creationId="{EDEFBE65-CBB3-48E4-18C8-528F93474F0B}"/>
          </ac:spMkLst>
        </pc:spChg>
        <pc:spChg chg="del">
          <ac:chgData name="Gusti Pangestu" userId="S::gusti.pangestu@binus.ac.id::7768735c-5c0d-4d9b-b550-ead0b3c82a30" providerId="AD" clId="Web-{CE3EDE46-5A29-B0DA-503C-90F3093E0DF2}" dt="2022-11-17T02:41:38.737" v="53"/>
          <ac:spMkLst>
            <pc:docMk/>
            <pc:sldMk cId="3833624046" sldId="295"/>
            <ac:spMk id="4" creationId="{7187D58D-4EF1-2160-99A8-AB9844A0EEE7}"/>
          </ac:spMkLst>
        </pc:spChg>
        <pc:spChg chg="add mod">
          <ac:chgData name="Gusti Pangestu" userId="S::gusti.pangestu@binus.ac.id::7768735c-5c0d-4d9b-b550-ead0b3c82a30" providerId="AD" clId="Web-{CE3EDE46-5A29-B0DA-503C-90F3093E0DF2}" dt="2022-11-17T02:44:00.620" v="66" actId="20577"/>
          <ac:spMkLst>
            <pc:docMk/>
            <pc:sldMk cId="3833624046" sldId="295"/>
            <ac:spMk id="7" creationId="{E569D11F-FDB9-70B7-FD76-B0C4C2FC4EFE}"/>
          </ac:spMkLst>
        </pc:spChg>
        <pc:picChg chg="add del mod ord">
          <ac:chgData name="Gusti Pangestu" userId="S::gusti.pangestu@binus.ac.id::7768735c-5c0d-4d9b-b550-ead0b3c82a30" providerId="AD" clId="Web-{CE3EDE46-5A29-B0DA-503C-90F3093E0DF2}" dt="2022-11-17T02:42:04.473" v="56"/>
          <ac:picMkLst>
            <pc:docMk/>
            <pc:sldMk cId="3833624046" sldId="295"/>
            <ac:picMk id="5" creationId="{663F456C-BCDF-1D52-ACC7-3BF3289B86E2}"/>
          </ac:picMkLst>
        </pc:picChg>
        <pc:picChg chg="add mod ord">
          <ac:chgData name="Gusti Pangestu" userId="S::gusti.pangestu@binus.ac.id::7768735c-5c0d-4d9b-b550-ead0b3c82a30" providerId="AD" clId="Web-{CE3EDE46-5A29-B0DA-503C-90F3093E0DF2}" dt="2022-11-17T02:42:13.989" v="58" actId="1076"/>
          <ac:picMkLst>
            <pc:docMk/>
            <pc:sldMk cId="3833624046" sldId="295"/>
            <ac:picMk id="6" creationId="{DE0AFD10-B38B-4736-E5FD-BC6338DF9C66}"/>
          </ac:picMkLst>
        </pc:picChg>
        <pc:picChg chg="add mod">
          <ac:chgData name="Gusti Pangestu" userId="S::gusti.pangestu@binus.ac.id::7768735c-5c0d-4d9b-b550-ead0b3c82a30" providerId="AD" clId="Web-{CE3EDE46-5A29-B0DA-503C-90F3093E0DF2}" dt="2022-11-17T02:44:05.964" v="69" actId="14100"/>
          <ac:picMkLst>
            <pc:docMk/>
            <pc:sldMk cId="3833624046" sldId="295"/>
            <ac:picMk id="8" creationId="{10C6FBC8-0B03-9A9F-4D6B-13D822939E96}"/>
          </ac:picMkLst>
        </pc:picChg>
      </pc:sldChg>
      <pc:sldChg chg="addSp modSp new mod modClrScheme chgLayout">
        <pc:chgData name="Gusti Pangestu" userId="S::gusti.pangestu@binus.ac.id::7768735c-5c0d-4d9b-b550-ead0b3c82a30" providerId="AD" clId="Web-{CE3EDE46-5A29-B0DA-503C-90F3093E0DF2}" dt="2022-11-17T02:46:04.361" v="84"/>
        <pc:sldMkLst>
          <pc:docMk/>
          <pc:sldMk cId="2301636605" sldId="296"/>
        </pc:sldMkLst>
        <pc:spChg chg="mod">
          <ac:chgData name="Gusti Pangestu" userId="S::gusti.pangestu@binus.ac.id::7768735c-5c0d-4d9b-b550-ead0b3c82a30" providerId="AD" clId="Web-{CE3EDE46-5A29-B0DA-503C-90F3093E0DF2}" dt="2022-11-17T02:46:04.361" v="84"/>
          <ac:spMkLst>
            <pc:docMk/>
            <pc:sldMk cId="2301636605" sldId="296"/>
            <ac:spMk id="2" creationId="{B48C2AE9-E331-7958-15CD-63DA57763CE7}"/>
          </ac:spMkLst>
        </pc:spChg>
        <pc:spChg chg="mod ord">
          <ac:chgData name="Gusti Pangestu" userId="S::gusti.pangestu@binus.ac.id::7768735c-5c0d-4d9b-b550-ead0b3c82a30" providerId="AD" clId="Web-{CE3EDE46-5A29-B0DA-503C-90F3093E0DF2}" dt="2022-11-17T02:46:04.361" v="84"/>
          <ac:spMkLst>
            <pc:docMk/>
            <pc:sldMk cId="2301636605" sldId="296"/>
            <ac:spMk id="3" creationId="{E3E777C0-8FB7-C65C-56C4-F6BA3B60593F}"/>
          </ac:spMkLst>
        </pc:spChg>
        <pc:picChg chg="add mod">
          <ac:chgData name="Gusti Pangestu" userId="S::gusti.pangestu@binus.ac.id::7768735c-5c0d-4d9b-b550-ead0b3c82a30" providerId="AD" clId="Web-{CE3EDE46-5A29-B0DA-503C-90F3093E0DF2}" dt="2022-11-17T02:46:04.361" v="84"/>
          <ac:picMkLst>
            <pc:docMk/>
            <pc:sldMk cId="2301636605" sldId="296"/>
            <ac:picMk id="4" creationId="{479F3450-FDC9-16B6-63F3-28C32AE60EA7}"/>
          </ac:picMkLst>
        </pc:picChg>
      </pc:sldChg>
      <pc:sldChg chg="addSp delSp modSp new mod modClrScheme chgLayout">
        <pc:chgData name="Gusti Pangestu" userId="S::gusti.pangestu@binus.ac.id::7768735c-5c0d-4d9b-b550-ead0b3c82a30" providerId="AD" clId="Web-{CE3EDE46-5A29-B0DA-503C-90F3093E0DF2}" dt="2022-11-17T02:58:34.138" v="119"/>
        <pc:sldMkLst>
          <pc:docMk/>
          <pc:sldMk cId="2568124687" sldId="297"/>
        </pc:sldMkLst>
        <pc:spChg chg="mod ord">
          <ac:chgData name="Gusti Pangestu" userId="S::gusti.pangestu@binus.ac.id::7768735c-5c0d-4d9b-b550-ead0b3c82a30" providerId="AD" clId="Web-{CE3EDE46-5A29-B0DA-503C-90F3093E0DF2}" dt="2022-11-17T02:58:31.106" v="118"/>
          <ac:spMkLst>
            <pc:docMk/>
            <pc:sldMk cId="2568124687" sldId="297"/>
            <ac:spMk id="2" creationId="{CB715408-0DF7-2FEE-EC89-772E8AACCD76}"/>
          </ac:spMkLst>
        </pc:spChg>
        <pc:spChg chg="del mod ord">
          <ac:chgData name="Gusti Pangestu" userId="S::gusti.pangestu@binus.ac.id::7768735c-5c0d-4d9b-b550-ead0b3c82a30" providerId="AD" clId="Web-{CE3EDE46-5A29-B0DA-503C-90F3093E0DF2}" dt="2022-11-17T02:58:34.138" v="119"/>
          <ac:spMkLst>
            <pc:docMk/>
            <pc:sldMk cId="2568124687" sldId="297"/>
            <ac:spMk id="3" creationId="{F0582F19-7330-1AAC-5479-F83EA9FC21E7}"/>
          </ac:spMkLst>
        </pc:spChg>
        <pc:spChg chg="del">
          <ac:chgData name="Gusti Pangestu" userId="S::gusti.pangestu@binus.ac.id::7768735c-5c0d-4d9b-b550-ead0b3c82a30" providerId="AD" clId="Web-{CE3EDE46-5A29-B0DA-503C-90F3093E0DF2}" dt="2022-11-17T02:58:31.106" v="118"/>
          <ac:spMkLst>
            <pc:docMk/>
            <pc:sldMk cId="2568124687" sldId="297"/>
            <ac:spMk id="4" creationId="{D7548E84-2546-3A42-5B73-E298665ADD37}"/>
          </ac:spMkLst>
        </pc:spChg>
        <pc:picChg chg="add mod ord">
          <ac:chgData name="Gusti Pangestu" userId="S::gusti.pangestu@binus.ac.id::7768735c-5c0d-4d9b-b550-ead0b3c82a30" providerId="AD" clId="Web-{CE3EDE46-5A29-B0DA-503C-90F3093E0DF2}" dt="2022-11-17T02:58:34.138" v="119"/>
          <ac:picMkLst>
            <pc:docMk/>
            <pc:sldMk cId="2568124687" sldId="297"/>
            <ac:picMk id="5" creationId="{BAB171C5-00AE-6911-18FF-1C0281F79BDE}"/>
          </ac:picMkLst>
        </pc:picChg>
      </pc:sldChg>
      <pc:sldChg chg="modSp new del">
        <pc:chgData name="Gusti Pangestu" userId="S::gusti.pangestu@binus.ac.id::7768735c-5c0d-4d9b-b550-ead0b3c82a30" providerId="AD" clId="Web-{CE3EDE46-5A29-B0DA-503C-90F3093E0DF2}" dt="2022-11-17T02:55:07.845" v="97"/>
        <pc:sldMkLst>
          <pc:docMk/>
          <pc:sldMk cId="3739284830" sldId="297"/>
        </pc:sldMkLst>
        <pc:spChg chg="mod">
          <ac:chgData name="Gusti Pangestu" userId="S::gusti.pangestu@binus.ac.id::7768735c-5c0d-4d9b-b550-ead0b3c82a30" providerId="AD" clId="Web-{CE3EDE46-5A29-B0DA-503C-90F3093E0DF2}" dt="2022-11-17T02:55:07.157" v="96" actId="20577"/>
          <ac:spMkLst>
            <pc:docMk/>
            <pc:sldMk cId="3739284830" sldId="297"/>
            <ac:spMk id="2" creationId="{7F64B7DE-455C-0D22-DD1C-CB06EAEC75C4}"/>
          </ac:spMkLst>
        </pc:spChg>
      </pc:sldChg>
      <pc:sldChg chg="addSp delSp modSp new">
        <pc:chgData name="Gusti Pangestu" userId="S::gusti.pangestu@binus.ac.id::7768735c-5c0d-4d9b-b550-ead0b3c82a30" providerId="AD" clId="Web-{CE3EDE46-5A29-B0DA-503C-90F3093E0DF2}" dt="2022-11-17T03:31:36.515" v="124" actId="14100"/>
        <pc:sldMkLst>
          <pc:docMk/>
          <pc:sldMk cId="1685238828" sldId="298"/>
        </pc:sldMkLst>
        <pc:spChg chg="del">
          <ac:chgData name="Gusti Pangestu" userId="S::gusti.pangestu@binus.ac.id::7768735c-5c0d-4d9b-b550-ead0b3c82a30" providerId="AD" clId="Web-{CE3EDE46-5A29-B0DA-503C-90F3093E0DF2}" dt="2022-11-17T03:31:25.249" v="122"/>
          <ac:spMkLst>
            <pc:docMk/>
            <pc:sldMk cId="1685238828" sldId="298"/>
            <ac:spMk id="2" creationId="{86222EB7-46A5-B329-4713-55BED742F115}"/>
          </ac:spMkLst>
        </pc:spChg>
        <pc:spChg chg="del">
          <ac:chgData name="Gusti Pangestu" userId="S::gusti.pangestu@binus.ac.id::7768735c-5c0d-4d9b-b550-ead0b3c82a30" providerId="AD" clId="Web-{CE3EDE46-5A29-B0DA-503C-90F3093E0DF2}" dt="2022-11-17T03:31:23.093" v="121"/>
          <ac:spMkLst>
            <pc:docMk/>
            <pc:sldMk cId="1685238828" sldId="298"/>
            <ac:spMk id="3" creationId="{2743A34F-EFF0-F950-6647-02A0622EAECE}"/>
          </ac:spMkLst>
        </pc:spChg>
        <pc:picChg chg="add mod ord">
          <ac:chgData name="Gusti Pangestu" userId="S::gusti.pangestu@binus.ac.id::7768735c-5c0d-4d9b-b550-ead0b3c82a30" providerId="AD" clId="Web-{CE3EDE46-5A29-B0DA-503C-90F3093E0DF2}" dt="2022-11-17T03:31:36.515" v="124" actId="14100"/>
          <ac:picMkLst>
            <pc:docMk/>
            <pc:sldMk cId="1685238828" sldId="298"/>
            <ac:picMk id="4" creationId="{7930E9D0-B875-6F14-A628-223A28A139C2}"/>
          </ac:picMkLst>
        </pc:picChg>
      </pc:sldChg>
      <pc:sldChg chg="modSp new">
        <pc:chgData name="Gusti Pangestu" userId="S::gusti.pangestu@binus.ac.id::7768735c-5c0d-4d9b-b550-ead0b3c82a30" providerId="AD" clId="Web-{CE3EDE46-5A29-B0DA-503C-90F3093E0DF2}" dt="2022-11-17T03:43:03.632" v="136" actId="20577"/>
        <pc:sldMkLst>
          <pc:docMk/>
          <pc:sldMk cId="2835585452" sldId="299"/>
        </pc:sldMkLst>
        <pc:spChg chg="mod">
          <ac:chgData name="Gusti Pangestu" userId="S::gusti.pangestu@binus.ac.id::7768735c-5c0d-4d9b-b550-ead0b3c82a30" providerId="AD" clId="Web-{CE3EDE46-5A29-B0DA-503C-90F3093E0DF2}" dt="2022-11-17T03:40:30.798" v="127" actId="20577"/>
          <ac:spMkLst>
            <pc:docMk/>
            <pc:sldMk cId="2835585452" sldId="299"/>
            <ac:spMk id="2" creationId="{AD388A89-AE3B-2FF2-D754-C6EF6E90C86E}"/>
          </ac:spMkLst>
        </pc:spChg>
        <pc:spChg chg="mod">
          <ac:chgData name="Gusti Pangestu" userId="S::gusti.pangestu@binus.ac.id::7768735c-5c0d-4d9b-b550-ead0b3c82a30" providerId="AD" clId="Web-{CE3EDE46-5A29-B0DA-503C-90F3093E0DF2}" dt="2022-11-17T03:43:03.632" v="136" actId="20577"/>
          <ac:spMkLst>
            <pc:docMk/>
            <pc:sldMk cId="2835585452" sldId="299"/>
            <ac:spMk id="3" creationId="{0713FFE9-84CC-230D-AAD8-CBD136347397}"/>
          </ac:spMkLst>
        </pc:spChg>
      </pc:sldChg>
      <pc:sldChg chg="addSp delSp modSp new">
        <pc:chgData name="Gusti Pangestu" userId="S::gusti.pangestu@binus.ac.id::7768735c-5c0d-4d9b-b550-ead0b3c82a30" providerId="AD" clId="Web-{CE3EDE46-5A29-B0DA-503C-90F3093E0DF2}" dt="2022-11-17T03:43:15.929" v="141" actId="14100"/>
        <pc:sldMkLst>
          <pc:docMk/>
          <pc:sldMk cId="317275369" sldId="300"/>
        </pc:sldMkLst>
        <pc:spChg chg="del">
          <ac:chgData name="Gusti Pangestu" userId="S::gusti.pangestu@binus.ac.id::7768735c-5c0d-4d9b-b550-ead0b3c82a30" providerId="AD" clId="Web-{CE3EDE46-5A29-B0DA-503C-90F3093E0DF2}" dt="2022-11-17T03:43:09.444" v="139"/>
          <ac:spMkLst>
            <pc:docMk/>
            <pc:sldMk cId="317275369" sldId="300"/>
            <ac:spMk id="2" creationId="{C77E3A43-B892-5120-BF83-E6AC5B0E987D}"/>
          </ac:spMkLst>
        </pc:spChg>
        <pc:spChg chg="del">
          <ac:chgData name="Gusti Pangestu" userId="S::gusti.pangestu@binus.ac.id::7768735c-5c0d-4d9b-b550-ead0b3c82a30" providerId="AD" clId="Web-{CE3EDE46-5A29-B0DA-503C-90F3093E0DF2}" dt="2022-11-17T03:43:08.194" v="138"/>
          <ac:spMkLst>
            <pc:docMk/>
            <pc:sldMk cId="317275369" sldId="300"/>
            <ac:spMk id="3" creationId="{FDE3CB3A-592D-86DB-09DB-341C51D07C60}"/>
          </ac:spMkLst>
        </pc:spChg>
        <pc:picChg chg="add mod ord">
          <ac:chgData name="Gusti Pangestu" userId="S::gusti.pangestu@binus.ac.id::7768735c-5c0d-4d9b-b550-ead0b3c82a30" providerId="AD" clId="Web-{CE3EDE46-5A29-B0DA-503C-90F3093E0DF2}" dt="2022-11-17T03:43:15.929" v="141" actId="14100"/>
          <ac:picMkLst>
            <pc:docMk/>
            <pc:sldMk cId="317275369" sldId="300"/>
            <ac:picMk id="4" creationId="{875DDD9D-E608-EB60-E37D-8AD219F59A95}"/>
          </ac:picMkLst>
        </pc:picChg>
      </pc:sldChg>
      <pc:sldChg chg="addSp delSp modSp new">
        <pc:chgData name="Gusti Pangestu" userId="S::gusti.pangestu@binus.ac.id::7768735c-5c0d-4d9b-b550-ead0b3c82a30" providerId="AD" clId="Web-{CE3EDE46-5A29-B0DA-503C-90F3093E0DF2}" dt="2022-11-17T03:44:27.931" v="151" actId="1076"/>
        <pc:sldMkLst>
          <pc:docMk/>
          <pc:sldMk cId="340465697" sldId="301"/>
        </pc:sldMkLst>
        <pc:spChg chg="del">
          <ac:chgData name="Gusti Pangestu" userId="S::gusti.pangestu@binus.ac.id::7768735c-5c0d-4d9b-b550-ead0b3c82a30" providerId="AD" clId="Web-{CE3EDE46-5A29-B0DA-503C-90F3093E0DF2}" dt="2022-11-17T03:43:43.492" v="145"/>
          <ac:spMkLst>
            <pc:docMk/>
            <pc:sldMk cId="340465697" sldId="301"/>
            <ac:spMk id="2" creationId="{EC62EFC4-CD99-1AA2-7814-4DCB03127051}"/>
          </ac:spMkLst>
        </pc:spChg>
        <pc:spChg chg="mod">
          <ac:chgData name="Gusti Pangestu" userId="S::gusti.pangestu@binus.ac.id::7768735c-5c0d-4d9b-b550-ead0b3c82a30" providerId="AD" clId="Web-{CE3EDE46-5A29-B0DA-503C-90F3093E0DF2}" dt="2022-11-17T03:43:50.961" v="148" actId="20577"/>
          <ac:spMkLst>
            <pc:docMk/>
            <pc:sldMk cId="340465697" sldId="301"/>
            <ac:spMk id="3" creationId="{04CA0DB7-C969-8F34-EBC5-0A1CA6B6A299}"/>
          </ac:spMkLst>
        </pc:spChg>
        <pc:picChg chg="add mod">
          <ac:chgData name="Gusti Pangestu" userId="S::gusti.pangestu@binus.ac.id::7768735c-5c0d-4d9b-b550-ead0b3c82a30" providerId="AD" clId="Web-{CE3EDE46-5A29-B0DA-503C-90F3093E0DF2}" dt="2022-11-17T03:44:27.931" v="151" actId="1076"/>
          <ac:picMkLst>
            <pc:docMk/>
            <pc:sldMk cId="340465697" sldId="301"/>
            <ac:picMk id="4" creationId="{C5C3CC95-7D0D-0668-5A4F-A71CBBDA1C2A}"/>
          </ac:picMkLst>
        </pc:picChg>
      </pc:sldChg>
      <pc:sldChg chg="addSp modSp new mod modClrScheme chgLayout">
        <pc:chgData name="Gusti Pangestu" userId="S::gusti.pangestu@binus.ac.id::7768735c-5c0d-4d9b-b550-ead0b3c82a30" providerId="AD" clId="Web-{CE3EDE46-5A29-B0DA-503C-90F3093E0DF2}" dt="2022-11-17T03:45:39.809" v="165"/>
        <pc:sldMkLst>
          <pc:docMk/>
          <pc:sldMk cId="270357174" sldId="302"/>
        </pc:sldMkLst>
        <pc:spChg chg="mod">
          <ac:chgData name="Gusti Pangestu" userId="S::gusti.pangestu@binus.ac.id::7768735c-5c0d-4d9b-b550-ead0b3c82a30" providerId="AD" clId="Web-{CE3EDE46-5A29-B0DA-503C-90F3093E0DF2}" dt="2022-11-17T03:45:39.809" v="165"/>
          <ac:spMkLst>
            <pc:docMk/>
            <pc:sldMk cId="270357174" sldId="302"/>
            <ac:spMk id="2" creationId="{D0AE0A2E-773E-4A59-C6AC-DBEAAA9FB938}"/>
          </ac:spMkLst>
        </pc:spChg>
        <pc:spChg chg="mod">
          <ac:chgData name="Gusti Pangestu" userId="S::gusti.pangestu@binus.ac.id::7768735c-5c0d-4d9b-b550-ead0b3c82a30" providerId="AD" clId="Web-{CE3EDE46-5A29-B0DA-503C-90F3093E0DF2}" dt="2022-11-17T03:45:39.809" v="165"/>
          <ac:spMkLst>
            <pc:docMk/>
            <pc:sldMk cId="270357174" sldId="302"/>
            <ac:spMk id="3" creationId="{8135665F-00E6-3AD5-A713-3784CE126332}"/>
          </ac:spMkLst>
        </pc:spChg>
        <pc:picChg chg="add mod">
          <ac:chgData name="Gusti Pangestu" userId="S::gusti.pangestu@binus.ac.id::7768735c-5c0d-4d9b-b550-ead0b3c82a30" providerId="AD" clId="Web-{CE3EDE46-5A29-B0DA-503C-90F3093E0DF2}" dt="2022-11-17T03:45:39.809" v="165"/>
          <ac:picMkLst>
            <pc:docMk/>
            <pc:sldMk cId="270357174" sldId="302"/>
            <ac:picMk id="4" creationId="{1FF8FC84-FA2E-8322-8789-64B9E656F80A}"/>
          </ac:picMkLst>
        </pc:picChg>
      </pc:sldChg>
      <pc:sldChg chg="addSp delSp modSp new mod modClrScheme chgLayout">
        <pc:chgData name="Gusti Pangestu" userId="S::gusti.pangestu@binus.ac.id::7768735c-5c0d-4d9b-b550-ead0b3c82a30" providerId="AD" clId="Web-{CE3EDE46-5A29-B0DA-503C-90F3093E0DF2}" dt="2022-11-17T03:48:44.862" v="179" actId="1076"/>
        <pc:sldMkLst>
          <pc:docMk/>
          <pc:sldMk cId="3376913443" sldId="303"/>
        </pc:sldMkLst>
        <pc:spChg chg="del mod ord">
          <ac:chgData name="Gusti Pangestu" userId="S::gusti.pangestu@binus.ac.id::7768735c-5c0d-4d9b-b550-ead0b3c82a30" providerId="AD" clId="Web-{CE3EDE46-5A29-B0DA-503C-90F3093E0DF2}" dt="2022-11-17T03:48:14.767" v="172"/>
          <ac:spMkLst>
            <pc:docMk/>
            <pc:sldMk cId="3376913443" sldId="303"/>
            <ac:spMk id="2" creationId="{A225D54F-594D-F360-C88D-DC513B42E063}"/>
          </ac:spMkLst>
        </pc:spChg>
        <pc:spChg chg="mod ord">
          <ac:chgData name="Gusti Pangestu" userId="S::gusti.pangestu@binus.ac.id::7768735c-5c0d-4d9b-b550-ead0b3c82a30" providerId="AD" clId="Web-{CE3EDE46-5A29-B0DA-503C-90F3093E0DF2}" dt="2022-11-17T03:48:35.814" v="176" actId="20577"/>
          <ac:spMkLst>
            <pc:docMk/>
            <pc:sldMk cId="3376913443" sldId="303"/>
            <ac:spMk id="3" creationId="{E2E65916-B84B-49D0-F866-A4E8397EA4BE}"/>
          </ac:spMkLst>
        </pc:spChg>
        <pc:spChg chg="del">
          <ac:chgData name="Gusti Pangestu" userId="S::gusti.pangestu@binus.ac.id::7768735c-5c0d-4d9b-b550-ead0b3c82a30" providerId="AD" clId="Web-{CE3EDE46-5A29-B0DA-503C-90F3093E0DF2}" dt="2022-11-17T03:47:58.532" v="167"/>
          <ac:spMkLst>
            <pc:docMk/>
            <pc:sldMk cId="3376913443" sldId="303"/>
            <ac:spMk id="4" creationId="{497094A1-11E6-2355-8655-9F54400A1661}"/>
          </ac:spMkLst>
        </pc:spChg>
        <pc:picChg chg="add mod">
          <ac:chgData name="Gusti Pangestu" userId="S::gusti.pangestu@binus.ac.id::7768735c-5c0d-4d9b-b550-ead0b3c82a30" providerId="AD" clId="Web-{CE3EDE46-5A29-B0DA-503C-90F3093E0DF2}" dt="2022-11-17T03:48:44.862" v="179" actId="1076"/>
          <ac:picMkLst>
            <pc:docMk/>
            <pc:sldMk cId="3376913443" sldId="303"/>
            <ac:picMk id="5" creationId="{CE84D2DF-7C68-DCDC-AE3E-28BA09A72302}"/>
          </ac:picMkLst>
        </pc:picChg>
      </pc:sldChg>
      <pc:sldChg chg="addSp modSp new mod modClrScheme chgLayout">
        <pc:chgData name="Gusti Pangestu" userId="S::gusti.pangestu@binus.ac.id::7768735c-5c0d-4d9b-b550-ead0b3c82a30" providerId="AD" clId="Web-{CE3EDE46-5A29-B0DA-503C-90F3093E0DF2}" dt="2022-11-17T03:53:15.542" v="189"/>
        <pc:sldMkLst>
          <pc:docMk/>
          <pc:sldMk cId="1025671823" sldId="304"/>
        </pc:sldMkLst>
        <pc:spChg chg="mod">
          <ac:chgData name="Gusti Pangestu" userId="S::gusti.pangestu@binus.ac.id::7768735c-5c0d-4d9b-b550-ead0b3c82a30" providerId="AD" clId="Web-{CE3EDE46-5A29-B0DA-503C-90F3093E0DF2}" dt="2022-11-17T03:53:15.542" v="189"/>
          <ac:spMkLst>
            <pc:docMk/>
            <pc:sldMk cId="1025671823" sldId="304"/>
            <ac:spMk id="2" creationId="{7303DF75-5F72-79EC-D07F-882E863917E8}"/>
          </ac:spMkLst>
        </pc:spChg>
        <pc:spChg chg="mod">
          <ac:chgData name="Gusti Pangestu" userId="S::gusti.pangestu@binus.ac.id::7768735c-5c0d-4d9b-b550-ead0b3c82a30" providerId="AD" clId="Web-{CE3EDE46-5A29-B0DA-503C-90F3093E0DF2}" dt="2022-11-17T03:53:15.542" v="189"/>
          <ac:spMkLst>
            <pc:docMk/>
            <pc:sldMk cId="1025671823" sldId="304"/>
            <ac:spMk id="3" creationId="{4D087624-CEB3-DD3B-4D5B-A9F5B54901CB}"/>
          </ac:spMkLst>
        </pc:spChg>
        <pc:picChg chg="add mod">
          <ac:chgData name="Gusti Pangestu" userId="S::gusti.pangestu@binus.ac.id::7768735c-5c0d-4d9b-b550-ead0b3c82a30" providerId="AD" clId="Web-{CE3EDE46-5A29-B0DA-503C-90F3093E0DF2}" dt="2022-11-17T03:53:15.542" v="189"/>
          <ac:picMkLst>
            <pc:docMk/>
            <pc:sldMk cId="1025671823" sldId="304"/>
            <ac:picMk id="4" creationId="{2A8E65D2-7CB6-2913-1F58-563B0C2AAA7D}"/>
          </ac:picMkLst>
        </pc:picChg>
      </pc:sldChg>
      <pc:sldChg chg="delSp modSp new mod modClrScheme chgLayout">
        <pc:chgData name="Gusti Pangestu" userId="S::gusti.pangestu@binus.ac.id::7768735c-5c0d-4d9b-b550-ead0b3c82a30" providerId="AD" clId="Web-{CE3EDE46-5A29-B0DA-503C-90F3093E0DF2}" dt="2022-11-17T04:00:22.432" v="211" actId="20577"/>
        <pc:sldMkLst>
          <pc:docMk/>
          <pc:sldMk cId="3455937725" sldId="305"/>
        </pc:sldMkLst>
        <pc:spChg chg="mod ord">
          <ac:chgData name="Gusti Pangestu" userId="S::gusti.pangestu@binus.ac.id::7768735c-5c0d-4d9b-b550-ead0b3c82a30" providerId="AD" clId="Web-{CE3EDE46-5A29-B0DA-503C-90F3093E0DF2}" dt="2022-11-17T03:59:28.695" v="196" actId="20577"/>
          <ac:spMkLst>
            <pc:docMk/>
            <pc:sldMk cId="3455937725" sldId="305"/>
            <ac:spMk id="2" creationId="{731BCE32-38BD-C5E7-14B9-93348319C488}"/>
          </ac:spMkLst>
        </pc:spChg>
        <pc:spChg chg="mod ord">
          <ac:chgData name="Gusti Pangestu" userId="S::gusti.pangestu@binus.ac.id::7768735c-5c0d-4d9b-b550-ead0b3c82a30" providerId="AD" clId="Web-{CE3EDE46-5A29-B0DA-503C-90F3093E0DF2}" dt="2022-11-17T04:00:22.432" v="211" actId="20577"/>
          <ac:spMkLst>
            <pc:docMk/>
            <pc:sldMk cId="3455937725" sldId="305"/>
            <ac:spMk id="3" creationId="{6067493C-F4FA-DA22-FD2D-A2D7092580E3}"/>
          </ac:spMkLst>
        </pc:spChg>
        <pc:spChg chg="del">
          <ac:chgData name="Gusti Pangestu" userId="S::gusti.pangestu@binus.ac.id::7768735c-5c0d-4d9b-b550-ead0b3c82a30" providerId="AD" clId="Web-{CE3EDE46-5A29-B0DA-503C-90F3093E0DF2}" dt="2022-11-17T03:53:37.215" v="193"/>
          <ac:spMkLst>
            <pc:docMk/>
            <pc:sldMk cId="3455937725" sldId="305"/>
            <ac:spMk id="4" creationId="{3F99530A-A5EF-DC96-2CD8-6A877C8C44CE}"/>
          </ac:spMkLst>
        </pc:spChg>
      </pc:sldChg>
      <pc:sldChg chg="addSp delSp modSp new mod modClrScheme chgLayout">
        <pc:chgData name="Gusti Pangestu" userId="S::gusti.pangestu@binus.ac.id::7768735c-5c0d-4d9b-b550-ead0b3c82a30" providerId="AD" clId="Web-{CE3EDE46-5A29-B0DA-503C-90F3093E0DF2}" dt="2022-11-17T04:02:53.499" v="224"/>
        <pc:sldMkLst>
          <pc:docMk/>
          <pc:sldMk cId="3782674666" sldId="306"/>
        </pc:sldMkLst>
        <pc:spChg chg="del">
          <ac:chgData name="Gusti Pangestu" userId="S::gusti.pangestu@binus.ac.id::7768735c-5c0d-4d9b-b550-ead0b3c82a30" providerId="AD" clId="Web-{CE3EDE46-5A29-B0DA-503C-90F3093E0DF2}" dt="2022-11-17T04:02:53.499" v="224"/>
          <ac:spMkLst>
            <pc:docMk/>
            <pc:sldMk cId="3782674666" sldId="306"/>
            <ac:spMk id="2" creationId="{EB237232-848C-FEAA-CF9D-94BEA2242F99}"/>
          </ac:spMkLst>
        </pc:spChg>
        <pc:spChg chg="mod">
          <ac:chgData name="Gusti Pangestu" userId="S::gusti.pangestu@binus.ac.id::7768735c-5c0d-4d9b-b550-ead0b3c82a30" providerId="AD" clId="Web-{CE3EDE46-5A29-B0DA-503C-90F3093E0DF2}" dt="2022-11-17T04:02:53.499" v="224"/>
          <ac:spMkLst>
            <pc:docMk/>
            <pc:sldMk cId="3782674666" sldId="306"/>
            <ac:spMk id="3" creationId="{10E3F144-202C-73FF-828C-BCF70A5C8CED}"/>
          </ac:spMkLst>
        </pc:spChg>
        <pc:spChg chg="add mod">
          <ac:chgData name="Gusti Pangestu" userId="S::gusti.pangestu@binus.ac.id::7768735c-5c0d-4d9b-b550-ead0b3c82a30" providerId="AD" clId="Web-{CE3EDE46-5A29-B0DA-503C-90F3093E0DF2}" dt="2022-11-17T04:02:53.499" v="224"/>
          <ac:spMkLst>
            <pc:docMk/>
            <pc:sldMk cId="3782674666" sldId="306"/>
            <ac:spMk id="9" creationId="{BB5E12FA-F918-7E2A-C0FC-7044C4F0C160}"/>
          </ac:spMkLst>
        </pc:spChg>
        <pc:picChg chg="add mod">
          <ac:chgData name="Gusti Pangestu" userId="S::gusti.pangestu@binus.ac.id::7768735c-5c0d-4d9b-b550-ead0b3c82a30" providerId="AD" clId="Web-{CE3EDE46-5A29-B0DA-503C-90F3093E0DF2}" dt="2022-11-17T04:02:53.499" v="224"/>
          <ac:picMkLst>
            <pc:docMk/>
            <pc:sldMk cId="3782674666" sldId="306"/>
            <ac:picMk id="4" creationId="{AA950DF1-2023-C330-1AF7-08BA705D97C3}"/>
          </ac:picMkLst>
        </pc:picChg>
      </pc:sldChg>
      <pc:sldChg chg="addSp delSp modSp new mod modClrScheme chgLayout">
        <pc:chgData name="Gusti Pangestu" userId="S::gusti.pangestu@binus.ac.id::7768735c-5c0d-4d9b-b550-ead0b3c82a30" providerId="AD" clId="Web-{CE3EDE46-5A29-B0DA-503C-90F3093E0DF2}" dt="2022-11-17T04:03:19.984" v="227"/>
        <pc:sldMkLst>
          <pc:docMk/>
          <pc:sldMk cId="88950683" sldId="307"/>
        </pc:sldMkLst>
        <pc:spChg chg="mod ord">
          <ac:chgData name="Gusti Pangestu" userId="S::gusti.pangestu@binus.ac.id::7768735c-5c0d-4d9b-b550-ead0b3c82a30" providerId="AD" clId="Web-{CE3EDE46-5A29-B0DA-503C-90F3093E0DF2}" dt="2022-11-17T04:03:16.812" v="226"/>
          <ac:spMkLst>
            <pc:docMk/>
            <pc:sldMk cId="88950683" sldId="307"/>
            <ac:spMk id="2" creationId="{8B4A2945-A288-1880-BA85-8BAE8B026AB6}"/>
          </ac:spMkLst>
        </pc:spChg>
        <pc:spChg chg="del mod ord">
          <ac:chgData name="Gusti Pangestu" userId="S::gusti.pangestu@binus.ac.id::7768735c-5c0d-4d9b-b550-ead0b3c82a30" providerId="AD" clId="Web-{CE3EDE46-5A29-B0DA-503C-90F3093E0DF2}" dt="2022-11-17T04:03:19.984" v="227"/>
          <ac:spMkLst>
            <pc:docMk/>
            <pc:sldMk cId="88950683" sldId="307"/>
            <ac:spMk id="3" creationId="{8879BB75-1EBD-C105-BF0A-161F4021DEAD}"/>
          </ac:spMkLst>
        </pc:spChg>
        <pc:spChg chg="del">
          <ac:chgData name="Gusti Pangestu" userId="S::gusti.pangestu@binus.ac.id::7768735c-5c0d-4d9b-b550-ead0b3c82a30" providerId="AD" clId="Web-{CE3EDE46-5A29-B0DA-503C-90F3093E0DF2}" dt="2022-11-17T04:03:16.812" v="226"/>
          <ac:spMkLst>
            <pc:docMk/>
            <pc:sldMk cId="88950683" sldId="307"/>
            <ac:spMk id="4" creationId="{3CF5BF90-DCE9-4F69-6321-6F778D8B4083}"/>
          </ac:spMkLst>
        </pc:spChg>
        <pc:picChg chg="add mod ord">
          <ac:chgData name="Gusti Pangestu" userId="S::gusti.pangestu@binus.ac.id::7768735c-5c0d-4d9b-b550-ead0b3c82a30" providerId="AD" clId="Web-{CE3EDE46-5A29-B0DA-503C-90F3093E0DF2}" dt="2022-11-17T04:03:19.984" v="227"/>
          <ac:picMkLst>
            <pc:docMk/>
            <pc:sldMk cId="88950683" sldId="307"/>
            <ac:picMk id="5" creationId="{04F99E08-3B17-8ED7-2C2B-4BE64E743139}"/>
          </ac:picMkLst>
        </pc:picChg>
      </pc:sldChg>
      <pc:sldChg chg="addSp modSp new">
        <pc:chgData name="Gusti Pangestu" userId="S::gusti.pangestu@binus.ac.id::7768735c-5c0d-4d9b-b550-ead0b3c82a30" providerId="AD" clId="Web-{CE3EDE46-5A29-B0DA-503C-90F3093E0DF2}" dt="2022-11-17T04:04:46.518" v="239" actId="14100"/>
        <pc:sldMkLst>
          <pc:docMk/>
          <pc:sldMk cId="1661426597" sldId="308"/>
        </pc:sldMkLst>
        <pc:spChg chg="mod">
          <ac:chgData name="Gusti Pangestu" userId="S::gusti.pangestu@binus.ac.id::7768735c-5c0d-4d9b-b550-ead0b3c82a30" providerId="AD" clId="Web-{CE3EDE46-5A29-B0DA-503C-90F3093E0DF2}" dt="2022-11-17T04:04:40.753" v="236" actId="20577"/>
          <ac:spMkLst>
            <pc:docMk/>
            <pc:sldMk cId="1661426597" sldId="308"/>
            <ac:spMk id="3" creationId="{22413E9F-F9B1-E779-4398-D4E97B8A262B}"/>
          </ac:spMkLst>
        </pc:spChg>
        <pc:picChg chg="add mod">
          <ac:chgData name="Gusti Pangestu" userId="S::gusti.pangestu@binus.ac.id::7768735c-5c0d-4d9b-b550-ead0b3c82a30" providerId="AD" clId="Web-{CE3EDE46-5A29-B0DA-503C-90F3093E0DF2}" dt="2022-11-17T04:04:46.518" v="239" actId="14100"/>
          <ac:picMkLst>
            <pc:docMk/>
            <pc:sldMk cId="1661426597" sldId="308"/>
            <ac:picMk id="4" creationId="{09C5250E-C0D3-26A6-3785-D069E8BCB9C5}"/>
          </ac:picMkLst>
        </pc:picChg>
      </pc:sldChg>
      <pc:sldChg chg="addSp modSp new">
        <pc:chgData name="Gusti Pangestu" userId="S::gusti.pangestu@binus.ac.id::7768735c-5c0d-4d9b-b550-ead0b3c82a30" providerId="AD" clId="Web-{CE3EDE46-5A29-B0DA-503C-90F3093E0DF2}" dt="2022-11-17T04:05:23.442" v="253" actId="14100"/>
        <pc:sldMkLst>
          <pc:docMk/>
          <pc:sldMk cId="2364365303" sldId="309"/>
        </pc:sldMkLst>
        <pc:spChg chg="mod">
          <ac:chgData name="Gusti Pangestu" userId="S::gusti.pangestu@binus.ac.id::7768735c-5c0d-4d9b-b550-ead0b3c82a30" providerId="AD" clId="Web-{CE3EDE46-5A29-B0DA-503C-90F3093E0DF2}" dt="2022-11-17T04:05:02.238" v="244" actId="20577"/>
          <ac:spMkLst>
            <pc:docMk/>
            <pc:sldMk cId="2364365303" sldId="309"/>
            <ac:spMk id="2" creationId="{9EBABF4B-E4EC-3E81-1FD8-5CCE24BA3651}"/>
          </ac:spMkLst>
        </pc:spChg>
        <pc:spChg chg="mod">
          <ac:chgData name="Gusti Pangestu" userId="S::gusti.pangestu@binus.ac.id::7768735c-5c0d-4d9b-b550-ead0b3c82a30" providerId="AD" clId="Web-{CE3EDE46-5A29-B0DA-503C-90F3093E0DF2}" dt="2022-11-17T04:05:17.660" v="250" actId="20577"/>
          <ac:spMkLst>
            <pc:docMk/>
            <pc:sldMk cId="2364365303" sldId="309"/>
            <ac:spMk id="3" creationId="{FD3CA73C-081E-3856-D82F-297280400BD0}"/>
          </ac:spMkLst>
        </pc:spChg>
        <pc:picChg chg="add mod">
          <ac:chgData name="Gusti Pangestu" userId="S::gusti.pangestu@binus.ac.id::7768735c-5c0d-4d9b-b550-ead0b3c82a30" providerId="AD" clId="Web-{CE3EDE46-5A29-B0DA-503C-90F3093E0DF2}" dt="2022-11-17T04:05:23.442" v="253" actId="14100"/>
          <ac:picMkLst>
            <pc:docMk/>
            <pc:sldMk cId="2364365303" sldId="309"/>
            <ac:picMk id="4" creationId="{CD455C02-7B7C-134E-BB13-120E3B58B0DC}"/>
          </ac:picMkLst>
        </pc:picChg>
      </pc:sldChg>
      <pc:sldChg chg="addSp modSp new mod modClrScheme chgLayout">
        <pc:chgData name="Gusti Pangestu" userId="S::gusti.pangestu@binus.ac.id::7768735c-5c0d-4d9b-b550-ead0b3c82a30" providerId="AD" clId="Web-{CE3EDE46-5A29-B0DA-503C-90F3093E0DF2}" dt="2022-11-17T04:07:14.789" v="271"/>
        <pc:sldMkLst>
          <pc:docMk/>
          <pc:sldMk cId="636280278" sldId="310"/>
        </pc:sldMkLst>
        <pc:spChg chg="mod">
          <ac:chgData name="Gusti Pangestu" userId="S::gusti.pangestu@binus.ac.id::7768735c-5c0d-4d9b-b550-ead0b3c82a30" providerId="AD" clId="Web-{CE3EDE46-5A29-B0DA-503C-90F3093E0DF2}" dt="2022-11-17T04:07:14.789" v="271"/>
          <ac:spMkLst>
            <pc:docMk/>
            <pc:sldMk cId="636280278" sldId="310"/>
            <ac:spMk id="2" creationId="{EC6B442E-BD01-2BC2-3BC5-7661BBEFF2F3}"/>
          </ac:spMkLst>
        </pc:spChg>
        <pc:spChg chg="mod">
          <ac:chgData name="Gusti Pangestu" userId="S::gusti.pangestu@binus.ac.id::7768735c-5c0d-4d9b-b550-ead0b3c82a30" providerId="AD" clId="Web-{CE3EDE46-5A29-B0DA-503C-90F3093E0DF2}" dt="2022-11-17T04:07:14.789" v="271"/>
          <ac:spMkLst>
            <pc:docMk/>
            <pc:sldMk cId="636280278" sldId="310"/>
            <ac:spMk id="3" creationId="{AF34AF92-6FE0-C084-FFFB-27502E7725AC}"/>
          </ac:spMkLst>
        </pc:spChg>
        <pc:picChg chg="add mod">
          <ac:chgData name="Gusti Pangestu" userId="S::gusti.pangestu@binus.ac.id::7768735c-5c0d-4d9b-b550-ead0b3c82a30" providerId="AD" clId="Web-{CE3EDE46-5A29-B0DA-503C-90F3093E0DF2}" dt="2022-11-17T04:07:14.789" v="271"/>
          <ac:picMkLst>
            <pc:docMk/>
            <pc:sldMk cId="636280278" sldId="310"/>
            <ac:picMk id="4" creationId="{6DC4E7F5-6E06-1172-E070-272ADABA3FA6}"/>
          </ac:picMkLst>
        </pc:picChg>
      </pc:sldChg>
      <pc:sldChg chg="addSp delSp modSp new mod modClrScheme chgLayout">
        <pc:chgData name="Gusti Pangestu" userId="S::gusti.pangestu@binus.ac.id::7768735c-5c0d-4d9b-b550-ead0b3c82a30" providerId="AD" clId="Web-{CE3EDE46-5A29-B0DA-503C-90F3093E0DF2}" dt="2022-11-17T04:07:51.775" v="277" actId="1076"/>
        <pc:sldMkLst>
          <pc:docMk/>
          <pc:sldMk cId="781249497" sldId="311"/>
        </pc:sldMkLst>
        <pc:spChg chg="del mod ord">
          <ac:chgData name="Gusti Pangestu" userId="S::gusti.pangestu@binus.ac.id::7768735c-5c0d-4d9b-b550-ead0b3c82a30" providerId="AD" clId="Web-{CE3EDE46-5A29-B0DA-503C-90F3093E0DF2}" dt="2022-11-17T04:07:45.415" v="275"/>
          <ac:spMkLst>
            <pc:docMk/>
            <pc:sldMk cId="781249497" sldId="311"/>
            <ac:spMk id="2" creationId="{C3E481FA-EB35-17FF-670E-0E8681C1CA31}"/>
          </ac:spMkLst>
        </pc:spChg>
        <pc:spChg chg="del mod ord">
          <ac:chgData name="Gusti Pangestu" userId="S::gusti.pangestu@binus.ac.id::7768735c-5c0d-4d9b-b550-ead0b3c82a30" providerId="AD" clId="Web-{CE3EDE46-5A29-B0DA-503C-90F3093E0DF2}" dt="2022-11-17T04:07:42.759" v="274"/>
          <ac:spMkLst>
            <pc:docMk/>
            <pc:sldMk cId="781249497" sldId="311"/>
            <ac:spMk id="3" creationId="{3189DD37-B7EE-F348-2796-465527FDB539}"/>
          </ac:spMkLst>
        </pc:spChg>
        <pc:spChg chg="del">
          <ac:chgData name="Gusti Pangestu" userId="S::gusti.pangestu@binus.ac.id::7768735c-5c0d-4d9b-b550-ead0b3c82a30" providerId="AD" clId="Web-{CE3EDE46-5A29-B0DA-503C-90F3093E0DF2}" dt="2022-11-17T04:07:40.290" v="273"/>
          <ac:spMkLst>
            <pc:docMk/>
            <pc:sldMk cId="781249497" sldId="311"/>
            <ac:spMk id="4" creationId="{6EBD2339-CA94-008A-384C-19B40E63296A}"/>
          </ac:spMkLst>
        </pc:spChg>
        <pc:picChg chg="add mod ord">
          <ac:chgData name="Gusti Pangestu" userId="S::gusti.pangestu@binus.ac.id::7768735c-5c0d-4d9b-b550-ead0b3c82a30" providerId="AD" clId="Web-{CE3EDE46-5A29-B0DA-503C-90F3093E0DF2}" dt="2022-11-17T04:07:51.775" v="277" actId="1076"/>
          <ac:picMkLst>
            <pc:docMk/>
            <pc:sldMk cId="781249497" sldId="311"/>
            <ac:picMk id="5" creationId="{1F8B7E8C-B761-DF6C-F637-9F129B7404BE}"/>
          </ac:picMkLst>
        </pc:picChg>
      </pc:sldChg>
      <pc:sldChg chg="addSp delSp modSp new">
        <pc:chgData name="Gusti Pangestu" userId="S::gusti.pangestu@binus.ac.id::7768735c-5c0d-4d9b-b550-ead0b3c82a30" providerId="AD" clId="Web-{CE3EDE46-5A29-B0DA-503C-90F3093E0DF2}" dt="2022-11-17T04:09:58.091" v="286"/>
        <pc:sldMkLst>
          <pc:docMk/>
          <pc:sldMk cId="1569435913" sldId="312"/>
        </pc:sldMkLst>
        <pc:spChg chg="mod">
          <ac:chgData name="Gusti Pangestu" userId="S::gusti.pangestu@binus.ac.id::7768735c-5c0d-4d9b-b550-ead0b3c82a30" providerId="AD" clId="Web-{CE3EDE46-5A29-B0DA-503C-90F3093E0DF2}" dt="2022-11-17T04:09:55.826" v="285" actId="20577"/>
          <ac:spMkLst>
            <pc:docMk/>
            <pc:sldMk cId="1569435913" sldId="312"/>
            <ac:spMk id="2" creationId="{EEA26AC2-052D-61E9-614C-464B5C18AD35}"/>
          </ac:spMkLst>
        </pc:spChg>
        <pc:spChg chg="del">
          <ac:chgData name="Gusti Pangestu" userId="S::gusti.pangestu@binus.ac.id::7768735c-5c0d-4d9b-b550-ead0b3c82a30" providerId="AD" clId="Web-{CE3EDE46-5A29-B0DA-503C-90F3093E0DF2}" dt="2022-11-17T04:09:58.091" v="286"/>
          <ac:spMkLst>
            <pc:docMk/>
            <pc:sldMk cId="1569435913" sldId="312"/>
            <ac:spMk id="3" creationId="{15A3F560-7B9D-2124-82DD-F8B4CAD3D15F}"/>
          </ac:spMkLst>
        </pc:spChg>
        <pc:picChg chg="add mod ord">
          <ac:chgData name="Gusti Pangestu" userId="S::gusti.pangestu@binus.ac.id::7768735c-5c0d-4d9b-b550-ead0b3c82a30" providerId="AD" clId="Web-{CE3EDE46-5A29-B0DA-503C-90F3093E0DF2}" dt="2022-11-17T04:09:58.091" v="286"/>
          <ac:picMkLst>
            <pc:docMk/>
            <pc:sldMk cId="1569435913" sldId="312"/>
            <ac:picMk id="4" creationId="{61C644C3-817B-F58D-A7D7-FEFE83D0B8AC}"/>
          </ac:picMkLst>
        </pc:picChg>
      </pc:sldChg>
      <pc:sldChg chg="addSp delSp modSp new">
        <pc:chgData name="Gusti Pangestu" userId="S::gusti.pangestu@binus.ac.id::7768735c-5c0d-4d9b-b550-ead0b3c82a30" providerId="AD" clId="Web-{CE3EDE46-5A29-B0DA-503C-90F3093E0DF2}" dt="2022-11-17T04:10:50.609" v="294" actId="1076"/>
        <pc:sldMkLst>
          <pc:docMk/>
          <pc:sldMk cId="604071880" sldId="313"/>
        </pc:sldMkLst>
        <pc:spChg chg="del">
          <ac:chgData name="Gusti Pangestu" userId="S::gusti.pangestu@binus.ac.id::7768735c-5c0d-4d9b-b550-ead0b3c82a30" providerId="AD" clId="Web-{CE3EDE46-5A29-B0DA-503C-90F3093E0DF2}" dt="2022-11-17T04:10:24.670" v="290"/>
          <ac:spMkLst>
            <pc:docMk/>
            <pc:sldMk cId="604071880" sldId="313"/>
            <ac:spMk id="2" creationId="{6BB407FF-E39F-8369-B8DA-20133C67E009}"/>
          </ac:spMkLst>
        </pc:spChg>
        <pc:spChg chg="del">
          <ac:chgData name="Gusti Pangestu" userId="S::gusti.pangestu@binus.ac.id::7768735c-5c0d-4d9b-b550-ead0b3c82a30" providerId="AD" clId="Web-{CE3EDE46-5A29-B0DA-503C-90F3093E0DF2}" dt="2022-11-17T04:10:20.639" v="288"/>
          <ac:spMkLst>
            <pc:docMk/>
            <pc:sldMk cId="604071880" sldId="313"/>
            <ac:spMk id="3" creationId="{3CC882E8-F35D-0F0B-DE1A-84F69CC9B0C4}"/>
          </ac:spMkLst>
        </pc:spChg>
        <pc:picChg chg="add mod ord">
          <ac:chgData name="Gusti Pangestu" userId="S::gusti.pangestu@binus.ac.id::7768735c-5c0d-4d9b-b550-ead0b3c82a30" providerId="AD" clId="Web-{CE3EDE46-5A29-B0DA-503C-90F3093E0DF2}" dt="2022-11-17T04:10:27.577" v="291" actId="1076"/>
          <ac:picMkLst>
            <pc:docMk/>
            <pc:sldMk cId="604071880" sldId="313"/>
            <ac:picMk id="4" creationId="{51649065-1BCE-7218-44ED-93F61A85A938}"/>
          </ac:picMkLst>
        </pc:picChg>
        <pc:picChg chg="add mod">
          <ac:chgData name="Gusti Pangestu" userId="S::gusti.pangestu@binus.ac.id::7768735c-5c0d-4d9b-b550-ead0b3c82a30" providerId="AD" clId="Web-{CE3EDE46-5A29-B0DA-503C-90F3093E0DF2}" dt="2022-11-17T04:10:50.609" v="294" actId="1076"/>
          <ac:picMkLst>
            <pc:docMk/>
            <pc:sldMk cId="604071880" sldId="313"/>
            <ac:picMk id="5" creationId="{5F173CBC-5026-04AB-E189-4D99B8FCF4A7}"/>
          </ac:picMkLst>
        </pc:picChg>
      </pc:sldChg>
      <pc:sldChg chg="addSp delSp modSp new">
        <pc:chgData name="Gusti Pangestu" userId="S::gusti.pangestu@binus.ac.id::7768735c-5c0d-4d9b-b550-ead0b3c82a30" providerId="AD" clId="Web-{CE3EDE46-5A29-B0DA-503C-90F3093E0DF2}" dt="2022-11-17T04:11:32.829" v="300" actId="1076"/>
        <pc:sldMkLst>
          <pc:docMk/>
          <pc:sldMk cId="3205491912" sldId="314"/>
        </pc:sldMkLst>
        <pc:spChg chg="del">
          <ac:chgData name="Gusti Pangestu" userId="S::gusti.pangestu@binus.ac.id::7768735c-5c0d-4d9b-b550-ead0b3c82a30" providerId="AD" clId="Web-{CE3EDE46-5A29-B0DA-503C-90F3093E0DF2}" dt="2022-11-17T04:11:24.328" v="297"/>
          <ac:spMkLst>
            <pc:docMk/>
            <pc:sldMk cId="3205491912" sldId="314"/>
            <ac:spMk id="2" creationId="{78452CDD-F2EE-5106-09A7-71CE604937BE}"/>
          </ac:spMkLst>
        </pc:spChg>
        <pc:spChg chg="del">
          <ac:chgData name="Gusti Pangestu" userId="S::gusti.pangestu@binus.ac.id::7768735c-5c0d-4d9b-b550-ead0b3c82a30" providerId="AD" clId="Web-{CE3EDE46-5A29-B0DA-503C-90F3093E0DF2}" dt="2022-11-17T04:11:18.594" v="296"/>
          <ac:spMkLst>
            <pc:docMk/>
            <pc:sldMk cId="3205491912" sldId="314"/>
            <ac:spMk id="3" creationId="{37DD0374-51DB-7869-AD64-30EC2EE30A78}"/>
          </ac:spMkLst>
        </pc:spChg>
        <pc:picChg chg="add mod ord">
          <ac:chgData name="Gusti Pangestu" userId="S::gusti.pangestu@binus.ac.id::7768735c-5c0d-4d9b-b550-ead0b3c82a30" providerId="AD" clId="Web-{CE3EDE46-5A29-B0DA-503C-90F3093E0DF2}" dt="2022-11-17T04:11:32.829" v="300" actId="1076"/>
          <ac:picMkLst>
            <pc:docMk/>
            <pc:sldMk cId="3205491912" sldId="314"/>
            <ac:picMk id="4" creationId="{C5861838-B016-AE50-A35A-DD2A24E3EB34}"/>
          </ac:picMkLst>
        </pc:picChg>
      </pc:sldChg>
      <pc:sldChg chg="addSp delSp modSp new">
        <pc:chgData name="Gusti Pangestu" userId="S::gusti.pangestu@binus.ac.id::7768735c-5c0d-4d9b-b550-ead0b3c82a30" providerId="AD" clId="Web-{CE3EDE46-5A29-B0DA-503C-90F3093E0DF2}" dt="2022-11-17T04:12:11.346" v="305" actId="1076"/>
        <pc:sldMkLst>
          <pc:docMk/>
          <pc:sldMk cId="1587019659" sldId="315"/>
        </pc:sldMkLst>
        <pc:spChg chg="del">
          <ac:chgData name="Gusti Pangestu" userId="S::gusti.pangestu@binus.ac.id::7768735c-5c0d-4d9b-b550-ead0b3c82a30" providerId="AD" clId="Web-{CE3EDE46-5A29-B0DA-503C-90F3093E0DF2}" dt="2022-11-17T04:12:03.470" v="303"/>
          <ac:spMkLst>
            <pc:docMk/>
            <pc:sldMk cId="1587019659" sldId="315"/>
            <ac:spMk id="2" creationId="{30E65B33-072B-8AD0-F4B1-27524923D5FD}"/>
          </ac:spMkLst>
        </pc:spChg>
        <pc:spChg chg="del">
          <ac:chgData name="Gusti Pangestu" userId="S::gusti.pangestu@binus.ac.id::7768735c-5c0d-4d9b-b550-ead0b3c82a30" providerId="AD" clId="Web-{CE3EDE46-5A29-B0DA-503C-90F3093E0DF2}" dt="2022-11-17T04:12:01.345" v="302"/>
          <ac:spMkLst>
            <pc:docMk/>
            <pc:sldMk cId="1587019659" sldId="315"/>
            <ac:spMk id="3" creationId="{1B941369-7B4E-C6BA-A1EE-E17E6666F324}"/>
          </ac:spMkLst>
        </pc:spChg>
        <pc:picChg chg="add mod ord">
          <ac:chgData name="Gusti Pangestu" userId="S::gusti.pangestu@binus.ac.id::7768735c-5c0d-4d9b-b550-ead0b3c82a30" providerId="AD" clId="Web-{CE3EDE46-5A29-B0DA-503C-90F3093E0DF2}" dt="2022-11-17T04:12:11.346" v="305" actId="1076"/>
          <ac:picMkLst>
            <pc:docMk/>
            <pc:sldMk cId="1587019659" sldId="315"/>
            <ac:picMk id="4" creationId="{FE065EB0-F959-E414-2C9C-23BAB9D995DF}"/>
          </ac:picMkLst>
        </pc:picChg>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docChgLst>
    <pc:chgData name="Gusti Pangestu" userId="7768735c-5c0d-4d9b-b550-ead0b3c82a30" providerId="ADAL" clId="{131A4FEA-939B-4653-AD4E-6B27BB1D7081}"/>
    <pc:docChg chg="undo custSel modSld">
      <pc:chgData name="Gusti Pangestu" userId="7768735c-5c0d-4d9b-b550-ead0b3c82a30" providerId="ADAL" clId="{131A4FEA-939B-4653-AD4E-6B27BB1D7081}" dt="2023-01-02T04:31:59.905" v="48" actId="20577"/>
      <pc:docMkLst>
        <pc:docMk/>
      </pc:docMkLst>
      <pc:sldChg chg="modSp mod">
        <pc:chgData name="Gusti Pangestu" userId="7768735c-5c0d-4d9b-b550-ead0b3c82a30" providerId="ADAL" clId="{131A4FEA-939B-4653-AD4E-6B27BB1D7081}" dt="2023-01-02T04:28:17.864" v="35" actId="20577"/>
        <pc:sldMkLst>
          <pc:docMk/>
          <pc:sldMk cId="109857222" sldId="258"/>
        </pc:sldMkLst>
        <pc:spChg chg="mod">
          <ac:chgData name="Gusti Pangestu" userId="7768735c-5c0d-4d9b-b550-ead0b3c82a30" providerId="ADAL" clId="{131A4FEA-939B-4653-AD4E-6B27BB1D7081}" dt="2023-01-02T04:28:17.864" v="35" actId="20577"/>
          <ac:spMkLst>
            <pc:docMk/>
            <pc:sldMk cId="109857222" sldId="258"/>
            <ac:spMk id="3" creationId="{00000000-0000-0000-0000-000000000000}"/>
          </ac:spMkLst>
        </pc:spChg>
      </pc:sldChg>
      <pc:sldChg chg="modSp mod">
        <pc:chgData name="Gusti Pangestu" userId="7768735c-5c0d-4d9b-b550-ead0b3c82a30" providerId="ADAL" clId="{131A4FEA-939B-4653-AD4E-6B27BB1D7081}" dt="2023-01-02T04:28:46.464" v="36"/>
        <pc:sldMkLst>
          <pc:docMk/>
          <pc:sldMk cId="1727291188" sldId="288"/>
        </pc:sldMkLst>
        <pc:spChg chg="mod">
          <ac:chgData name="Gusti Pangestu" userId="7768735c-5c0d-4d9b-b550-ead0b3c82a30" providerId="ADAL" clId="{131A4FEA-939B-4653-AD4E-6B27BB1D7081}" dt="2023-01-02T04:28:46.464" v="36"/>
          <ac:spMkLst>
            <pc:docMk/>
            <pc:sldMk cId="1727291188" sldId="288"/>
            <ac:spMk id="3" creationId="{4C14D8CF-1B8B-4AE4-B51C-5D619267E8B5}"/>
          </ac:spMkLst>
        </pc:spChg>
      </pc:sldChg>
      <pc:sldChg chg="modSp mod">
        <pc:chgData name="Gusti Pangestu" userId="7768735c-5c0d-4d9b-b550-ead0b3c82a30" providerId="ADAL" clId="{131A4FEA-939B-4653-AD4E-6B27BB1D7081}" dt="2023-01-02T04:31:59.905" v="48" actId="20577"/>
        <pc:sldMkLst>
          <pc:docMk/>
          <pc:sldMk cId="1365886943" sldId="289"/>
        </pc:sldMkLst>
        <pc:spChg chg="mod">
          <ac:chgData name="Gusti Pangestu" userId="7768735c-5c0d-4d9b-b550-ead0b3c82a30" providerId="ADAL" clId="{131A4FEA-939B-4653-AD4E-6B27BB1D7081}" dt="2023-01-02T04:31:59.905" v="48" actId="20577"/>
          <ac:spMkLst>
            <pc:docMk/>
            <pc:sldMk cId="1365886943" sldId="289"/>
            <ac:spMk id="5" creationId="{BFC9FBC7-A7B5-44F5-875A-9C78EE947DD2}"/>
          </ac:spMkLst>
        </pc:spChg>
      </pc:sldChg>
    </pc:docChg>
  </pc:docChgLst>
  <pc:docChgLst>
    <pc:chgData name="Gusti Pangestu" userId="S::gusti.pangestu@binus.ac.id::7768735c-5c0d-4d9b-b550-ead0b3c82a30" providerId="AD" clId="Web-{731F4634-1767-D2F4-7CC6-A07A3265D8B4}"/>
    <pc:docChg chg="addSld delSld modSld modSection">
      <pc:chgData name="Gusti Pangestu" userId="S::gusti.pangestu@binus.ac.id::7768735c-5c0d-4d9b-b550-ead0b3c82a30" providerId="AD" clId="Web-{731F4634-1767-D2F4-7CC6-A07A3265D8B4}" dt="2022-11-16T09:04:49.353" v="338"/>
      <pc:docMkLst>
        <pc:docMk/>
      </pc:docMkLst>
      <pc:sldChg chg="modSp">
        <pc:chgData name="Gusti Pangestu" userId="S::gusti.pangestu@binus.ac.id::7768735c-5c0d-4d9b-b550-ead0b3c82a30" providerId="AD" clId="Web-{731F4634-1767-D2F4-7CC6-A07A3265D8B4}" dt="2022-11-16T06:52:16.105" v="163" actId="20577"/>
        <pc:sldMkLst>
          <pc:docMk/>
          <pc:sldMk cId="109857222" sldId="258"/>
        </pc:sldMkLst>
        <pc:spChg chg="mod">
          <ac:chgData name="Gusti Pangestu" userId="S::gusti.pangestu@binus.ac.id::7768735c-5c0d-4d9b-b550-ead0b3c82a30" providerId="AD" clId="Web-{731F4634-1767-D2F4-7CC6-A07A3265D8B4}" dt="2022-11-16T06:52:16.105" v="163" actId="20577"/>
          <ac:spMkLst>
            <pc:docMk/>
            <pc:sldMk cId="109857222" sldId="258"/>
            <ac:spMk id="3" creationId="{00000000-0000-0000-0000-000000000000}"/>
          </ac:spMkLst>
        </pc:spChg>
      </pc:sldChg>
      <pc:sldChg chg="modSp">
        <pc:chgData name="Gusti Pangestu" userId="S::gusti.pangestu@binus.ac.id::7768735c-5c0d-4d9b-b550-ead0b3c82a30" providerId="AD" clId="Web-{731F4634-1767-D2F4-7CC6-A07A3265D8B4}" dt="2022-11-16T03:44:46.518" v="2" actId="20577"/>
        <pc:sldMkLst>
          <pc:docMk/>
          <pc:sldMk cId="1545682022" sldId="290"/>
        </pc:sldMkLst>
        <pc:spChg chg="mod">
          <ac:chgData name="Gusti Pangestu" userId="S::gusti.pangestu@binus.ac.id::7768735c-5c0d-4d9b-b550-ead0b3c82a30" providerId="AD" clId="Web-{731F4634-1767-D2F4-7CC6-A07A3265D8B4}" dt="2022-11-16T03:44:46.518" v="2" actId="20577"/>
          <ac:spMkLst>
            <pc:docMk/>
            <pc:sldMk cId="1545682022" sldId="290"/>
            <ac:spMk id="3" creationId="{CFBE6DC7-A61F-27FA-B9A7-7018AFBF0075}"/>
          </ac:spMkLst>
        </pc:spChg>
      </pc:sldChg>
      <pc:sldChg chg="modSp new">
        <pc:chgData name="Gusti Pangestu" userId="S::gusti.pangestu@binus.ac.id::7768735c-5c0d-4d9b-b550-ead0b3c82a30" providerId="AD" clId="Web-{731F4634-1767-D2F4-7CC6-A07A3265D8B4}" dt="2022-11-16T03:46:24.802" v="43" actId="20577"/>
        <pc:sldMkLst>
          <pc:docMk/>
          <pc:sldMk cId="1765197454" sldId="291"/>
        </pc:sldMkLst>
        <pc:spChg chg="mod">
          <ac:chgData name="Gusti Pangestu" userId="S::gusti.pangestu@binus.ac.id::7768735c-5c0d-4d9b-b550-ead0b3c82a30" providerId="AD" clId="Web-{731F4634-1767-D2F4-7CC6-A07A3265D8B4}" dt="2022-11-16T03:45:30.051" v="31" actId="20577"/>
          <ac:spMkLst>
            <pc:docMk/>
            <pc:sldMk cId="1765197454" sldId="291"/>
            <ac:spMk id="2" creationId="{C6AEFE48-B198-A7D0-6348-3645566C3D8F}"/>
          </ac:spMkLst>
        </pc:spChg>
        <pc:spChg chg="mod">
          <ac:chgData name="Gusti Pangestu" userId="S::gusti.pangestu@binus.ac.id::7768735c-5c0d-4d9b-b550-ead0b3c82a30" providerId="AD" clId="Web-{731F4634-1767-D2F4-7CC6-A07A3265D8B4}" dt="2022-11-16T03:46:24.802" v="43" actId="20577"/>
          <ac:spMkLst>
            <pc:docMk/>
            <pc:sldMk cId="1765197454" sldId="291"/>
            <ac:spMk id="3" creationId="{F33AE568-5F8F-2D9A-B17F-CCA4C6721E18}"/>
          </ac:spMkLst>
        </pc:spChg>
      </pc:sldChg>
      <pc:sldChg chg="del">
        <pc:chgData name="Gusti Pangestu" userId="S::gusti.pangestu@binus.ac.id::7768735c-5c0d-4d9b-b550-ead0b3c82a30" providerId="AD" clId="Web-{731F4634-1767-D2F4-7CC6-A07A3265D8B4}" dt="2022-11-16T03:44:51.018" v="24"/>
        <pc:sldMkLst>
          <pc:docMk/>
          <pc:sldMk cId="2068043843" sldId="291"/>
        </pc:sldMkLst>
      </pc:sldChg>
      <pc:sldChg chg="del">
        <pc:chgData name="Gusti Pangestu" userId="S::gusti.pangestu@binus.ac.id::7768735c-5c0d-4d9b-b550-ead0b3c82a30" providerId="AD" clId="Web-{731F4634-1767-D2F4-7CC6-A07A3265D8B4}" dt="2022-11-16T03:44:51.018" v="23"/>
        <pc:sldMkLst>
          <pc:docMk/>
          <pc:sldMk cId="181067477" sldId="292"/>
        </pc:sldMkLst>
      </pc:sldChg>
      <pc:sldChg chg="addSp delSp modSp new mod modClrScheme chgLayout">
        <pc:chgData name="Gusti Pangestu" userId="S::gusti.pangestu@binus.ac.id::7768735c-5c0d-4d9b-b550-ead0b3c82a30" providerId="AD" clId="Web-{731F4634-1767-D2F4-7CC6-A07A3265D8B4}" dt="2022-11-16T03:55:26.646" v="79" actId="14100"/>
        <pc:sldMkLst>
          <pc:docMk/>
          <pc:sldMk cId="3506783845" sldId="292"/>
        </pc:sldMkLst>
        <pc:spChg chg="del">
          <ac:chgData name="Gusti Pangestu" userId="S::gusti.pangestu@binus.ac.id::7768735c-5c0d-4d9b-b550-ead0b3c82a30" providerId="AD" clId="Web-{731F4634-1767-D2F4-7CC6-A07A3265D8B4}" dt="2022-11-16T03:47:31.789" v="45"/>
          <ac:spMkLst>
            <pc:docMk/>
            <pc:sldMk cId="3506783845" sldId="292"/>
            <ac:spMk id="2" creationId="{36CFE4A1-9406-F805-6272-1FD0F83B902A}"/>
          </ac:spMkLst>
        </pc:spChg>
        <pc:spChg chg="mod">
          <ac:chgData name="Gusti Pangestu" userId="S::gusti.pangestu@binus.ac.id::7768735c-5c0d-4d9b-b550-ead0b3c82a30" providerId="AD" clId="Web-{731F4634-1767-D2F4-7CC6-A07A3265D8B4}" dt="2022-11-16T03:55:06.989" v="74" actId="20577"/>
          <ac:spMkLst>
            <pc:docMk/>
            <pc:sldMk cId="3506783845" sldId="292"/>
            <ac:spMk id="3" creationId="{1A39E79B-87E1-4B48-741F-1094046F0F15}"/>
          </ac:spMkLst>
        </pc:spChg>
        <pc:spChg chg="add mod">
          <ac:chgData name="Gusti Pangestu" userId="S::gusti.pangestu@binus.ac.id::7768735c-5c0d-4d9b-b550-ead0b3c82a30" providerId="AD" clId="Web-{731F4634-1767-D2F4-7CC6-A07A3265D8B4}" dt="2022-11-16T03:48:06.415" v="65" actId="20577"/>
          <ac:spMkLst>
            <pc:docMk/>
            <pc:sldMk cId="3506783845" sldId="292"/>
            <ac:spMk id="9" creationId="{42BD2175-415E-7C5B-2CE2-49BCCF2158B2}"/>
          </ac:spMkLst>
        </pc:spChg>
        <pc:picChg chg="add mod">
          <ac:chgData name="Gusti Pangestu" userId="S::gusti.pangestu@binus.ac.id::7768735c-5c0d-4d9b-b550-ead0b3c82a30" providerId="AD" clId="Web-{731F4634-1767-D2F4-7CC6-A07A3265D8B4}" dt="2022-11-16T03:54:56.645" v="67" actId="1076"/>
          <ac:picMkLst>
            <pc:docMk/>
            <pc:sldMk cId="3506783845" sldId="292"/>
            <ac:picMk id="4" creationId="{8FA40C1F-FC6B-210D-37FC-35A8B3231006}"/>
          </ac:picMkLst>
        </pc:picChg>
        <pc:picChg chg="add mod">
          <ac:chgData name="Gusti Pangestu" userId="S::gusti.pangestu@binus.ac.id::7768735c-5c0d-4d9b-b550-ead0b3c82a30" providerId="AD" clId="Web-{731F4634-1767-D2F4-7CC6-A07A3265D8B4}" dt="2022-11-16T03:55:26.646" v="79" actId="14100"/>
          <ac:picMkLst>
            <pc:docMk/>
            <pc:sldMk cId="3506783845" sldId="292"/>
            <ac:picMk id="5" creationId="{D9078361-D59F-44AF-1B68-A4559F312AFD}"/>
          </ac:picMkLst>
        </pc:picChg>
      </pc:sldChg>
      <pc:sldChg chg="addSp delSp modSp new">
        <pc:chgData name="Gusti Pangestu" userId="S::gusti.pangestu@binus.ac.id::7768735c-5c0d-4d9b-b550-ead0b3c82a30" providerId="AD" clId="Web-{731F4634-1767-D2F4-7CC6-A07A3265D8B4}" dt="2022-11-16T04:12:46.692" v="116"/>
        <pc:sldMkLst>
          <pc:docMk/>
          <pc:sldMk cId="1023137893" sldId="293"/>
        </pc:sldMkLst>
        <pc:spChg chg="del">
          <ac:chgData name="Gusti Pangestu" userId="S::gusti.pangestu@binus.ac.id::7768735c-5c0d-4d9b-b550-ead0b3c82a30" providerId="AD" clId="Web-{731F4634-1767-D2F4-7CC6-A07A3265D8B4}" dt="2022-11-16T04:12:46.692" v="116"/>
          <ac:spMkLst>
            <pc:docMk/>
            <pc:sldMk cId="1023137893" sldId="293"/>
            <ac:spMk id="2" creationId="{5C5CAB32-3A7D-7E93-7521-4EEA73D57908}"/>
          </ac:spMkLst>
        </pc:spChg>
        <pc:spChg chg="mod">
          <ac:chgData name="Gusti Pangestu" userId="S::gusti.pangestu@binus.ac.id::7768735c-5c0d-4d9b-b550-ead0b3c82a30" providerId="AD" clId="Web-{731F4634-1767-D2F4-7CC6-A07A3265D8B4}" dt="2022-11-16T04:12:46.692" v="116"/>
          <ac:spMkLst>
            <pc:docMk/>
            <pc:sldMk cId="1023137893" sldId="293"/>
            <ac:spMk id="3" creationId="{520EB2C5-E55F-CF84-322E-5B3F67A92ED2}"/>
          </ac:spMkLst>
        </pc:spChg>
        <pc:spChg chg="del mod">
          <ac:chgData name="Gusti Pangestu" userId="S::gusti.pangestu@binus.ac.id::7768735c-5c0d-4d9b-b550-ead0b3c82a30" providerId="AD" clId="Web-{731F4634-1767-D2F4-7CC6-A07A3265D8B4}" dt="2022-11-16T04:12:43.864" v="115"/>
          <ac:spMkLst>
            <pc:docMk/>
            <pc:sldMk cId="1023137893" sldId="293"/>
            <ac:spMk id="4" creationId="{DB2E4289-FF07-CF4A-3B85-D33B1FDB1499}"/>
          </ac:spMkLst>
        </pc:spChg>
        <pc:spChg chg="add">
          <ac:chgData name="Gusti Pangestu" userId="S::gusti.pangestu@binus.ac.id::7768735c-5c0d-4d9b-b550-ead0b3c82a30" providerId="AD" clId="Web-{731F4634-1767-D2F4-7CC6-A07A3265D8B4}" dt="2022-11-16T04:12:46.692" v="116"/>
          <ac:spMkLst>
            <pc:docMk/>
            <pc:sldMk cId="1023137893" sldId="293"/>
            <ac:spMk id="10" creationId="{38C9C34E-D236-F09C-4A57-2242D77E2EAB}"/>
          </ac:spMkLst>
        </pc:spChg>
        <pc:picChg chg="add mod ord">
          <ac:chgData name="Gusti Pangestu" userId="S::gusti.pangestu@binus.ac.id::7768735c-5c0d-4d9b-b550-ead0b3c82a30" providerId="AD" clId="Web-{731F4634-1767-D2F4-7CC6-A07A3265D8B4}" dt="2022-11-16T04:12:46.692" v="116"/>
          <ac:picMkLst>
            <pc:docMk/>
            <pc:sldMk cId="1023137893" sldId="293"/>
            <ac:picMk id="5" creationId="{48CF6B61-EBC5-CC21-A68A-E267F9CCDA10}"/>
          </ac:picMkLst>
        </pc:picChg>
      </pc:sldChg>
      <pc:sldChg chg="del">
        <pc:chgData name="Gusti Pangestu" userId="S::gusti.pangestu@binus.ac.id::7768735c-5c0d-4d9b-b550-ead0b3c82a30" providerId="AD" clId="Web-{731F4634-1767-D2F4-7CC6-A07A3265D8B4}" dt="2022-11-16T03:44:51.018" v="22"/>
        <pc:sldMkLst>
          <pc:docMk/>
          <pc:sldMk cId="2629645314" sldId="293"/>
        </pc:sldMkLst>
      </pc:sldChg>
      <pc:sldChg chg="addSp delSp modSp new">
        <pc:chgData name="Gusti Pangestu" userId="S::gusti.pangestu@binus.ac.id::7768735c-5c0d-4d9b-b550-ead0b3c82a30" providerId="AD" clId="Web-{731F4634-1767-D2F4-7CC6-A07A3265D8B4}" dt="2022-11-16T04:10:31.329" v="101" actId="20577"/>
        <pc:sldMkLst>
          <pc:docMk/>
          <pc:sldMk cId="641680110" sldId="294"/>
        </pc:sldMkLst>
        <pc:spChg chg="mod">
          <ac:chgData name="Gusti Pangestu" userId="S::gusti.pangestu@binus.ac.id::7768735c-5c0d-4d9b-b550-ead0b3c82a30" providerId="AD" clId="Web-{731F4634-1767-D2F4-7CC6-A07A3265D8B4}" dt="2022-11-16T04:10:31.329" v="101" actId="20577"/>
          <ac:spMkLst>
            <pc:docMk/>
            <pc:sldMk cId="641680110" sldId="294"/>
            <ac:spMk id="2" creationId="{0FC8C279-7F77-79FE-FE69-7105421936B2}"/>
          </ac:spMkLst>
        </pc:spChg>
        <pc:spChg chg="del">
          <ac:chgData name="Gusti Pangestu" userId="S::gusti.pangestu@binus.ac.id::7768735c-5c0d-4d9b-b550-ead0b3c82a30" providerId="AD" clId="Web-{731F4634-1767-D2F4-7CC6-A07A3265D8B4}" dt="2022-11-16T04:09:11.483" v="81"/>
          <ac:spMkLst>
            <pc:docMk/>
            <pc:sldMk cId="641680110" sldId="294"/>
            <ac:spMk id="3" creationId="{9CB0ABD9-9ED8-A2A9-65C4-A04978B57500}"/>
          </ac:spMkLst>
        </pc:spChg>
        <pc:spChg chg="del">
          <ac:chgData name="Gusti Pangestu" userId="S::gusti.pangestu@binus.ac.id::7768735c-5c0d-4d9b-b550-ead0b3c82a30" providerId="AD" clId="Web-{731F4634-1767-D2F4-7CC6-A07A3265D8B4}" dt="2022-11-16T04:09:26.405" v="82"/>
          <ac:spMkLst>
            <pc:docMk/>
            <pc:sldMk cId="641680110" sldId="294"/>
            <ac:spMk id="4" creationId="{6E0ACB3A-68B2-0EB5-1FB8-1A990EBC903C}"/>
          </ac:spMkLst>
        </pc:spChg>
        <pc:spChg chg="add mod">
          <ac:chgData name="Gusti Pangestu" userId="S::gusti.pangestu@binus.ac.id::7768735c-5c0d-4d9b-b550-ead0b3c82a30" providerId="AD" clId="Web-{731F4634-1767-D2F4-7CC6-A07A3265D8B4}" dt="2022-11-16T04:10:20.297" v="94" actId="20577"/>
          <ac:spMkLst>
            <pc:docMk/>
            <pc:sldMk cId="641680110" sldId="294"/>
            <ac:spMk id="7" creationId="{A0DD2842-8BB9-0722-16A2-F59AA8BB06E0}"/>
          </ac:spMkLst>
        </pc:spChg>
        <pc:picChg chg="add mod ord">
          <ac:chgData name="Gusti Pangestu" userId="S::gusti.pangestu@binus.ac.id::7768735c-5c0d-4d9b-b550-ead0b3c82a30" providerId="AD" clId="Web-{731F4634-1767-D2F4-7CC6-A07A3265D8B4}" dt="2022-11-16T04:09:30.452" v="83" actId="1076"/>
          <ac:picMkLst>
            <pc:docMk/>
            <pc:sldMk cId="641680110" sldId="294"/>
            <ac:picMk id="5" creationId="{FC05BE57-EF52-A221-6B6E-3DEFB1D18F84}"/>
          </ac:picMkLst>
        </pc:picChg>
        <pc:picChg chg="add mod ord">
          <ac:chgData name="Gusti Pangestu" userId="S::gusti.pangestu@binus.ac.id::7768735c-5c0d-4d9b-b550-ead0b3c82a30" providerId="AD" clId="Web-{731F4634-1767-D2F4-7CC6-A07A3265D8B4}" dt="2022-11-16T04:09:39.624" v="85" actId="14100"/>
          <ac:picMkLst>
            <pc:docMk/>
            <pc:sldMk cId="641680110" sldId="294"/>
            <ac:picMk id="6" creationId="{426166E8-DABA-3232-2936-3873B1C7C2F6}"/>
          </ac:picMkLst>
        </pc:picChg>
      </pc:sldChg>
      <pc:sldChg chg="del">
        <pc:chgData name="Gusti Pangestu" userId="S::gusti.pangestu@binus.ac.id::7768735c-5c0d-4d9b-b550-ead0b3c82a30" providerId="AD" clId="Web-{731F4634-1767-D2F4-7CC6-A07A3265D8B4}" dt="2022-11-16T03:44:51.018" v="21"/>
        <pc:sldMkLst>
          <pc:docMk/>
          <pc:sldMk cId="3671522191" sldId="294"/>
        </pc:sldMkLst>
      </pc:sldChg>
      <pc:sldChg chg="delSp modSp new mod modClrScheme chgLayout">
        <pc:chgData name="Gusti Pangestu" userId="S::gusti.pangestu@binus.ac.id::7768735c-5c0d-4d9b-b550-ead0b3c82a30" providerId="AD" clId="Web-{731F4634-1767-D2F4-7CC6-A07A3265D8B4}" dt="2022-11-16T06:21:33.476" v="144" actId="20577"/>
        <pc:sldMkLst>
          <pc:docMk/>
          <pc:sldMk cId="1095013890" sldId="295"/>
        </pc:sldMkLst>
        <pc:spChg chg="mod ord">
          <ac:chgData name="Gusti Pangestu" userId="S::gusti.pangestu@binus.ac.id::7768735c-5c0d-4d9b-b550-ead0b3c82a30" providerId="AD" clId="Web-{731F4634-1767-D2F4-7CC6-A07A3265D8B4}" dt="2022-11-16T06:18:00.532" v="128"/>
          <ac:spMkLst>
            <pc:docMk/>
            <pc:sldMk cId="1095013890" sldId="295"/>
            <ac:spMk id="2" creationId="{7100939B-1912-19BF-95D6-921DA8E5B235}"/>
          </ac:spMkLst>
        </pc:spChg>
        <pc:spChg chg="mod ord">
          <ac:chgData name="Gusti Pangestu" userId="S::gusti.pangestu@binus.ac.id::7768735c-5c0d-4d9b-b550-ead0b3c82a30" providerId="AD" clId="Web-{731F4634-1767-D2F4-7CC6-A07A3265D8B4}" dt="2022-11-16T06:21:33.476" v="144" actId="20577"/>
          <ac:spMkLst>
            <pc:docMk/>
            <pc:sldMk cId="1095013890" sldId="295"/>
            <ac:spMk id="3" creationId="{5650DAAE-99C8-24A7-E56D-EAA1743C11FF}"/>
          </ac:spMkLst>
        </pc:spChg>
        <pc:spChg chg="del">
          <ac:chgData name="Gusti Pangestu" userId="S::gusti.pangestu@binus.ac.id::7768735c-5c0d-4d9b-b550-ead0b3c82a30" providerId="AD" clId="Web-{731F4634-1767-D2F4-7CC6-A07A3265D8B4}" dt="2022-11-16T06:18:00.532" v="128"/>
          <ac:spMkLst>
            <pc:docMk/>
            <pc:sldMk cId="1095013890" sldId="295"/>
            <ac:spMk id="4" creationId="{60A15FCE-373F-3B54-4AA8-57A3AB4F4236}"/>
          </ac:spMkLst>
        </pc:spChg>
      </pc:sldChg>
      <pc:sldChg chg="del">
        <pc:chgData name="Gusti Pangestu" userId="S::gusti.pangestu@binus.ac.id::7768735c-5c0d-4d9b-b550-ead0b3c82a30" providerId="AD" clId="Web-{731F4634-1767-D2F4-7CC6-A07A3265D8B4}" dt="2022-11-16T03:44:51.018" v="20"/>
        <pc:sldMkLst>
          <pc:docMk/>
          <pc:sldMk cId="3854135633" sldId="295"/>
        </pc:sldMkLst>
      </pc:sldChg>
      <pc:sldChg chg="addSp delSp modSp new">
        <pc:chgData name="Gusti Pangestu" userId="S::gusti.pangestu@binus.ac.id::7768735c-5c0d-4d9b-b550-ead0b3c82a30" providerId="AD" clId="Web-{731F4634-1767-D2F4-7CC6-A07A3265D8B4}" dt="2022-11-16T06:48:45.911" v="158" actId="14100"/>
        <pc:sldMkLst>
          <pc:docMk/>
          <pc:sldMk cId="1426729290" sldId="296"/>
        </pc:sldMkLst>
        <pc:spChg chg="del">
          <ac:chgData name="Gusti Pangestu" userId="S::gusti.pangestu@binus.ac.id::7768735c-5c0d-4d9b-b550-ead0b3c82a30" providerId="AD" clId="Web-{731F4634-1767-D2F4-7CC6-A07A3265D8B4}" dt="2022-11-16T06:48:01.238" v="149"/>
          <ac:spMkLst>
            <pc:docMk/>
            <pc:sldMk cId="1426729290" sldId="296"/>
            <ac:spMk id="2" creationId="{242478C7-E247-30D8-8F9A-E97E58D4AB4A}"/>
          </ac:spMkLst>
        </pc:spChg>
        <pc:spChg chg="mod">
          <ac:chgData name="Gusti Pangestu" userId="S::gusti.pangestu@binus.ac.id::7768735c-5c0d-4d9b-b550-ead0b3c82a30" providerId="AD" clId="Web-{731F4634-1767-D2F4-7CC6-A07A3265D8B4}" dt="2022-11-16T06:48:16.019" v="152" actId="20577"/>
          <ac:spMkLst>
            <pc:docMk/>
            <pc:sldMk cId="1426729290" sldId="296"/>
            <ac:spMk id="3" creationId="{554427B2-CDB4-2368-779F-A6E43BE8B3B8}"/>
          </ac:spMkLst>
        </pc:spChg>
        <pc:picChg chg="add mod">
          <ac:chgData name="Gusti Pangestu" userId="S::gusti.pangestu@binus.ac.id::7768735c-5c0d-4d9b-b550-ead0b3c82a30" providerId="AD" clId="Web-{731F4634-1767-D2F4-7CC6-A07A3265D8B4}" dt="2022-11-16T06:48:21.519" v="155" actId="1076"/>
          <ac:picMkLst>
            <pc:docMk/>
            <pc:sldMk cId="1426729290" sldId="296"/>
            <ac:picMk id="4" creationId="{06E7C50C-11F7-416A-B4B7-B918E750DE59}"/>
          </ac:picMkLst>
        </pc:picChg>
        <pc:picChg chg="add mod">
          <ac:chgData name="Gusti Pangestu" userId="S::gusti.pangestu@binus.ac.id::7768735c-5c0d-4d9b-b550-ead0b3c82a30" providerId="AD" clId="Web-{731F4634-1767-D2F4-7CC6-A07A3265D8B4}" dt="2022-11-16T06:48:45.911" v="158" actId="14100"/>
          <ac:picMkLst>
            <pc:docMk/>
            <pc:sldMk cId="1426729290" sldId="296"/>
            <ac:picMk id="5" creationId="{B2C445F9-F2F5-9D34-26B5-9CE6707E1A36}"/>
          </ac:picMkLst>
        </pc:picChg>
      </pc:sldChg>
      <pc:sldChg chg="del">
        <pc:chgData name="Gusti Pangestu" userId="S::gusti.pangestu@binus.ac.id::7768735c-5c0d-4d9b-b550-ead0b3c82a30" providerId="AD" clId="Web-{731F4634-1767-D2F4-7CC6-A07A3265D8B4}" dt="2022-11-16T03:44:51.018" v="19"/>
        <pc:sldMkLst>
          <pc:docMk/>
          <pc:sldMk cId="2826040258" sldId="296"/>
        </pc:sldMkLst>
      </pc:sldChg>
      <pc:sldChg chg="del">
        <pc:chgData name="Gusti Pangestu" userId="S::gusti.pangestu@binus.ac.id::7768735c-5c0d-4d9b-b550-ead0b3c82a30" providerId="AD" clId="Web-{731F4634-1767-D2F4-7CC6-A07A3265D8B4}" dt="2022-11-16T03:44:51.018" v="18"/>
        <pc:sldMkLst>
          <pc:docMk/>
          <pc:sldMk cId="1902739993" sldId="297"/>
        </pc:sldMkLst>
      </pc:sldChg>
      <pc:sldChg chg="addSp delSp modSp new">
        <pc:chgData name="Gusti Pangestu" userId="S::gusti.pangestu@binus.ac.id::7768735c-5c0d-4d9b-b550-ead0b3c82a30" providerId="AD" clId="Web-{731F4634-1767-D2F4-7CC6-A07A3265D8B4}" dt="2022-11-16T07:08:19.385" v="176" actId="14100"/>
        <pc:sldMkLst>
          <pc:docMk/>
          <pc:sldMk cId="2467367817" sldId="297"/>
        </pc:sldMkLst>
        <pc:spChg chg="del">
          <ac:chgData name="Gusti Pangestu" userId="S::gusti.pangestu@binus.ac.id::7768735c-5c0d-4d9b-b550-ead0b3c82a30" providerId="AD" clId="Web-{731F4634-1767-D2F4-7CC6-A07A3265D8B4}" dt="2022-11-16T07:07:32.805" v="169"/>
          <ac:spMkLst>
            <pc:docMk/>
            <pc:sldMk cId="2467367817" sldId="297"/>
            <ac:spMk id="2" creationId="{98625238-0B54-6570-ACD5-C6A452E4C664}"/>
          </ac:spMkLst>
        </pc:spChg>
        <pc:spChg chg="del mod">
          <ac:chgData name="Gusti Pangestu" userId="S::gusti.pangestu@binus.ac.id::7768735c-5c0d-4d9b-b550-ead0b3c82a30" providerId="AD" clId="Web-{731F4634-1767-D2F4-7CC6-A07A3265D8B4}" dt="2022-11-16T07:07:30.540" v="168"/>
          <ac:spMkLst>
            <pc:docMk/>
            <pc:sldMk cId="2467367817" sldId="297"/>
            <ac:spMk id="3" creationId="{0148FB59-FC9E-32D3-F65B-5FD2F2C11B8C}"/>
          </ac:spMkLst>
        </pc:spChg>
        <pc:picChg chg="add mod ord">
          <ac:chgData name="Gusti Pangestu" userId="S::gusti.pangestu@binus.ac.id::7768735c-5c0d-4d9b-b550-ead0b3c82a30" providerId="AD" clId="Web-{731F4634-1767-D2F4-7CC6-A07A3265D8B4}" dt="2022-11-16T07:08:11.228" v="174" actId="1076"/>
          <ac:picMkLst>
            <pc:docMk/>
            <pc:sldMk cId="2467367817" sldId="297"/>
            <ac:picMk id="4" creationId="{B69FD141-4ADF-0E94-5691-6D65F816092A}"/>
          </ac:picMkLst>
        </pc:picChg>
        <pc:picChg chg="add mod">
          <ac:chgData name="Gusti Pangestu" userId="S::gusti.pangestu@binus.ac.id::7768735c-5c0d-4d9b-b550-ead0b3c82a30" providerId="AD" clId="Web-{731F4634-1767-D2F4-7CC6-A07A3265D8B4}" dt="2022-11-16T07:08:19.385" v="176" actId="14100"/>
          <ac:picMkLst>
            <pc:docMk/>
            <pc:sldMk cId="2467367817" sldId="297"/>
            <ac:picMk id="5" creationId="{DBEC9A96-CCA2-A5B6-7D80-ED75F06BC947}"/>
          </ac:picMkLst>
        </pc:picChg>
      </pc:sldChg>
      <pc:sldChg chg="del">
        <pc:chgData name="Gusti Pangestu" userId="S::gusti.pangestu@binus.ac.id::7768735c-5c0d-4d9b-b550-ead0b3c82a30" providerId="AD" clId="Web-{731F4634-1767-D2F4-7CC6-A07A3265D8B4}" dt="2022-11-16T03:44:51.018" v="17"/>
        <pc:sldMkLst>
          <pc:docMk/>
          <pc:sldMk cId="502453303" sldId="298"/>
        </pc:sldMkLst>
      </pc:sldChg>
      <pc:sldChg chg="addSp delSp modSp new">
        <pc:chgData name="Gusti Pangestu" userId="S::gusti.pangestu@binus.ac.id::7768735c-5c0d-4d9b-b550-ead0b3c82a30" providerId="AD" clId="Web-{731F4634-1767-D2F4-7CC6-A07A3265D8B4}" dt="2022-11-16T07:08:51.433" v="181" actId="1076"/>
        <pc:sldMkLst>
          <pc:docMk/>
          <pc:sldMk cId="3078249726" sldId="298"/>
        </pc:sldMkLst>
        <pc:spChg chg="del">
          <ac:chgData name="Gusti Pangestu" userId="S::gusti.pangestu@binus.ac.id::7768735c-5c0d-4d9b-b550-ead0b3c82a30" providerId="AD" clId="Web-{731F4634-1767-D2F4-7CC6-A07A3265D8B4}" dt="2022-11-16T07:08:42.620" v="179"/>
          <ac:spMkLst>
            <pc:docMk/>
            <pc:sldMk cId="3078249726" sldId="298"/>
            <ac:spMk id="2" creationId="{BEEADEF4-0DF7-CFBC-AE6C-9B1075BB18C7}"/>
          </ac:spMkLst>
        </pc:spChg>
        <pc:spChg chg="del">
          <ac:chgData name="Gusti Pangestu" userId="S::gusti.pangestu@binus.ac.id::7768735c-5c0d-4d9b-b550-ead0b3c82a30" providerId="AD" clId="Web-{731F4634-1767-D2F4-7CC6-A07A3265D8B4}" dt="2022-11-16T07:08:41.057" v="178"/>
          <ac:spMkLst>
            <pc:docMk/>
            <pc:sldMk cId="3078249726" sldId="298"/>
            <ac:spMk id="3" creationId="{3F30634D-7B25-15EB-39BB-86FDF61CA206}"/>
          </ac:spMkLst>
        </pc:spChg>
        <pc:picChg chg="add mod ord">
          <ac:chgData name="Gusti Pangestu" userId="S::gusti.pangestu@binus.ac.id::7768735c-5c0d-4d9b-b550-ead0b3c82a30" providerId="AD" clId="Web-{731F4634-1767-D2F4-7CC6-A07A3265D8B4}" dt="2022-11-16T07:08:51.433" v="181" actId="1076"/>
          <ac:picMkLst>
            <pc:docMk/>
            <pc:sldMk cId="3078249726" sldId="298"/>
            <ac:picMk id="4" creationId="{44284CFD-DE57-8570-D06B-E11E3A0A1F6A}"/>
          </ac:picMkLst>
        </pc:picChg>
      </pc:sldChg>
      <pc:sldChg chg="del">
        <pc:chgData name="Gusti Pangestu" userId="S::gusti.pangestu@binus.ac.id::7768735c-5c0d-4d9b-b550-ead0b3c82a30" providerId="AD" clId="Web-{731F4634-1767-D2F4-7CC6-A07A3265D8B4}" dt="2022-11-16T03:44:51.018" v="16"/>
        <pc:sldMkLst>
          <pc:docMk/>
          <pc:sldMk cId="1410539918" sldId="299"/>
        </pc:sldMkLst>
      </pc:sldChg>
      <pc:sldChg chg="addSp modSp new">
        <pc:chgData name="Gusti Pangestu" userId="S::gusti.pangestu@binus.ac.id::7768735c-5c0d-4d9b-b550-ead0b3c82a30" providerId="AD" clId="Web-{731F4634-1767-D2F4-7CC6-A07A3265D8B4}" dt="2022-11-16T07:13:08.566" v="203" actId="1076"/>
        <pc:sldMkLst>
          <pc:docMk/>
          <pc:sldMk cId="2189213575" sldId="299"/>
        </pc:sldMkLst>
        <pc:spChg chg="mod">
          <ac:chgData name="Gusti Pangestu" userId="S::gusti.pangestu@binus.ac.id::7768735c-5c0d-4d9b-b550-ead0b3c82a30" providerId="AD" clId="Web-{731F4634-1767-D2F4-7CC6-A07A3265D8B4}" dt="2022-11-16T07:09:10.715" v="186" actId="20577"/>
          <ac:spMkLst>
            <pc:docMk/>
            <pc:sldMk cId="2189213575" sldId="299"/>
            <ac:spMk id="2" creationId="{734F4BEC-FF96-FC5A-72BF-D005EC927A1B}"/>
          </ac:spMkLst>
        </pc:spChg>
        <pc:spChg chg="mod">
          <ac:chgData name="Gusti Pangestu" userId="S::gusti.pangestu@binus.ac.id::7768735c-5c0d-4d9b-b550-ead0b3c82a30" providerId="AD" clId="Web-{731F4634-1767-D2F4-7CC6-A07A3265D8B4}" dt="2022-11-16T07:13:01.065" v="199" actId="20577"/>
          <ac:spMkLst>
            <pc:docMk/>
            <pc:sldMk cId="2189213575" sldId="299"/>
            <ac:spMk id="3" creationId="{C5DD9761-A642-A353-EF97-9A7E84B0FF2B}"/>
          </ac:spMkLst>
        </pc:spChg>
        <pc:picChg chg="add mod">
          <ac:chgData name="Gusti Pangestu" userId="S::gusti.pangestu@binus.ac.id::7768735c-5c0d-4d9b-b550-ead0b3c82a30" providerId="AD" clId="Web-{731F4634-1767-D2F4-7CC6-A07A3265D8B4}" dt="2022-11-16T07:13:08.566" v="203" actId="1076"/>
          <ac:picMkLst>
            <pc:docMk/>
            <pc:sldMk cId="2189213575" sldId="299"/>
            <ac:picMk id="4" creationId="{96E8037A-0C22-E2D9-A5FC-56FE0ACCC0A1}"/>
          </ac:picMkLst>
        </pc:picChg>
      </pc:sldChg>
      <pc:sldChg chg="addSp modSp new">
        <pc:chgData name="Gusti Pangestu" userId="S::gusti.pangestu@binus.ac.id::7768735c-5c0d-4d9b-b550-ead0b3c82a30" providerId="AD" clId="Web-{731F4634-1767-D2F4-7CC6-A07A3265D8B4}" dt="2022-11-16T07:15:29.195" v="228" actId="1076"/>
        <pc:sldMkLst>
          <pc:docMk/>
          <pc:sldMk cId="544600065" sldId="300"/>
        </pc:sldMkLst>
        <pc:spChg chg="mod">
          <ac:chgData name="Gusti Pangestu" userId="S::gusti.pangestu@binus.ac.id::7768735c-5c0d-4d9b-b550-ead0b3c82a30" providerId="AD" clId="Web-{731F4634-1767-D2F4-7CC6-A07A3265D8B4}" dt="2022-11-16T07:15:17.476" v="223" actId="20577"/>
          <ac:spMkLst>
            <pc:docMk/>
            <pc:sldMk cId="544600065" sldId="300"/>
            <ac:spMk id="3" creationId="{D31BE830-678B-32CF-F6B1-2A4E5A562297}"/>
          </ac:spMkLst>
        </pc:spChg>
        <pc:picChg chg="add mod">
          <ac:chgData name="Gusti Pangestu" userId="S::gusti.pangestu@binus.ac.id::7768735c-5c0d-4d9b-b550-ead0b3c82a30" providerId="AD" clId="Web-{731F4634-1767-D2F4-7CC6-A07A3265D8B4}" dt="2022-11-16T07:15:29.195" v="228" actId="1076"/>
          <ac:picMkLst>
            <pc:docMk/>
            <pc:sldMk cId="544600065" sldId="300"/>
            <ac:picMk id="4" creationId="{FAD6B162-DC52-932A-C804-8456E0A32335}"/>
          </ac:picMkLst>
        </pc:picChg>
        <pc:picChg chg="add mod">
          <ac:chgData name="Gusti Pangestu" userId="S::gusti.pangestu@binus.ac.id::7768735c-5c0d-4d9b-b550-ead0b3c82a30" providerId="AD" clId="Web-{731F4634-1767-D2F4-7CC6-A07A3265D8B4}" dt="2022-11-16T07:15:24.929" v="227" actId="1076"/>
          <ac:picMkLst>
            <pc:docMk/>
            <pc:sldMk cId="544600065" sldId="300"/>
            <ac:picMk id="5" creationId="{1FABD6B4-5197-FD27-D5F8-C36F8ACE2A8D}"/>
          </ac:picMkLst>
        </pc:picChg>
      </pc:sldChg>
      <pc:sldChg chg="del">
        <pc:chgData name="Gusti Pangestu" userId="S::gusti.pangestu@binus.ac.id::7768735c-5c0d-4d9b-b550-ead0b3c82a30" providerId="AD" clId="Web-{731F4634-1767-D2F4-7CC6-A07A3265D8B4}" dt="2022-11-16T03:44:51.018" v="15"/>
        <pc:sldMkLst>
          <pc:docMk/>
          <pc:sldMk cId="1225882195" sldId="300"/>
        </pc:sldMkLst>
      </pc:sldChg>
      <pc:sldChg chg="addSp delSp modSp new">
        <pc:chgData name="Gusti Pangestu" userId="S::gusti.pangestu@binus.ac.id::7768735c-5c0d-4d9b-b550-ead0b3c82a30" providerId="AD" clId="Web-{731F4634-1767-D2F4-7CC6-A07A3265D8B4}" dt="2022-11-16T07:17:25.652" v="244" actId="14100"/>
        <pc:sldMkLst>
          <pc:docMk/>
          <pc:sldMk cId="1266768660" sldId="301"/>
        </pc:sldMkLst>
        <pc:spChg chg="mod">
          <ac:chgData name="Gusti Pangestu" userId="S::gusti.pangestu@binus.ac.id::7768735c-5c0d-4d9b-b550-ead0b3c82a30" providerId="AD" clId="Web-{731F4634-1767-D2F4-7CC6-A07A3265D8B4}" dt="2022-11-16T07:17:01.604" v="240" actId="1076"/>
          <ac:spMkLst>
            <pc:docMk/>
            <pc:sldMk cId="1266768660" sldId="301"/>
            <ac:spMk id="2" creationId="{D56D5314-8D63-3544-5356-087309CC5B3F}"/>
          </ac:spMkLst>
        </pc:spChg>
        <pc:spChg chg="del">
          <ac:chgData name="Gusti Pangestu" userId="S::gusti.pangestu@binus.ac.id::7768735c-5c0d-4d9b-b550-ead0b3c82a30" providerId="AD" clId="Web-{731F4634-1767-D2F4-7CC6-A07A3265D8B4}" dt="2022-11-16T07:16:54.604" v="238"/>
          <ac:spMkLst>
            <pc:docMk/>
            <pc:sldMk cId="1266768660" sldId="301"/>
            <ac:spMk id="3" creationId="{F52FBCE7-312C-F590-8B83-3E6D7C595064}"/>
          </ac:spMkLst>
        </pc:spChg>
        <pc:picChg chg="add mod ord">
          <ac:chgData name="Gusti Pangestu" userId="S::gusti.pangestu@binus.ac.id::7768735c-5c0d-4d9b-b550-ead0b3c82a30" providerId="AD" clId="Web-{731F4634-1767-D2F4-7CC6-A07A3265D8B4}" dt="2022-11-16T07:17:05.151" v="241" actId="1076"/>
          <ac:picMkLst>
            <pc:docMk/>
            <pc:sldMk cId="1266768660" sldId="301"/>
            <ac:picMk id="4" creationId="{7B1D36CD-AEEE-24E1-8387-7E2447E64F9E}"/>
          </ac:picMkLst>
        </pc:picChg>
        <pc:picChg chg="add mod">
          <ac:chgData name="Gusti Pangestu" userId="S::gusti.pangestu@binus.ac.id::7768735c-5c0d-4d9b-b550-ead0b3c82a30" providerId="AD" clId="Web-{731F4634-1767-D2F4-7CC6-A07A3265D8B4}" dt="2022-11-16T07:17:25.652" v="244" actId="14100"/>
          <ac:picMkLst>
            <pc:docMk/>
            <pc:sldMk cId="1266768660" sldId="301"/>
            <ac:picMk id="5" creationId="{4C6688EE-4659-4479-0BFA-E533428031B6}"/>
          </ac:picMkLst>
        </pc:picChg>
      </pc:sldChg>
      <pc:sldChg chg="del">
        <pc:chgData name="Gusti Pangestu" userId="S::gusti.pangestu@binus.ac.id::7768735c-5c0d-4d9b-b550-ead0b3c82a30" providerId="AD" clId="Web-{731F4634-1767-D2F4-7CC6-A07A3265D8B4}" dt="2022-11-16T03:44:51.018" v="14"/>
        <pc:sldMkLst>
          <pc:docMk/>
          <pc:sldMk cId="2716777333" sldId="301"/>
        </pc:sldMkLst>
      </pc:sldChg>
      <pc:sldChg chg="modSp new">
        <pc:chgData name="Gusti Pangestu" userId="S::gusti.pangestu@binus.ac.id::7768735c-5c0d-4d9b-b550-ead0b3c82a30" providerId="AD" clId="Web-{731F4634-1767-D2F4-7CC6-A07A3265D8B4}" dt="2022-11-16T07:20:15.860" v="267" actId="20577"/>
        <pc:sldMkLst>
          <pc:docMk/>
          <pc:sldMk cId="343948354" sldId="302"/>
        </pc:sldMkLst>
        <pc:spChg chg="mod">
          <ac:chgData name="Gusti Pangestu" userId="S::gusti.pangestu@binus.ac.id::7768735c-5c0d-4d9b-b550-ead0b3c82a30" providerId="AD" clId="Web-{731F4634-1767-D2F4-7CC6-A07A3265D8B4}" dt="2022-11-16T07:18:06.950" v="253" actId="20577"/>
          <ac:spMkLst>
            <pc:docMk/>
            <pc:sldMk cId="343948354" sldId="302"/>
            <ac:spMk id="2" creationId="{BEF17AE5-D4FA-DC3C-0C82-FF47F4E7F62C}"/>
          </ac:spMkLst>
        </pc:spChg>
        <pc:spChg chg="mod">
          <ac:chgData name="Gusti Pangestu" userId="S::gusti.pangestu@binus.ac.id::7768735c-5c0d-4d9b-b550-ead0b3c82a30" providerId="AD" clId="Web-{731F4634-1767-D2F4-7CC6-A07A3265D8B4}" dt="2022-11-16T07:20:15.860" v="267" actId="20577"/>
          <ac:spMkLst>
            <pc:docMk/>
            <pc:sldMk cId="343948354" sldId="302"/>
            <ac:spMk id="3" creationId="{3D73FCDC-7A65-65FC-949F-057302CC64F2}"/>
          </ac:spMkLst>
        </pc:spChg>
      </pc:sldChg>
      <pc:sldChg chg="del">
        <pc:chgData name="Gusti Pangestu" userId="S::gusti.pangestu@binus.ac.id::7768735c-5c0d-4d9b-b550-ead0b3c82a30" providerId="AD" clId="Web-{731F4634-1767-D2F4-7CC6-A07A3265D8B4}" dt="2022-11-16T03:44:51.018" v="13"/>
        <pc:sldMkLst>
          <pc:docMk/>
          <pc:sldMk cId="2251878460" sldId="302"/>
        </pc:sldMkLst>
      </pc:sldChg>
      <pc:sldChg chg="del">
        <pc:chgData name="Gusti Pangestu" userId="S::gusti.pangestu@binus.ac.id::7768735c-5c0d-4d9b-b550-ead0b3c82a30" providerId="AD" clId="Web-{731F4634-1767-D2F4-7CC6-A07A3265D8B4}" dt="2022-11-16T03:44:51.003" v="12"/>
        <pc:sldMkLst>
          <pc:docMk/>
          <pc:sldMk cId="1301941771" sldId="303"/>
        </pc:sldMkLst>
      </pc:sldChg>
      <pc:sldChg chg="addSp modSp new">
        <pc:chgData name="Gusti Pangestu" userId="S::gusti.pangestu@binus.ac.id::7768735c-5c0d-4d9b-b550-ead0b3c82a30" providerId="AD" clId="Web-{731F4634-1767-D2F4-7CC6-A07A3265D8B4}" dt="2022-11-16T07:33:51.823" v="291" actId="20577"/>
        <pc:sldMkLst>
          <pc:docMk/>
          <pc:sldMk cId="2107620240" sldId="303"/>
        </pc:sldMkLst>
        <pc:spChg chg="mod">
          <ac:chgData name="Gusti Pangestu" userId="S::gusti.pangestu@binus.ac.id::7768735c-5c0d-4d9b-b550-ead0b3c82a30" providerId="AD" clId="Web-{731F4634-1767-D2F4-7CC6-A07A3265D8B4}" dt="2022-11-16T07:20:29.361" v="275" actId="20577"/>
          <ac:spMkLst>
            <pc:docMk/>
            <pc:sldMk cId="2107620240" sldId="303"/>
            <ac:spMk id="2" creationId="{40412AD6-D1BA-E58F-7F6F-2E3D1373C327}"/>
          </ac:spMkLst>
        </pc:spChg>
        <pc:spChg chg="mod">
          <ac:chgData name="Gusti Pangestu" userId="S::gusti.pangestu@binus.ac.id::7768735c-5c0d-4d9b-b550-ead0b3c82a30" providerId="AD" clId="Web-{731F4634-1767-D2F4-7CC6-A07A3265D8B4}" dt="2022-11-16T07:33:51.823" v="291" actId="20577"/>
          <ac:spMkLst>
            <pc:docMk/>
            <pc:sldMk cId="2107620240" sldId="303"/>
            <ac:spMk id="3" creationId="{14C480D8-B923-1314-2CB0-DA2573F6504E}"/>
          </ac:spMkLst>
        </pc:spChg>
        <pc:picChg chg="add mod">
          <ac:chgData name="Gusti Pangestu" userId="S::gusti.pangestu@binus.ac.id::7768735c-5c0d-4d9b-b550-ead0b3c82a30" providerId="AD" clId="Web-{731F4634-1767-D2F4-7CC6-A07A3265D8B4}" dt="2022-11-16T07:23:35.554" v="289" actId="14100"/>
          <ac:picMkLst>
            <pc:docMk/>
            <pc:sldMk cId="2107620240" sldId="303"/>
            <ac:picMk id="4" creationId="{6D89184F-062B-2AB2-7AE8-E1EFED30DFF9}"/>
          </ac:picMkLst>
        </pc:picChg>
      </pc:sldChg>
      <pc:sldChg chg="del">
        <pc:chgData name="Gusti Pangestu" userId="S::gusti.pangestu@binus.ac.id::7768735c-5c0d-4d9b-b550-ead0b3c82a30" providerId="AD" clId="Web-{731F4634-1767-D2F4-7CC6-A07A3265D8B4}" dt="2022-11-16T03:44:51.003" v="11"/>
        <pc:sldMkLst>
          <pc:docMk/>
          <pc:sldMk cId="2438179628" sldId="304"/>
        </pc:sldMkLst>
      </pc:sldChg>
      <pc:sldChg chg="addSp modSp new">
        <pc:chgData name="Gusti Pangestu" userId="S::gusti.pangestu@binus.ac.id::7768735c-5c0d-4d9b-b550-ead0b3c82a30" providerId="AD" clId="Web-{731F4634-1767-D2F4-7CC6-A07A3265D8B4}" dt="2022-11-16T07:34:25.121" v="308" actId="1076"/>
        <pc:sldMkLst>
          <pc:docMk/>
          <pc:sldMk cId="3568005129" sldId="304"/>
        </pc:sldMkLst>
        <pc:spChg chg="mod">
          <ac:chgData name="Gusti Pangestu" userId="S::gusti.pangestu@binus.ac.id::7768735c-5c0d-4d9b-b550-ead0b3c82a30" providerId="AD" clId="Web-{731F4634-1767-D2F4-7CC6-A07A3265D8B4}" dt="2022-11-16T07:33:58.558" v="299" actId="20577"/>
          <ac:spMkLst>
            <pc:docMk/>
            <pc:sldMk cId="3568005129" sldId="304"/>
            <ac:spMk id="2" creationId="{0ABA6406-6C6F-F42B-06FC-2935C32410F2}"/>
          </ac:spMkLst>
        </pc:spChg>
        <pc:spChg chg="mod">
          <ac:chgData name="Gusti Pangestu" userId="S::gusti.pangestu@binus.ac.id::7768735c-5c0d-4d9b-b550-ead0b3c82a30" providerId="AD" clId="Web-{731F4634-1767-D2F4-7CC6-A07A3265D8B4}" dt="2022-11-16T07:34:14.136" v="304" actId="20577"/>
          <ac:spMkLst>
            <pc:docMk/>
            <pc:sldMk cId="3568005129" sldId="304"/>
            <ac:spMk id="3" creationId="{558F34B3-97EC-1A5E-9481-CB5D8EECD8CE}"/>
          </ac:spMkLst>
        </pc:spChg>
        <pc:picChg chg="add mod">
          <ac:chgData name="Gusti Pangestu" userId="S::gusti.pangestu@binus.ac.id::7768735c-5c0d-4d9b-b550-ead0b3c82a30" providerId="AD" clId="Web-{731F4634-1767-D2F4-7CC6-A07A3265D8B4}" dt="2022-11-16T07:34:25.121" v="308" actId="1076"/>
          <ac:picMkLst>
            <pc:docMk/>
            <pc:sldMk cId="3568005129" sldId="304"/>
            <ac:picMk id="4" creationId="{E38E4BB8-98D8-001F-2C9A-48D4A7B94204}"/>
          </ac:picMkLst>
        </pc:picChg>
      </pc:sldChg>
      <pc:sldChg chg="del">
        <pc:chgData name="Gusti Pangestu" userId="S::gusti.pangestu@binus.ac.id::7768735c-5c0d-4d9b-b550-ead0b3c82a30" providerId="AD" clId="Web-{731F4634-1767-D2F4-7CC6-A07A3265D8B4}" dt="2022-11-16T03:44:51.003" v="10"/>
        <pc:sldMkLst>
          <pc:docMk/>
          <pc:sldMk cId="108455753" sldId="305"/>
        </pc:sldMkLst>
      </pc:sldChg>
      <pc:sldChg chg="addSp modSp new">
        <pc:chgData name="Gusti Pangestu" userId="S::gusti.pangestu@binus.ac.id::7768735c-5c0d-4d9b-b550-ead0b3c82a30" providerId="AD" clId="Web-{731F4634-1767-D2F4-7CC6-A07A3265D8B4}" dt="2022-11-16T08:26:19.892" v="336" actId="1076"/>
        <pc:sldMkLst>
          <pc:docMk/>
          <pc:sldMk cId="4266244157" sldId="305"/>
        </pc:sldMkLst>
        <pc:spChg chg="mod">
          <ac:chgData name="Gusti Pangestu" userId="S::gusti.pangestu@binus.ac.id::7768735c-5c0d-4d9b-b550-ead0b3c82a30" providerId="AD" clId="Web-{731F4634-1767-D2F4-7CC6-A07A3265D8B4}" dt="2022-11-16T08:23:34.389" v="313" actId="20577"/>
          <ac:spMkLst>
            <pc:docMk/>
            <pc:sldMk cId="4266244157" sldId="305"/>
            <ac:spMk id="2" creationId="{DF7DB8E3-4B60-7295-4CA7-C700B0C346BB}"/>
          </ac:spMkLst>
        </pc:spChg>
        <pc:spChg chg="mod">
          <ac:chgData name="Gusti Pangestu" userId="S::gusti.pangestu@binus.ac.id::7768735c-5c0d-4d9b-b550-ead0b3c82a30" providerId="AD" clId="Web-{731F4634-1767-D2F4-7CC6-A07A3265D8B4}" dt="2022-11-16T08:25:51.829" v="328" actId="20577"/>
          <ac:spMkLst>
            <pc:docMk/>
            <pc:sldMk cId="4266244157" sldId="305"/>
            <ac:spMk id="3" creationId="{B9B3F310-DB13-554A-DF83-9FE33199F320}"/>
          </ac:spMkLst>
        </pc:spChg>
        <pc:picChg chg="add mod">
          <ac:chgData name="Gusti Pangestu" userId="S::gusti.pangestu@binus.ac.id::7768735c-5c0d-4d9b-b550-ead0b3c82a30" providerId="AD" clId="Web-{731F4634-1767-D2F4-7CC6-A07A3265D8B4}" dt="2022-11-16T08:25:58.985" v="331" actId="1076"/>
          <ac:picMkLst>
            <pc:docMk/>
            <pc:sldMk cId="4266244157" sldId="305"/>
            <ac:picMk id="4" creationId="{65809364-FAD9-5625-CB13-B1668C141F3F}"/>
          </ac:picMkLst>
        </pc:picChg>
        <pc:picChg chg="add mod">
          <ac:chgData name="Gusti Pangestu" userId="S::gusti.pangestu@binus.ac.id::7768735c-5c0d-4d9b-b550-ead0b3c82a30" providerId="AD" clId="Web-{731F4634-1767-D2F4-7CC6-A07A3265D8B4}" dt="2022-11-16T08:26:19.892" v="336" actId="1076"/>
          <ac:picMkLst>
            <pc:docMk/>
            <pc:sldMk cId="4266244157" sldId="305"/>
            <ac:picMk id="5" creationId="{AB2E43D3-8198-3823-0B7D-162447927C6A}"/>
          </ac:picMkLst>
        </pc:picChg>
      </pc:sldChg>
      <pc:sldChg chg="del">
        <pc:chgData name="Gusti Pangestu" userId="S::gusti.pangestu@binus.ac.id::7768735c-5c0d-4d9b-b550-ead0b3c82a30" providerId="AD" clId="Web-{731F4634-1767-D2F4-7CC6-A07A3265D8B4}" dt="2022-11-16T03:44:51.003" v="9"/>
        <pc:sldMkLst>
          <pc:docMk/>
          <pc:sldMk cId="1495215192" sldId="306"/>
        </pc:sldMkLst>
      </pc:sldChg>
      <pc:sldChg chg="new del">
        <pc:chgData name="Gusti Pangestu" userId="S::gusti.pangestu@binus.ac.id::7768735c-5c0d-4d9b-b550-ead0b3c82a30" providerId="AD" clId="Web-{731F4634-1767-D2F4-7CC6-A07A3265D8B4}" dt="2022-11-16T09:04:49.353" v="338"/>
        <pc:sldMkLst>
          <pc:docMk/>
          <pc:sldMk cId="2404527220" sldId="306"/>
        </pc:sldMkLst>
      </pc:sldChg>
      <pc:sldChg chg="del">
        <pc:chgData name="Gusti Pangestu" userId="S::gusti.pangestu@binus.ac.id::7768735c-5c0d-4d9b-b550-ead0b3c82a30" providerId="AD" clId="Web-{731F4634-1767-D2F4-7CC6-A07A3265D8B4}" dt="2022-11-16T03:44:51.003" v="8"/>
        <pc:sldMkLst>
          <pc:docMk/>
          <pc:sldMk cId="1670407441" sldId="307"/>
        </pc:sldMkLst>
      </pc:sldChg>
      <pc:sldChg chg="del">
        <pc:chgData name="Gusti Pangestu" userId="S::gusti.pangestu@binus.ac.id::7768735c-5c0d-4d9b-b550-ead0b3c82a30" providerId="AD" clId="Web-{731F4634-1767-D2F4-7CC6-A07A3265D8B4}" dt="2022-11-16T03:44:51.003" v="7"/>
        <pc:sldMkLst>
          <pc:docMk/>
          <pc:sldMk cId="939406171" sldId="308"/>
        </pc:sldMkLst>
      </pc:sldChg>
      <pc:sldChg chg="del">
        <pc:chgData name="Gusti Pangestu" userId="S::gusti.pangestu@binus.ac.id::7768735c-5c0d-4d9b-b550-ead0b3c82a30" providerId="AD" clId="Web-{731F4634-1767-D2F4-7CC6-A07A3265D8B4}" dt="2022-11-16T03:44:51.003" v="6"/>
        <pc:sldMkLst>
          <pc:docMk/>
          <pc:sldMk cId="3236511058" sldId="309"/>
        </pc:sldMkLst>
      </pc:sldChg>
      <pc:sldChg chg="del">
        <pc:chgData name="Gusti Pangestu" userId="S::gusti.pangestu@binus.ac.id::7768735c-5c0d-4d9b-b550-ead0b3c82a30" providerId="AD" clId="Web-{731F4634-1767-D2F4-7CC6-A07A3265D8B4}" dt="2022-11-16T03:44:51.003" v="5"/>
        <pc:sldMkLst>
          <pc:docMk/>
          <pc:sldMk cId="378526677" sldId="310"/>
        </pc:sldMkLst>
      </pc:sldChg>
      <pc:sldChg chg="del">
        <pc:chgData name="Gusti Pangestu" userId="S::gusti.pangestu@binus.ac.id::7768735c-5c0d-4d9b-b550-ead0b3c82a30" providerId="AD" clId="Web-{731F4634-1767-D2F4-7CC6-A07A3265D8B4}" dt="2022-11-16T03:44:51.003" v="4"/>
        <pc:sldMkLst>
          <pc:docMk/>
          <pc:sldMk cId="2156523057" sldId="311"/>
        </pc:sldMkLst>
      </pc:sldChg>
      <pc:sldChg chg="del">
        <pc:chgData name="Gusti Pangestu" userId="S::gusti.pangestu@binus.ac.id::7768735c-5c0d-4d9b-b550-ead0b3c82a30" providerId="AD" clId="Web-{731F4634-1767-D2F4-7CC6-A07A3265D8B4}" dt="2022-11-16T03:44:51.003" v="3"/>
        <pc:sldMkLst>
          <pc:docMk/>
          <pc:sldMk cId="1063536070" sldId="312"/>
        </pc:sldMkLst>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www.golangprograms.com/go-language/arrays.html" TargetMode="External"/><Relationship Id="rId2" Type="http://schemas.openxmlformats.org/officeDocument/2006/relationships/hyperlink" Target="https://go.dev/doc/install" TargetMode="External"/><Relationship Id="rId1" Type="http://schemas.openxmlformats.org/officeDocument/2006/relationships/slideLayout" Target="../slideLayouts/slideLayout2.xml"/><Relationship Id="rId6" Type="http://schemas.openxmlformats.org/officeDocument/2006/relationships/hyperlink" Target="https://www.golangprograms.com/go-language/struct.html" TargetMode="External"/><Relationship Id="rId5" Type="http://schemas.openxmlformats.org/officeDocument/2006/relationships/hyperlink" Target="https://www.golangprograms.com/go-language/golang-maps.html" TargetMode="External"/><Relationship Id="rId4" Type="http://schemas.openxmlformats.org/officeDocument/2006/relationships/hyperlink" Target="https://www.golangprograms.com/go-language/slices-in-golang-programm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5</a:t>
            </a:r>
          </a:p>
          <a:p>
            <a:r>
              <a:rPr lang="en-US" dirty="0">
                <a:ea typeface="Open Sans"/>
                <a:cs typeface="Open Sans"/>
              </a:rPr>
              <a:t>Composites Types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800"/>
              </a:spcAft>
              <a:buFont typeface="Symbol" panose="05050102010706020507" pitchFamily="18" charset="2"/>
              <a:buChar char=""/>
            </a:pPr>
            <a:r>
              <a:rPr lang="en-US" sz="1800" b="1" dirty="0">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Arrays</a:t>
            </a:r>
          </a:p>
          <a:p>
            <a:r>
              <a:rPr lang="en-US" dirty="0">
                <a:ea typeface="Open Sans"/>
                <a:cs typeface="Open Sans"/>
              </a:rPr>
              <a:t>Slices</a:t>
            </a:r>
          </a:p>
          <a:p>
            <a:r>
              <a:rPr lang="en-US" dirty="0">
                <a:ea typeface="Open Sans"/>
                <a:cs typeface="Open Sans"/>
              </a:rPr>
              <a:t>Maps</a:t>
            </a:r>
          </a:p>
          <a:p>
            <a:r>
              <a:rPr lang="en-US" dirty="0">
                <a:ea typeface="Open Sans"/>
                <a:cs typeface="Open Sans"/>
              </a:rPr>
              <a:t>Structs</a:t>
            </a:r>
          </a:p>
          <a:p>
            <a:r>
              <a:rPr lang="en-US" dirty="0">
                <a:ea typeface="Open Sans"/>
                <a:cs typeface="Open Sans"/>
              </a:rPr>
              <a:t>JSON</a:t>
            </a:r>
          </a:p>
          <a:p>
            <a:r>
              <a:rPr lang="en-US" dirty="0">
                <a:ea typeface="Open Sans"/>
                <a:cs typeface="Open Sans"/>
              </a:rPr>
              <a:t>Text and HTML templates</a:t>
            </a:r>
          </a:p>
          <a:p>
            <a:endParaRPr lang="en-US" dirty="0">
              <a:ea typeface="Open Sans"/>
              <a:cs typeface="Open Sans"/>
            </a:endParaRPr>
          </a:p>
          <a:p>
            <a:endParaRPr lang="en-US" b="1">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D08AA-2609-86CD-C729-7BC0D8B66F01}"/>
              </a:ext>
            </a:extLst>
          </p:cNvPr>
          <p:cNvSpPr>
            <a:spLocks noGrp="1"/>
          </p:cNvSpPr>
          <p:nvPr>
            <p:ph type="title"/>
          </p:nvPr>
        </p:nvSpPr>
        <p:spPr/>
        <p:txBody>
          <a:bodyPr/>
          <a:lstStyle/>
          <a:p>
            <a:r>
              <a:rPr lang="en-US" dirty="0">
                <a:ea typeface="Open Sans"/>
                <a:cs typeface="Open Sans"/>
              </a:rPr>
              <a:t>Arrays</a:t>
            </a:r>
            <a:endParaRPr lang="en-US" dirty="0"/>
          </a:p>
        </p:txBody>
      </p:sp>
      <p:sp>
        <p:nvSpPr>
          <p:cNvPr id="3" name="Content Placeholder 2">
            <a:extLst>
              <a:ext uri="{FF2B5EF4-FFF2-40B4-BE49-F238E27FC236}">
                <a16:creationId xmlns:a16="http://schemas.microsoft.com/office/drawing/2014/main" id="{5CDA8B99-6B48-BF80-D3FB-13793B8E9409}"/>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An array is a fixed-length sequence of zero or more elements of a particular type.</a:t>
            </a:r>
          </a:p>
          <a:p>
            <a:r>
              <a:rPr lang="en-US" dirty="0">
                <a:ea typeface="Open Sans"/>
                <a:cs typeface="Open Sans"/>
              </a:rPr>
              <a:t>Because of their fixed length, arrays are rarely used directly in Go</a:t>
            </a:r>
          </a:p>
          <a:p>
            <a:r>
              <a:rPr lang="en-US" dirty="0">
                <a:ea typeface="Open Sans"/>
                <a:cs typeface="Open Sans"/>
              </a:rPr>
              <a:t>Individual array elements are accessed with the conventional subscript notation, where subscripts run from zero to one less than the array length</a:t>
            </a:r>
          </a:p>
          <a:p>
            <a:endParaRPr lang="en-US" dirty="0">
              <a:ea typeface="Open Sans"/>
              <a:cs typeface="Open Sans"/>
            </a:endParaRPr>
          </a:p>
        </p:txBody>
      </p:sp>
      <p:pic>
        <p:nvPicPr>
          <p:cNvPr id="4" name="Picture 4" descr="Text, letter&#10;&#10;Description automatically generated">
            <a:extLst>
              <a:ext uri="{FF2B5EF4-FFF2-40B4-BE49-F238E27FC236}">
                <a16:creationId xmlns:a16="http://schemas.microsoft.com/office/drawing/2014/main" id="{E11F8490-F232-993B-6615-EFD506669072}"/>
              </a:ext>
            </a:extLst>
          </p:cNvPr>
          <p:cNvPicPr>
            <a:picLocks noChangeAspect="1"/>
          </p:cNvPicPr>
          <p:nvPr/>
        </p:nvPicPr>
        <p:blipFill>
          <a:blip r:embed="rId2"/>
          <a:stretch>
            <a:fillRect/>
          </a:stretch>
        </p:blipFill>
        <p:spPr>
          <a:xfrm>
            <a:off x="943155" y="5189779"/>
            <a:ext cx="3907766" cy="590366"/>
          </a:xfrm>
          <a:prstGeom prst="rect">
            <a:avLst/>
          </a:prstGeom>
        </p:spPr>
      </p:pic>
      <p:pic>
        <p:nvPicPr>
          <p:cNvPr id="5" name="Picture 5" descr="Text, letter&#10;&#10;Description automatically generated">
            <a:extLst>
              <a:ext uri="{FF2B5EF4-FFF2-40B4-BE49-F238E27FC236}">
                <a16:creationId xmlns:a16="http://schemas.microsoft.com/office/drawing/2014/main" id="{4F0F1FA3-D48F-68D8-F1FB-6EA7F50B1369}"/>
              </a:ext>
            </a:extLst>
          </p:cNvPr>
          <p:cNvPicPr>
            <a:picLocks noChangeAspect="1"/>
          </p:cNvPicPr>
          <p:nvPr/>
        </p:nvPicPr>
        <p:blipFill>
          <a:blip r:embed="rId3"/>
          <a:stretch>
            <a:fillRect/>
          </a:stretch>
        </p:blipFill>
        <p:spPr>
          <a:xfrm>
            <a:off x="5107377" y="5058494"/>
            <a:ext cx="2782378" cy="1643691"/>
          </a:xfrm>
          <a:prstGeom prst="rect">
            <a:avLst/>
          </a:prstGeom>
        </p:spPr>
      </p:pic>
    </p:spTree>
    <p:extLst>
      <p:ext uri="{BB962C8B-B14F-4D97-AF65-F5344CB8AC3E}">
        <p14:creationId xmlns:p14="http://schemas.microsoft.com/office/powerpoint/2010/main" val="3825084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D38E-151C-E926-4A5E-2418D5764E48}"/>
              </a:ext>
            </a:extLst>
          </p:cNvPr>
          <p:cNvSpPr>
            <a:spLocks noGrp="1"/>
          </p:cNvSpPr>
          <p:nvPr>
            <p:ph type="title"/>
          </p:nvPr>
        </p:nvSpPr>
        <p:spPr/>
        <p:txBody>
          <a:bodyPr/>
          <a:lstStyle/>
          <a:p>
            <a:r>
              <a:rPr lang="en-US" dirty="0">
                <a:ea typeface="Open Sans"/>
                <a:cs typeface="Open Sans"/>
              </a:rPr>
              <a:t>Arrays </a:t>
            </a:r>
            <a:endParaRPr lang="en-US" dirty="0"/>
          </a:p>
        </p:txBody>
      </p:sp>
      <p:sp>
        <p:nvSpPr>
          <p:cNvPr id="3" name="Content Placeholder 2">
            <a:extLst>
              <a:ext uri="{FF2B5EF4-FFF2-40B4-BE49-F238E27FC236}">
                <a16:creationId xmlns:a16="http://schemas.microsoft.com/office/drawing/2014/main" id="{C335E920-A773-D16F-8C4B-B58D0B92E14B}"/>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By default, the elements of a new array variable are initially set to the zero value for the element type, which is 0 for numbers. We can use an array literal to initialize an array with a list of values:</a:t>
            </a:r>
          </a:p>
          <a:p>
            <a:endParaRPr lang="en-US" dirty="0">
              <a:ea typeface="Open Sans"/>
              <a:cs typeface="Open Sans"/>
            </a:endParaRPr>
          </a:p>
        </p:txBody>
      </p:sp>
      <p:pic>
        <p:nvPicPr>
          <p:cNvPr id="4" name="Picture 4" descr="Text&#10;&#10;Description automatically generated">
            <a:extLst>
              <a:ext uri="{FF2B5EF4-FFF2-40B4-BE49-F238E27FC236}">
                <a16:creationId xmlns:a16="http://schemas.microsoft.com/office/drawing/2014/main" id="{1BA222C6-0E1E-1340-EC89-57C5A3678DA5}"/>
              </a:ext>
            </a:extLst>
          </p:cNvPr>
          <p:cNvPicPr>
            <a:picLocks noChangeAspect="1"/>
          </p:cNvPicPr>
          <p:nvPr/>
        </p:nvPicPr>
        <p:blipFill>
          <a:blip r:embed="rId2"/>
          <a:stretch>
            <a:fillRect/>
          </a:stretch>
        </p:blipFill>
        <p:spPr>
          <a:xfrm>
            <a:off x="3262672" y="3953414"/>
            <a:ext cx="2733675" cy="647700"/>
          </a:xfrm>
          <a:prstGeom prst="rect">
            <a:avLst/>
          </a:prstGeom>
        </p:spPr>
      </p:pic>
    </p:spTree>
    <p:extLst>
      <p:ext uri="{BB962C8B-B14F-4D97-AF65-F5344CB8AC3E}">
        <p14:creationId xmlns:p14="http://schemas.microsoft.com/office/powerpoint/2010/main" val="1339754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E6832-DE91-DAFB-DDE1-D779DC886C1C}"/>
              </a:ext>
            </a:extLst>
          </p:cNvPr>
          <p:cNvSpPr>
            <a:spLocks noGrp="1"/>
          </p:cNvSpPr>
          <p:nvPr>
            <p:ph type="title"/>
          </p:nvPr>
        </p:nvSpPr>
        <p:spPr/>
        <p:txBody>
          <a:bodyPr/>
          <a:lstStyle/>
          <a:p>
            <a:r>
              <a:rPr lang="en-US" dirty="0">
                <a:ea typeface="Open Sans"/>
                <a:cs typeface="Open Sans"/>
              </a:rPr>
              <a:t>Slices</a:t>
            </a:r>
            <a:endParaRPr lang="en-US" dirty="0"/>
          </a:p>
        </p:txBody>
      </p:sp>
      <p:sp>
        <p:nvSpPr>
          <p:cNvPr id="3" name="Content Placeholder 2">
            <a:extLst>
              <a:ext uri="{FF2B5EF4-FFF2-40B4-BE49-F238E27FC236}">
                <a16:creationId xmlns:a16="http://schemas.microsoft.com/office/drawing/2014/main" id="{FD220624-B9A7-EBEF-D81E-15866C8200F6}"/>
              </a:ext>
            </a:extLst>
          </p:cNvPr>
          <p:cNvSpPr>
            <a:spLocks noGrp="1"/>
          </p:cNvSpPr>
          <p:nvPr>
            <p:ph idx="1"/>
          </p:nvPr>
        </p:nvSpPr>
        <p:spPr/>
        <p:txBody>
          <a:bodyPr vert="horz" lIns="91440" tIns="45720" rIns="91440" bIns="45720" rtlCol="0" anchor="t">
            <a:normAutofit fontScale="85000" lnSpcReduction="20000"/>
          </a:bodyPr>
          <a:lstStyle/>
          <a:p>
            <a:r>
              <a:rPr lang="en-US" dirty="0">
                <a:ea typeface="Open Sans"/>
                <a:cs typeface="Open Sans"/>
              </a:rPr>
              <a:t>Slices represent variable-length sequences whose elements all have the same type. </a:t>
            </a:r>
            <a:endParaRPr lang="en-US" dirty="0"/>
          </a:p>
          <a:p>
            <a:r>
              <a:rPr lang="en-US" dirty="0">
                <a:ea typeface="Open Sans"/>
                <a:cs typeface="Open Sans"/>
              </a:rPr>
              <a:t>A slice type is written []T, where the elements have type T; it looks like an array type without a size.</a:t>
            </a:r>
          </a:p>
          <a:p>
            <a:r>
              <a:rPr lang="en-US" dirty="0">
                <a:ea typeface="Open Sans"/>
                <a:cs typeface="Open Sans"/>
              </a:rPr>
              <a:t>Arrays and slices are intimately connected. A slice is a lightweight data structure that gives access to a subsequence (or perhaps all) of the elements of an array, which is known as the slice’s underlying array</a:t>
            </a:r>
          </a:p>
          <a:p>
            <a:r>
              <a:rPr lang="en-US" dirty="0">
                <a:ea typeface="Open Sans"/>
                <a:cs typeface="Open Sans"/>
              </a:rPr>
              <a:t>A slice has three components: a pointer, a length, and a capacity</a:t>
            </a:r>
          </a:p>
          <a:p>
            <a:r>
              <a:rPr lang="en-US" dirty="0">
                <a:ea typeface="Open Sans"/>
                <a:cs typeface="Open Sans"/>
              </a:rPr>
              <a:t>The pointer points to the first element of the array that is reachable through the slice, which is not necessarily the array’s first element</a:t>
            </a:r>
            <a:endParaRPr lang="en-US">
              <a:ea typeface="Open Sans"/>
              <a:cs typeface="Open Sans"/>
            </a:endParaRPr>
          </a:p>
          <a:p>
            <a:r>
              <a:rPr lang="en-US" dirty="0">
                <a:ea typeface="Open Sans"/>
                <a:cs typeface="Open Sans"/>
              </a:rPr>
              <a:t>The length is the number of slice elements; it can’t exceed the capacity, which is usually the number of elements between the start of the slice and the end of the underlying array</a:t>
            </a:r>
          </a:p>
          <a:p>
            <a:endParaRPr lang="en-US" dirty="0">
              <a:ea typeface="Open Sans"/>
              <a:cs typeface="Open Sans"/>
            </a:endParaRPr>
          </a:p>
        </p:txBody>
      </p:sp>
    </p:spTree>
    <p:extLst>
      <p:ext uri="{BB962C8B-B14F-4D97-AF65-F5344CB8AC3E}">
        <p14:creationId xmlns:p14="http://schemas.microsoft.com/office/powerpoint/2010/main" val="1054886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46C04-98C7-48D6-ACC9-484320EC91C9}"/>
              </a:ext>
            </a:extLst>
          </p:cNvPr>
          <p:cNvSpPr>
            <a:spLocks noGrp="1"/>
          </p:cNvSpPr>
          <p:nvPr>
            <p:ph type="title"/>
          </p:nvPr>
        </p:nvSpPr>
        <p:spPr>
          <a:xfrm>
            <a:off x="1619672" y="1484784"/>
            <a:ext cx="7067128" cy="1143000"/>
          </a:xfrm>
        </p:spPr>
        <p:txBody>
          <a:bodyPr anchor="ctr">
            <a:normAutofit/>
          </a:bodyPr>
          <a:lstStyle/>
          <a:p>
            <a:r>
              <a:rPr lang="en-US"/>
              <a:t>Slice</a:t>
            </a:r>
            <a:endParaRPr lang="en-US" dirty="0"/>
          </a:p>
        </p:txBody>
      </p:sp>
      <p:pic>
        <p:nvPicPr>
          <p:cNvPr id="4" name="Picture 4" descr="Diagram&#10;&#10;Description automatically generated">
            <a:extLst>
              <a:ext uri="{FF2B5EF4-FFF2-40B4-BE49-F238E27FC236}">
                <a16:creationId xmlns:a16="http://schemas.microsoft.com/office/drawing/2014/main" id="{A9A3C4D7-FECD-3F78-E8F0-E813A4AC1BD2}"/>
              </a:ext>
            </a:extLst>
          </p:cNvPr>
          <p:cNvPicPr>
            <a:picLocks noChangeAspect="1"/>
          </p:cNvPicPr>
          <p:nvPr/>
        </p:nvPicPr>
        <p:blipFill>
          <a:blip r:embed="rId2"/>
          <a:stretch>
            <a:fillRect/>
          </a:stretch>
        </p:blipFill>
        <p:spPr>
          <a:xfrm>
            <a:off x="1619672" y="2908254"/>
            <a:ext cx="3456384" cy="2946566"/>
          </a:xfrm>
          <a:prstGeom prst="rect">
            <a:avLst/>
          </a:prstGeom>
          <a:noFill/>
        </p:spPr>
      </p:pic>
      <p:sp>
        <p:nvSpPr>
          <p:cNvPr id="3" name="Content Placeholder 2">
            <a:extLst>
              <a:ext uri="{FF2B5EF4-FFF2-40B4-BE49-F238E27FC236}">
                <a16:creationId xmlns:a16="http://schemas.microsoft.com/office/drawing/2014/main" id="{AA33375F-B4CA-4565-DB0C-9246CAF6A535}"/>
              </a:ext>
            </a:extLst>
          </p:cNvPr>
          <p:cNvSpPr>
            <a:spLocks noGrp="1"/>
          </p:cNvSpPr>
          <p:nvPr>
            <p:ph sz="half" idx="2"/>
          </p:nvPr>
        </p:nvSpPr>
        <p:spPr>
          <a:xfrm>
            <a:off x="5148064" y="2636912"/>
            <a:ext cx="3538736" cy="3489251"/>
          </a:xfrm>
        </p:spPr>
        <p:txBody>
          <a:bodyPr vert="horz" lIns="91440" tIns="45720" rIns="91440" bIns="45720" rtlCol="0">
            <a:normAutofit/>
          </a:bodyPr>
          <a:lstStyle/>
          <a:p>
            <a:r>
              <a:rPr lang="en-US"/>
              <a:t>Multiple slices can share the same underlying array and may refer to overlapping parts of that array</a:t>
            </a:r>
            <a:endParaRPr lang="en-US" dirty="0"/>
          </a:p>
        </p:txBody>
      </p:sp>
    </p:spTree>
    <p:extLst>
      <p:ext uri="{BB962C8B-B14F-4D97-AF65-F5344CB8AC3E}">
        <p14:creationId xmlns:p14="http://schemas.microsoft.com/office/powerpoint/2010/main" val="684104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DE0AFD10-B38B-4736-E5FD-BC6338DF9C66}"/>
              </a:ext>
            </a:extLst>
          </p:cNvPr>
          <p:cNvPicPr>
            <a:picLocks noGrp="1" noChangeAspect="1"/>
          </p:cNvPicPr>
          <p:nvPr>
            <p:ph idx="1"/>
          </p:nvPr>
        </p:nvPicPr>
        <p:blipFill>
          <a:blip r:embed="rId2"/>
          <a:stretch>
            <a:fillRect/>
          </a:stretch>
        </p:blipFill>
        <p:spPr>
          <a:xfrm>
            <a:off x="2040807" y="1761443"/>
            <a:ext cx="5419725" cy="438150"/>
          </a:xfrm>
        </p:spPr>
      </p:pic>
      <p:sp>
        <p:nvSpPr>
          <p:cNvPr id="7" name="TextBox 6">
            <a:extLst>
              <a:ext uri="{FF2B5EF4-FFF2-40B4-BE49-F238E27FC236}">
                <a16:creationId xmlns:a16="http://schemas.microsoft.com/office/drawing/2014/main" id="{E569D11F-FDB9-70B7-FD76-B0C4C2FC4EFE}"/>
              </a:ext>
            </a:extLst>
          </p:cNvPr>
          <p:cNvSpPr txBox="1"/>
          <p:nvPr/>
        </p:nvSpPr>
        <p:spPr>
          <a:xfrm>
            <a:off x="1413163" y="2422566"/>
            <a:ext cx="745770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so January is months[1] and December is months[12]. Ordinarily, the array element at index 0 would contain the first value, but because months are always numbered from 1, we can leave it out of the declaration and it will be initialized to an empty string</a:t>
            </a:r>
            <a:endParaRPr lang="en-US" dirty="0"/>
          </a:p>
        </p:txBody>
      </p:sp>
      <p:pic>
        <p:nvPicPr>
          <p:cNvPr id="8" name="Picture 8" descr="Text&#10;&#10;Description automatically generated">
            <a:extLst>
              <a:ext uri="{FF2B5EF4-FFF2-40B4-BE49-F238E27FC236}">
                <a16:creationId xmlns:a16="http://schemas.microsoft.com/office/drawing/2014/main" id="{10C6FBC8-0B03-9A9F-4D6B-13D822939E96}"/>
              </a:ext>
            </a:extLst>
          </p:cNvPr>
          <p:cNvPicPr>
            <a:picLocks noChangeAspect="1"/>
          </p:cNvPicPr>
          <p:nvPr/>
        </p:nvPicPr>
        <p:blipFill>
          <a:blip r:embed="rId3"/>
          <a:stretch>
            <a:fillRect/>
          </a:stretch>
        </p:blipFill>
        <p:spPr>
          <a:xfrm>
            <a:off x="1417608" y="3631181"/>
            <a:ext cx="3893388" cy="817713"/>
          </a:xfrm>
          <a:prstGeom prst="rect">
            <a:avLst/>
          </a:prstGeom>
        </p:spPr>
      </p:pic>
    </p:spTree>
    <p:extLst>
      <p:ext uri="{BB962C8B-B14F-4D97-AF65-F5344CB8AC3E}">
        <p14:creationId xmlns:p14="http://schemas.microsoft.com/office/powerpoint/2010/main" val="3833624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2AE9-E331-7958-15CD-63DA57763CE7}"/>
              </a:ext>
            </a:extLst>
          </p:cNvPr>
          <p:cNvSpPr>
            <a:spLocks noGrp="1"/>
          </p:cNvSpPr>
          <p:nvPr>
            <p:ph type="title"/>
          </p:nvPr>
        </p:nvSpPr>
        <p:spPr>
          <a:xfrm>
            <a:off x="1907704" y="1628800"/>
            <a:ext cx="6768752" cy="802010"/>
          </a:xfrm>
        </p:spPr>
        <p:txBody>
          <a:bodyPr anchor="b">
            <a:normAutofit/>
          </a:bodyPr>
          <a:lstStyle/>
          <a:p>
            <a:r>
              <a:rPr lang="en-US"/>
              <a:t>Slice</a:t>
            </a:r>
            <a:endParaRPr lang="en-US" dirty="0"/>
          </a:p>
        </p:txBody>
      </p:sp>
      <p:pic>
        <p:nvPicPr>
          <p:cNvPr id="4" name="Picture 4" descr="Text&#10;&#10;Description automatically generated">
            <a:extLst>
              <a:ext uri="{FF2B5EF4-FFF2-40B4-BE49-F238E27FC236}">
                <a16:creationId xmlns:a16="http://schemas.microsoft.com/office/drawing/2014/main" id="{479F3450-FDC9-16B6-63F3-28C32AE60EA7}"/>
              </a:ext>
            </a:extLst>
          </p:cNvPr>
          <p:cNvPicPr>
            <a:picLocks noChangeAspect="1"/>
          </p:cNvPicPr>
          <p:nvPr/>
        </p:nvPicPr>
        <p:blipFill>
          <a:blip r:embed="rId2"/>
          <a:stretch>
            <a:fillRect/>
          </a:stretch>
        </p:blipFill>
        <p:spPr>
          <a:xfrm>
            <a:off x="1907705" y="3616941"/>
            <a:ext cx="3168352" cy="1568333"/>
          </a:xfrm>
          <a:prstGeom prst="rect">
            <a:avLst/>
          </a:prstGeom>
          <a:noFill/>
        </p:spPr>
      </p:pic>
      <p:sp>
        <p:nvSpPr>
          <p:cNvPr id="3" name="Content Placeholder 2">
            <a:extLst>
              <a:ext uri="{FF2B5EF4-FFF2-40B4-BE49-F238E27FC236}">
                <a16:creationId xmlns:a16="http://schemas.microsoft.com/office/drawing/2014/main" id="{E3E777C0-8FB7-C65C-56C4-F6BA3B60593F}"/>
              </a:ext>
            </a:extLst>
          </p:cNvPr>
          <p:cNvSpPr>
            <a:spLocks noGrp="1"/>
          </p:cNvSpPr>
          <p:nvPr>
            <p:ph type="body" sz="half" idx="2"/>
          </p:nvPr>
        </p:nvSpPr>
        <p:spPr>
          <a:xfrm>
            <a:off x="5220072" y="2564904"/>
            <a:ext cx="3430017" cy="3672160"/>
          </a:xfrm>
        </p:spPr>
        <p:txBody>
          <a:bodyPr vert="horz" lIns="91440" tIns="45720" rIns="91440" bIns="45720" rtlCol="0">
            <a:normAutofit/>
          </a:bodyPr>
          <a:lstStyle/>
          <a:p>
            <a:r>
              <a:rPr lang="en-US"/>
              <a:t>Since a slice contains a pointer to an element of an array, passing a slice to a function permits the function to modify the underlying array elements</a:t>
            </a:r>
          </a:p>
          <a:p>
            <a:r>
              <a:rPr lang="en-US"/>
              <a:t>In other words, copying a slice creates an alias (§2.3.2) for the underlying array</a:t>
            </a:r>
          </a:p>
          <a:p>
            <a:endParaRPr lang="en-US"/>
          </a:p>
        </p:txBody>
      </p:sp>
    </p:spTree>
    <p:extLst>
      <p:ext uri="{BB962C8B-B14F-4D97-AF65-F5344CB8AC3E}">
        <p14:creationId xmlns:p14="http://schemas.microsoft.com/office/powerpoint/2010/main" val="2301636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5408-0DF7-2FEE-EC89-772E8AACCD76}"/>
              </a:ext>
            </a:extLst>
          </p:cNvPr>
          <p:cNvSpPr>
            <a:spLocks noGrp="1"/>
          </p:cNvSpPr>
          <p:nvPr>
            <p:ph type="title"/>
          </p:nvPr>
        </p:nvSpPr>
        <p:spPr/>
        <p:txBody>
          <a:bodyPr/>
          <a:lstStyle/>
          <a:p>
            <a:r>
              <a:rPr lang="en-US" dirty="0">
                <a:ea typeface="Open Sans"/>
                <a:cs typeface="Open Sans"/>
              </a:rPr>
              <a:t>Append Function</a:t>
            </a:r>
            <a:endParaRPr lang="en-US" dirty="0"/>
          </a:p>
        </p:txBody>
      </p:sp>
      <p:pic>
        <p:nvPicPr>
          <p:cNvPr id="5" name="Picture 5">
            <a:extLst>
              <a:ext uri="{FF2B5EF4-FFF2-40B4-BE49-F238E27FC236}">
                <a16:creationId xmlns:a16="http://schemas.microsoft.com/office/drawing/2014/main" id="{BAB171C5-00AE-6911-18FF-1C0281F79BDE}"/>
              </a:ext>
            </a:extLst>
          </p:cNvPr>
          <p:cNvPicPr>
            <a:picLocks noGrp="1" noChangeAspect="1"/>
          </p:cNvPicPr>
          <p:nvPr>
            <p:ph idx="1"/>
          </p:nvPr>
        </p:nvPicPr>
        <p:blipFill>
          <a:blip r:embed="rId2"/>
          <a:stretch>
            <a:fillRect/>
          </a:stretch>
        </p:blipFill>
        <p:spPr>
          <a:xfrm>
            <a:off x="2109998" y="3762412"/>
            <a:ext cx="6086475" cy="1238250"/>
          </a:xfrm>
        </p:spPr>
      </p:pic>
    </p:spTree>
    <p:extLst>
      <p:ext uri="{BB962C8B-B14F-4D97-AF65-F5344CB8AC3E}">
        <p14:creationId xmlns:p14="http://schemas.microsoft.com/office/powerpoint/2010/main" val="2568124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7930E9D0-B875-6F14-A628-223A28A139C2}"/>
              </a:ext>
            </a:extLst>
          </p:cNvPr>
          <p:cNvPicPr>
            <a:picLocks noGrp="1" noChangeAspect="1"/>
          </p:cNvPicPr>
          <p:nvPr>
            <p:ph idx="1"/>
          </p:nvPr>
        </p:nvPicPr>
        <p:blipFill>
          <a:blip r:embed="rId2"/>
          <a:stretch>
            <a:fillRect/>
          </a:stretch>
        </p:blipFill>
        <p:spPr>
          <a:xfrm>
            <a:off x="1546961" y="1457969"/>
            <a:ext cx="6349908" cy="5157024"/>
          </a:xfrm>
        </p:spPr>
      </p:pic>
    </p:spTree>
    <p:extLst>
      <p:ext uri="{BB962C8B-B14F-4D97-AF65-F5344CB8AC3E}">
        <p14:creationId xmlns:p14="http://schemas.microsoft.com/office/powerpoint/2010/main" val="168523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88A89-AE3B-2FF2-D754-C6EF6E90C86E}"/>
              </a:ext>
            </a:extLst>
          </p:cNvPr>
          <p:cNvSpPr>
            <a:spLocks noGrp="1"/>
          </p:cNvSpPr>
          <p:nvPr>
            <p:ph type="title"/>
          </p:nvPr>
        </p:nvSpPr>
        <p:spPr/>
        <p:txBody>
          <a:bodyPr/>
          <a:lstStyle/>
          <a:p>
            <a:r>
              <a:rPr lang="en-US" dirty="0">
                <a:ea typeface="Open Sans"/>
                <a:cs typeface="Open Sans"/>
              </a:rPr>
              <a:t>Maps</a:t>
            </a:r>
            <a:endParaRPr lang="en-US" dirty="0"/>
          </a:p>
        </p:txBody>
      </p:sp>
      <p:sp>
        <p:nvSpPr>
          <p:cNvPr id="3" name="Content Placeholder 2">
            <a:extLst>
              <a:ext uri="{FF2B5EF4-FFF2-40B4-BE49-F238E27FC236}">
                <a16:creationId xmlns:a16="http://schemas.microsoft.com/office/drawing/2014/main" id="{0713FFE9-84CC-230D-AAD8-CBD136347397}"/>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The hash table is one of the most ingenious and versatile of all data structures</a:t>
            </a:r>
          </a:p>
          <a:p>
            <a:r>
              <a:rPr lang="en-US" dirty="0">
                <a:ea typeface="Open Sans"/>
                <a:cs typeface="Open Sans"/>
              </a:rPr>
              <a:t>In Go, a map is a reference to a hash table, and a map type is written map[K]V, where K and V are the types of its keys and values.</a:t>
            </a:r>
          </a:p>
          <a:p>
            <a:r>
              <a:rPr lang="en-US" dirty="0">
                <a:ea typeface="Open Sans"/>
                <a:cs typeface="Open Sans"/>
              </a:rPr>
              <a:t>All of the keys in a given map are of the same type, and all of the values are of the same type, but the keys need not be of the same type as the values.</a:t>
            </a:r>
          </a:p>
          <a:p>
            <a:endParaRPr lang="en-US" dirty="0">
              <a:ea typeface="Open Sans"/>
              <a:cs typeface="Open Sans"/>
            </a:endParaRPr>
          </a:p>
        </p:txBody>
      </p:sp>
    </p:spTree>
    <p:extLst>
      <p:ext uri="{BB962C8B-B14F-4D97-AF65-F5344CB8AC3E}">
        <p14:creationId xmlns:p14="http://schemas.microsoft.com/office/powerpoint/2010/main" val="2835585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 letter&#10;&#10;Description automatically generated">
            <a:extLst>
              <a:ext uri="{FF2B5EF4-FFF2-40B4-BE49-F238E27FC236}">
                <a16:creationId xmlns:a16="http://schemas.microsoft.com/office/drawing/2014/main" id="{875DDD9D-E608-EB60-E37D-8AD219F59A95}"/>
              </a:ext>
            </a:extLst>
          </p:cNvPr>
          <p:cNvPicPr>
            <a:picLocks noGrp="1" noChangeAspect="1"/>
          </p:cNvPicPr>
          <p:nvPr>
            <p:ph idx="1"/>
          </p:nvPr>
        </p:nvPicPr>
        <p:blipFill>
          <a:blip r:embed="rId2"/>
          <a:stretch>
            <a:fillRect/>
          </a:stretch>
        </p:blipFill>
        <p:spPr>
          <a:xfrm>
            <a:off x="1144918" y="1559711"/>
            <a:ext cx="7858484" cy="3731463"/>
          </a:xfrm>
        </p:spPr>
      </p:pic>
    </p:spTree>
    <p:extLst>
      <p:ext uri="{BB962C8B-B14F-4D97-AF65-F5344CB8AC3E}">
        <p14:creationId xmlns:p14="http://schemas.microsoft.com/office/powerpoint/2010/main" val="317275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A0DB7-C969-8F34-EBC5-0A1CA6B6A299}"/>
              </a:ext>
            </a:extLst>
          </p:cNvPr>
          <p:cNvSpPr>
            <a:spLocks noGrp="1"/>
          </p:cNvSpPr>
          <p:nvPr>
            <p:ph idx="1"/>
          </p:nvPr>
        </p:nvSpPr>
        <p:spPr>
          <a:xfrm>
            <a:off x="1619672" y="1486724"/>
            <a:ext cx="7067128" cy="4639439"/>
          </a:xfrm>
        </p:spPr>
        <p:txBody>
          <a:bodyPr vert="horz" lIns="91440" tIns="45720" rIns="91440" bIns="45720" rtlCol="0" anchor="t">
            <a:normAutofit/>
          </a:bodyPr>
          <a:lstStyle/>
          <a:p>
            <a:r>
              <a:rPr lang="en-US" dirty="0">
                <a:ea typeface="Open Sans"/>
                <a:cs typeface="Open Sans"/>
              </a:rPr>
              <a:t>The order of map iteration is unspecified, and different implementations might use a different hash function, leading to a different ordering</a:t>
            </a:r>
          </a:p>
          <a:p>
            <a:endParaRPr lang="en-US" dirty="0">
              <a:ea typeface="Open Sans"/>
              <a:cs typeface="Open Sans"/>
            </a:endParaRPr>
          </a:p>
        </p:txBody>
      </p:sp>
      <p:pic>
        <p:nvPicPr>
          <p:cNvPr id="4" name="Picture 4" descr="Text, letter&#10;&#10;Description automatically generated">
            <a:extLst>
              <a:ext uri="{FF2B5EF4-FFF2-40B4-BE49-F238E27FC236}">
                <a16:creationId xmlns:a16="http://schemas.microsoft.com/office/drawing/2014/main" id="{C5C3CC95-7D0D-0668-5A4F-A71CBBDA1C2A}"/>
              </a:ext>
            </a:extLst>
          </p:cNvPr>
          <p:cNvPicPr>
            <a:picLocks noChangeAspect="1"/>
          </p:cNvPicPr>
          <p:nvPr/>
        </p:nvPicPr>
        <p:blipFill>
          <a:blip r:embed="rId2"/>
          <a:stretch>
            <a:fillRect/>
          </a:stretch>
        </p:blipFill>
        <p:spPr>
          <a:xfrm>
            <a:off x="2654060" y="2647589"/>
            <a:ext cx="5661803" cy="2828029"/>
          </a:xfrm>
          <a:prstGeom prst="rect">
            <a:avLst/>
          </a:prstGeom>
        </p:spPr>
      </p:pic>
    </p:spTree>
    <p:extLst>
      <p:ext uri="{BB962C8B-B14F-4D97-AF65-F5344CB8AC3E}">
        <p14:creationId xmlns:p14="http://schemas.microsoft.com/office/powerpoint/2010/main" val="34046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0A2E-773E-4A59-C6AC-DBEAAA9FB938}"/>
              </a:ext>
            </a:extLst>
          </p:cNvPr>
          <p:cNvSpPr>
            <a:spLocks noGrp="1"/>
          </p:cNvSpPr>
          <p:nvPr>
            <p:ph type="title"/>
          </p:nvPr>
        </p:nvSpPr>
        <p:spPr>
          <a:xfrm>
            <a:off x="1619672" y="1484784"/>
            <a:ext cx="7067128" cy="1143000"/>
          </a:xfrm>
        </p:spPr>
        <p:txBody>
          <a:bodyPr anchor="ctr">
            <a:normAutofit/>
          </a:bodyPr>
          <a:lstStyle/>
          <a:p>
            <a:r>
              <a:rPr lang="en-US"/>
              <a:t>Structs</a:t>
            </a:r>
            <a:endParaRPr lang="en-US" dirty="0"/>
          </a:p>
        </p:txBody>
      </p:sp>
      <p:sp>
        <p:nvSpPr>
          <p:cNvPr id="3" name="Content Placeholder 2">
            <a:extLst>
              <a:ext uri="{FF2B5EF4-FFF2-40B4-BE49-F238E27FC236}">
                <a16:creationId xmlns:a16="http://schemas.microsoft.com/office/drawing/2014/main" id="{8135665F-00E6-3AD5-A713-3784CE126332}"/>
              </a:ext>
            </a:extLst>
          </p:cNvPr>
          <p:cNvSpPr>
            <a:spLocks noGrp="1"/>
          </p:cNvSpPr>
          <p:nvPr>
            <p:ph sz="half" idx="1"/>
          </p:nvPr>
        </p:nvSpPr>
        <p:spPr>
          <a:xfrm>
            <a:off x="1619672" y="2636912"/>
            <a:ext cx="3456384" cy="3489251"/>
          </a:xfrm>
        </p:spPr>
        <p:txBody>
          <a:bodyPr vert="horz" lIns="91440" tIns="45720" rIns="91440" bIns="45720" rtlCol="0">
            <a:normAutofit/>
          </a:bodyPr>
          <a:lstStyle/>
          <a:p>
            <a:r>
              <a:rPr lang="en-US"/>
              <a:t>A struct is an aggregate data type that groups together zero or more named values of arbitrary types as a single entity</a:t>
            </a:r>
          </a:p>
          <a:p>
            <a:endParaRPr lang="en-US"/>
          </a:p>
        </p:txBody>
      </p:sp>
      <p:pic>
        <p:nvPicPr>
          <p:cNvPr id="4" name="Picture 4" descr="Table&#10;&#10;Description automatically generated">
            <a:extLst>
              <a:ext uri="{FF2B5EF4-FFF2-40B4-BE49-F238E27FC236}">
                <a16:creationId xmlns:a16="http://schemas.microsoft.com/office/drawing/2014/main" id="{1FF8FC84-FA2E-8322-8789-64B9E656F80A}"/>
              </a:ext>
            </a:extLst>
          </p:cNvPr>
          <p:cNvPicPr>
            <a:picLocks noChangeAspect="1"/>
          </p:cNvPicPr>
          <p:nvPr/>
        </p:nvPicPr>
        <p:blipFill>
          <a:blip r:embed="rId2"/>
          <a:stretch>
            <a:fillRect/>
          </a:stretch>
        </p:blipFill>
        <p:spPr>
          <a:xfrm>
            <a:off x="5148064" y="2753719"/>
            <a:ext cx="3538736" cy="3255637"/>
          </a:xfrm>
          <a:prstGeom prst="rect">
            <a:avLst/>
          </a:prstGeom>
          <a:noFill/>
        </p:spPr>
      </p:pic>
    </p:spTree>
    <p:extLst>
      <p:ext uri="{BB962C8B-B14F-4D97-AF65-F5344CB8AC3E}">
        <p14:creationId xmlns:p14="http://schemas.microsoft.com/office/powerpoint/2010/main" val="270357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E65916-B84B-49D0-F866-A4E8397EA4BE}"/>
              </a:ext>
            </a:extLst>
          </p:cNvPr>
          <p:cNvSpPr>
            <a:spLocks noGrp="1"/>
          </p:cNvSpPr>
          <p:nvPr>
            <p:ph idx="1"/>
          </p:nvPr>
        </p:nvSpPr>
        <p:spPr>
          <a:xfrm>
            <a:off x="1619672" y="1601743"/>
            <a:ext cx="7067128" cy="4524420"/>
          </a:xfrm>
        </p:spPr>
        <p:txBody>
          <a:bodyPr vert="horz" lIns="91440" tIns="45720" rIns="91440" bIns="45720" rtlCol="0" anchor="t">
            <a:normAutofit/>
          </a:bodyPr>
          <a:lstStyle/>
          <a:p>
            <a:r>
              <a:rPr lang="en-US" dirty="0">
                <a:ea typeface="Open Sans"/>
                <a:cs typeface="Open Sans"/>
              </a:rPr>
              <a:t>The individual fields of </a:t>
            </a:r>
            <a:r>
              <a:rPr lang="en-US" err="1">
                <a:ea typeface="Open Sans"/>
                <a:cs typeface="Open Sans"/>
              </a:rPr>
              <a:t>dilbert</a:t>
            </a:r>
            <a:r>
              <a:rPr lang="en-US" dirty="0">
                <a:ea typeface="Open Sans"/>
                <a:cs typeface="Open Sans"/>
              </a:rPr>
              <a:t> are accessed using dot notation like </a:t>
            </a:r>
            <a:r>
              <a:rPr lang="en-US" err="1">
                <a:ea typeface="Open Sans"/>
                <a:cs typeface="Open Sans"/>
              </a:rPr>
              <a:t>dilbert.Name</a:t>
            </a:r>
            <a:r>
              <a:rPr lang="en-US" dirty="0">
                <a:ea typeface="Open Sans"/>
                <a:cs typeface="Open Sans"/>
              </a:rPr>
              <a:t> and </a:t>
            </a:r>
            <a:r>
              <a:rPr lang="en-US" err="1">
                <a:ea typeface="Open Sans"/>
                <a:cs typeface="Open Sans"/>
              </a:rPr>
              <a:t>dilbert.DoB</a:t>
            </a:r>
            <a:r>
              <a:rPr lang="en-US" dirty="0">
                <a:ea typeface="Open Sans"/>
                <a:cs typeface="Open Sans"/>
              </a:rPr>
              <a:t>. Because </a:t>
            </a:r>
            <a:r>
              <a:rPr lang="en-US" err="1">
                <a:ea typeface="Open Sans"/>
                <a:cs typeface="Open Sans"/>
              </a:rPr>
              <a:t>dilbert</a:t>
            </a:r>
            <a:r>
              <a:rPr lang="en-US" dirty="0">
                <a:ea typeface="Open Sans"/>
                <a:cs typeface="Open Sans"/>
              </a:rPr>
              <a:t> is a variable, its fields are variables too, so we may assign to a field:</a:t>
            </a:r>
          </a:p>
          <a:p>
            <a:endParaRPr lang="en-US" dirty="0">
              <a:ea typeface="Open Sans"/>
              <a:cs typeface="Open Sans"/>
            </a:endParaRPr>
          </a:p>
        </p:txBody>
      </p:sp>
      <p:pic>
        <p:nvPicPr>
          <p:cNvPr id="5" name="Picture 5">
            <a:extLst>
              <a:ext uri="{FF2B5EF4-FFF2-40B4-BE49-F238E27FC236}">
                <a16:creationId xmlns:a16="http://schemas.microsoft.com/office/drawing/2014/main" id="{CE84D2DF-7C68-DCDC-AE3E-28BA09A72302}"/>
              </a:ext>
            </a:extLst>
          </p:cNvPr>
          <p:cNvPicPr>
            <a:picLocks noChangeAspect="1"/>
          </p:cNvPicPr>
          <p:nvPr/>
        </p:nvPicPr>
        <p:blipFill>
          <a:blip r:embed="rId2"/>
          <a:stretch>
            <a:fillRect/>
          </a:stretch>
        </p:blipFill>
        <p:spPr>
          <a:xfrm>
            <a:off x="1935192" y="2976686"/>
            <a:ext cx="6567577" cy="444552"/>
          </a:xfrm>
          <a:prstGeom prst="rect">
            <a:avLst/>
          </a:prstGeom>
        </p:spPr>
      </p:pic>
    </p:spTree>
    <p:extLst>
      <p:ext uri="{BB962C8B-B14F-4D97-AF65-F5344CB8AC3E}">
        <p14:creationId xmlns:p14="http://schemas.microsoft.com/office/powerpoint/2010/main" val="3376913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3DF75-5F72-79EC-D07F-882E863917E8}"/>
              </a:ext>
            </a:extLst>
          </p:cNvPr>
          <p:cNvSpPr>
            <a:spLocks noGrp="1"/>
          </p:cNvSpPr>
          <p:nvPr>
            <p:ph type="title"/>
          </p:nvPr>
        </p:nvSpPr>
        <p:spPr>
          <a:xfrm>
            <a:off x="1619672" y="1484784"/>
            <a:ext cx="7067128" cy="1143000"/>
          </a:xfrm>
        </p:spPr>
        <p:txBody>
          <a:bodyPr anchor="ctr">
            <a:normAutofit/>
          </a:bodyPr>
          <a:lstStyle/>
          <a:p>
            <a:r>
              <a:rPr lang="en-US"/>
              <a:t>Comparing Struct</a:t>
            </a:r>
            <a:endParaRPr lang="en-US" dirty="0"/>
          </a:p>
        </p:txBody>
      </p:sp>
      <p:sp>
        <p:nvSpPr>
          <p:cNvPr id="3" name="Content Placeholder 2">
            <a:extLst>
              <a:ext uri="{FF2B5EF4-FFF2-40B4-BE49-F238E27FC236}">
                <a16:creationId xmlns:a16="http://schemas.microsoft.com/office/drawing/2014/main" id="{4D087624-CEB3-DD3B-4D5B-A9F5B54901CB}"/>
              </a:ext>
            </a:extLst>
          </p:cNvPr>
          <p:cNvSpPr>
            <a:spLocks noGrp="1"/>
          </p:cNvSpPr>
          <p:nvPr>
            <p:ph sz="half" idx="1"/>
          </p:nvPr>
        </p:nvSpPr>
        <p:spPr>
          <a:xfrm>
            <a:off x="1619672" y="2636912"/>
            <a:ext cx="3456384" cy="3489251"/>
          </a:xfrm>
        </p:spPr>
        <p:txBody>
          <a:bodyPr vert="horz" lIns="91440" tIns="45720" rIns="91440" bIns="45720" rtlCol="0">
            <a:normAutofit/>
          </a:bodyPr>
          <a:lstStyle/>
          <a:p>
            <a:r>
              <a:rPr lang="en-US"/>
              <a:t>If all the fields of a struct are comparable, the struct itself is comparable, so two expressions of that type may be compared using == or !=</a:t>
            </a:r>
          </a:p>
          <a:p>
            <a:endParaRPr lang="en-US"/>
          </a:p>
        </p:txBody>
      </p:sp>
      <p:pic>
        <p:nvPicPr>
          <p:cNvPr id="4" name="Picture 4" descr="Text, letter&#10;&#10;Description automatically generated">
            <a:extLst>
              <a:ext uri="{FF2B5EF4-FFF2-40B4-BE49-F238E27FC236}">
                <a16:creationId xmlns:a16="http://schemas.microsoft.com/office/drawing/2014/main" id="{2A8E65D2-7CB6-2913-1F58-563B0C2AAA7D}"/>
              </a:ext>
            </a:extLst>
          </p:cNvPr>
          <p:cNvPicPr>
            <a:picLocks noChangeAspect="1"/>
          </p:cNvPicPr>
          <p:nvPr/>
        </p:nvPicPr>
        <p:blipFill>
          <a:blip r:embed="rId2"/>
          <a:stretch>
            <a:fillRect/>
          </a:stretch>
        </p:blipFill>
        <p:spPr>
          <a:xfrm>
            <a:off x="5148064" y="3554358"/>
            <a:ext cx="3538736" cy="1654359"/>
          </a:xfrm>
          <a:prstGeom prst="rect">
            <a:avLst/>
          </a:prstGeom>
          <a:noFill/>
        </p:spPr>
      </p:pic>
    </p:spTree>
    <p:extLst>
      <p:ext uri="{BB962C8B-B14F-4D97-AF65-F5344CB8AC3E}">
        <p14:creationId xmlns:p14="http://schemas.microsoft.com/office/powerpoint/2010/main" val="1025671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BCE32-38BD-C5E7-14B9-93348319C488}"/>
              </a:ext>
            </a:extLst>
          </p:cNvPr>
          <p:cNvSpPr>
            <a:spLocks noGrp="1"/>
          </p:cNvSpPr>
          <p:nvPr>
            <p:ph type="title"/>
          </p:nvPr>
        </p:nvSpPr>
        <p:spPr/>
        <p:txBody>
          <a:bodyPr/>
          <a:lstStyle/>
          <a:p>
            <a:r>
              <a:rPr lang="en-US" b="0" dirty="0">
                <a:ea typeface="Open Sans"/>
                <a:cs typeface="Open Sans"/>
              </a:rPr>
              <a:t>JSON</a:t>
            </a:r>
            <a:endParaRPr lang="en-US" dirty="0"/>
          </a:p>
        </p:txBody>
      </p:sp>
      <p:sp>
        <p:nvSpPr>
          <p:cNvPr id="3" name="Content Placeholder 2">
            <a:extLst>
              <a:ext uri="{FF2B5EF4-FFF2-40B4-BE49-F238E27FC236}">
                <a16:creationId xmlns:a16="http://schemas.microsoft.com/office/drawing/2014/main" id="{6067493C-F4FA-DA22-FD2D-A2D7092580E3}"/>
              </a:ext>
            </a:extLst>
          </p:cNvPr>
          <p:cNvSpPr>
            <a:spLocks noGrp="1"/>
          </p:cNvSpPr>
          <p:nvPr>
            <p:ph idx="1"/>
          </p:nvPr>
        </p:nvSpPr>
        <p:spPr/>
        <p:txBody>
          <a:bodyPr vert="horz" lIns="91440" tIns="45720" rIns="91440" bIns="45720" rtlCol="0" anchor="t">
            <a:normAutofit fontScale="92500"/>
          </a:bodyPr>
          <a:lstStyle/>
          <a:p>
            <a:r>
              <a:rPr lang="en-US" dirty="0">
                <a:ea typeface="Open Sans"/>
                <a:cs typeface="Open Sans"/>
              </a:rPr>
              <a:t>JavaScript Object Notation (JSON) is a standard notation for sending and receiving structured information</a:t>
            </a:r>
          </a:p>
          <a:p>
            <a:r>
              <a:rPr lang="en-US" dirty="0">
                <a:ea typeface="Open Sans"/>
                <a:cs typeface="Open Sans"/>
              </a:rPr>
              <a:t>JSON is not the only such notation. XML (§7.14), ASN.1, and Google’s Protocol Buffers serve similar purposes and each has its niche, but because of its simplicity, readability, and universal support, JSON is the most widely used</a:t>
            </a:r>
          </a:p>
          <a:p>
            <a:r>
              <a:rPr lang="en-US" dirty="0">
                <a:ea typeface="Open Sans"/>
                <a:cs typeface="Open Sans"/>
              </a:rPr>
              <a:t>Go has excellent support for encoding and decoding these formats, provided by the standard library packages encoding/</a:t>
            </a:r>
            <a:r>
              <a:rPr lang="en-US" dirty="0" err="1">
                <a:ea typeface="Open Sans"/>
                <a:cs typeface="Open Sans"/>
              </a:rPr>
              <a:t>json</a:t>
            </a:r>
            <a:r>
              <a:rPr lang="en-US" dirty="0">
                <a:ea typeface="Open Sans"/>
                <a:cs typeface="Open Sans"/>
              </a:rPr>
              <a:t>, encoding/xml, encoding/asn1, and so on, and these packages all have similar APIs.</a:t>
            </a:r>
          </a:p>
        </p:txBody>
      </p:sp>
    </p:spTree>
    <p:extLst>
      <p:ext uri="{BB962C8B-B14F-4D97-AF65-F5344CB8AC3E}">
        <p14:creationId xmlns:p14="http://schemas.microsoft.com/office/powerpoint/2010/main" val="3455937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B5E12FA-F918-7E2A-C0FC-7044C4F0C160}"/>
              </a:ext>
            </a:extLst>
          </p:cNvPr>
          <p:cNvSpPr>
            <a:spLocks noGrp="1"/>
          </p:cNvSpPr>
          <p:nvPr>
            <p:ph type="title"/>
          </p:nvPr>
        </p:nvSpPr>
        <p:spPr>
          <a:xfrm>
            <a:off x="1619672" y="1484784"/>
            <a:ext cx="7067128" cy="1143000"/>
          </a:xfrm>
        </p:spPr>
        <p:txBody>
          <a:bodyPr/>
          <a:lstStyle/>
          <a:p>
            <a:endParaRPr lang="en-US"/>
          </a:p>
        </p:txBody>
      </p:sp>
      <p:sp>
        <p:nvSpPr>
          <p:cNvPr id="3" name="Content Placeholder 2">
            <a:extLst>
              <a:ext uri="{FF2B5EF4-FFF2-40B4-BE49-F238E27FC236}">
                <a16:creationId xmlns:a16="http://schemas.microsoft.com/office/drawing/2014/main" id="{10E3F144-202C-73FF-828C-BCF70A5C8CED}"/>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700"/>
              <a:t>JSON is an encoding of JavaScript values—strings, numbers, </a:t>
            </a:r>
            <a:r>
              <a:rPr lang="en-US" sz="1700" err="1"/>
              <a:t>booleans</a:t>
            </a:r>
            <a:r>
              <a:rPr lang="en-US" sz="1700"/>
              <a:t>, arrays, and objects—as Unicode text</a:t>
            </a:r>
          </a:p>
          <a:p>
            <a:pPr>
              <a:lnSpc>
                <a:spcPct val="90000"/>
              </a:lnSpc>
            </a:pPr>
            <a:r>
              <a:rPr lang="en-US" sz="1700"/>
              <a:t>The basic JSON types are numbers (in decimal or scientific notation), </a:t>
            </a:r>
            <a:r>
              <a:rPr lang="en-US" sz="1700" err="1"/>
              <a:t>booleans</a:t>
            </a:r>
            <a:r>
              <a:rPr lang="en-US" sz="1700"/>
              <a:t> (true or false), and strings, which are sequences of Unicode code points enclosed in double quotes</a:t>
            </a:r>
          </a:p>
          <a:p>
            <a:pPr>
              <a:lnSpc>
                <a:spcPct val="90000"/>
              </a:lnSpc>
            </a:pPr>
            <a:endParaRPr lang="en-US" sz="1700"/>
          </a:p>
        </p:txBody>
      </p:sp>
      <p:pic>
        <p:nvPicPr>
          <p:cNvPr id="4" name="Picture 4" descr="Text&#10;&#10;Description automatically generated">
            <a:extLst>
              <a:ext uri="{FF2B5EF4-FFF2-40B4-BE49-F238E27FC236}">
                <a16:creationId xmlns:a16="http://schemas.microsoft.com/office/drawing/2014/main" id="{AA950DF1-2023-C330-1AF7-08BA705D97C3}"/>
              </a:ext>
            </a:extLst>
          </p:cNvPr>
          <p:cNvPicPr>
            <a:picLocks noChangeAspect="1"/>
          </p:cNvPicPr>
          <p:nvPr/>
        </p:nvPicPr>
        <p:blipFill>
          <a:blip r:embed="rId2"/>
          <a:stretch>
            <a:fillRect/>
          </a:stretch>
        </p:blipFill>
        <p:spPr>
          <a:xfrm>
            <a:off x="5148064" y="3868421"/>
            <a:ext cx="3538736" cy="1026233"/>
          </a:xfrm>
          <a:prstGeom prst="rect">
            <a:avLst/>
          </a:prstGeom>
          <a:noFill/>
        </p:spPr>
      </p:pic>
    </p:spTree>
    <p:extLst>
      <p:ext uri="{BB962C8B-B14F-4D97-AF65-F5344CB8AC3E}">
        <p14:creationId xmlns:p14="http://schemas.microsoft.com/office/powerpoint/2010/main" val="3782674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2945-A288-1880-BA85-8BAE8B026AB6}"/>
              </a:ext>
            </a:extLst>
          </p:cNvPr>
          <p:cNvSpPr>
            <a:spLocks noGrp="1"/>
          </p:cNvSpPr>
          <p:nvPr>
            <p:ph type="title"/>
          </p:nvPr>
        </p:nvSpPr>
        <p:spPr/>
        <p:txBody>
          <a:bodyPr/>
          <a:lstStyle/>
          <a:p>
            <a:endParaRPr lang="en-US"/>
          </a:p>
        </p:txBody>
      </p:sp>
      <p:pic>
        <p:nvPicPr>
          <p:cNvPr id="5" name="Picture 5" descr="Text, letter&#10;&#10;Description automatically generated">
            <a:extLst>
              <a:ext uri="{FF2B5EF4-FFF2-40B4-BE49-F238E27FC236}">
                <a16:creationId xmlns:a16="http://schemas.microsoft.com/office/drawing/2014/main" id="{04F99E08-3B17-8ED7-2C2B-4BE64E743139}"/>
              </a:ext>
            </a:extLst>
          </p:cNvPr>
          <p:cNvPicPr>
            <a:picLocks noGrp="1" noChangeAspect="1"/>
          </p:cNvPicPr>
          <p:nvPr>
            <p:ph idx="1"/>
          </p:nvPr>
        </p:nvPicPr>
        <p:blipFill>
          <a:blip r:embed="rId2"/>
          <a:stretch>
            <a:fillRect/>
          </a:stretch>
        </p:blipFill>
        <p:spPr>
          <a:xfrm>
            <a:off x="2186198" y="2671800"/>
            <a:ext cx="5934075" cy="3419475"/>
          </a:xfrm>
        </p:spPr>
      </p:pic>
    </p:spTree>
    <p:extLst>
      <p:ext uri="{BB962C8B-B14F-4D97-AF65-F5344CB8AC3E}">
        <p14:creationId xmlns:p14="http://schemas.microsoft.com/office/powerpoint/2010/main" val="88950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502E5-82CE-E9A6-580D-CEE7419136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413E9F-F9B1-E779-4398-D4E97B8A262B}"/>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Data structures like this are an excellent fit for JSON, and it’s easy to convert in both directions</a:t>
            </a:r>
          </a:p>
          <a:p>
            <a:r>
              <a:rPr lang="en-US" dirty="0">
                <a:ea typeface="Open Sans"/>
                <a:cs typeface="Open Sans"/>
              </a:rPr>
              <a:t>Converting a Go data structure like movies to JSON is called marshaling. Marshaling is done by </a:t>
            </a:r>
            <a:r>
              <a:rPr lang="en-US" dirty="0" err="1">
                <a:ea typeface="Open Sans"/>
                <a:cs typeface="Open Sans"/>
              </a:rPr>
              <a:t>json.Marshal</a:t>
            </a:r>
            <a:endParaRPr lang="en-US" dirty="0">
              <a:ea typeface="Open Sans"/>
              <a:cs typeface="Open Sans"/>
            </a:endParaRPr>
          </a:p>
          <a:p>
            <a:endParaRPr lang="en-US" dirty="0">
              <a:ea typeface="Open Sans"/>
              <a:cs typeface="Open Sans"/>
            </a:endParaRPr>
          </a:p>
        </p:txBody>
      </p:sp>
      <p:pic>
        <p:nvPicPr>
          <p:cNvPr id="4" name="Picture 4" descr="Graphical user interface, text, application&#10;&#10;Description automatically generated">
            <a:extLst>
              <a:ext uri="{FF2B5EF4-FFF2-40B4-BE49-F238E27FC236}">
                <a16:creationId xmlns:a16="http://schemas.microsoft.com/office/drawing/2014/main" id="{09C5250E-C0D3-26A6-3785-D069E8BCB9C5}"/>
              </a:ext>
            </a:extLst>
          </p:cNvPr>
          <p:cNvPicPr>
            <a:picLocks noChangeAspect="1"/>
          </p:cNvPicPr>
          <p:nvPr/>
        </p:nvPicPr>
        <p:blipFill>
          <a:blip r:embed="rId2"/>
          <a:stretch>
            <a:fillRect/>
          </a:stretch>
        </p:blipFill>
        <p:spPr>
          <a:xfrm>
            <a:off x="2078966" y="4065140"/>
            <a:ext cx="6510067" cy="1545682"/>
          </a:xfrm>
          <a:prstGeom prst="rect">
            <a:avLst/>
          </a:prstGeom>
        </p:spPr>
      </p:pic>
    </p:spTree>
    <p:extLst>
      <p:ext uri="{BB962C8B-B14F-4D97-AF65-F5344CB8AC3E}">
        <p14:creationId xmlns:p14="http://schemas.microsoft.com/office/powerpoint/2010/main" val="1661426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ABF4B-E4EC-3E81-1FD8-5CCE24BA3651}"/>
              </a:ext>
            </a:extLst>
          </p:cNvPr>
          <p:cNvSpPr>
            <a:spLocks noGrp="1"/>
          </p:cNvSpPr>
          <p:nvPr>
            <p:ph type="title"/>
          </p:nvPr>
        </p:nvSpPr>
        <p:spPr/>
        <p:txBody>
          <a:bodyPr/>
          <a:lstStyle/>
          <a:p>
            <a:r>
              <a:rPr lang="en-US" dirty="0">
                <a:ea typeface="Open Sans"/>
                <a:cs typeface="Open Sans"/>
              </a:rPr>
              <a:t>Marshal</a:t>
            </a:r>
            <a:endParaRPr lang="en-US" dirty="0"/>
          </a:p>
        </p:txBody>
      </p:sp>
      <p:sp>
        <p:nvSpPr>
          <p:cNvPr id="3" name="Content Placeholder 2">
            <a:extLst>
              <a:ext uri="{FF2B5EF4-FFF2-40B4-BE49-F238E27FC236}">
                <a16:creationId xmlns:a16="http://schemas.microsoft.com/office/drawing/2014/main" id="{FD3CA73C-081E-3856-D82F-297280400BD0}"/>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Marshal produces a byte slice containing a </a:t>
            </a:r>
            <a:r>
              <a:rPr lang="en-US" dirty="0" err="1">
                <a:ea typeface="Open Sans"/>
                <a:cs typeface="Open Sans"/>
              </a:rPr>
              <a:t>ver</a:t>
            </a:r>
            <a:r>
              <a:rPr lang="en-US" dirty="0">
                <a:ea typeface="Open Sans"/>
                <a:cs typeface="Open Sans"/>
              </a:rPr>
              <a:t> y long string with no extraneous white space; we’ve folded the lines so it fits:</a:t>
            </a:r>
          </a:p>
          <a:p>
            <a:endParaRPr lang="en-US" dirty="0">
              <a:ea typeface="Open Sans"/>
              <a:cs typeface="Open Sans"/>
            </a:endParaRPr>
          </a:p>
        </p:txBody>
      </p:sp>
      <p:pic>
        <p:nvPicPr>
          <p:cNvPr id="4" name="Picture 4" descr="Text&#10;&#10;Description automatically generated">
            <a:extLst>
              <a:ext uri="{FF2B5EF4-FFF2-40B4-BE49-F238E27FC236}">
                <a16:creationId xmlns:a16="http://schemas.microsoft.com/office/drawing/2014/main" id="{CD455C02-7B7C-134E-BB13-120E3B58B0DC}"/>
              </a:ext>
            </a:extLst>
          </p:cNvPr>
          <p:cNvPicPr>
            <a:picLocks noChangeAspect="1"/>
          </p:cNvPicPr>
          <p:nvPr/>
        </p:nvPicPr>
        <p:blipFill>
          <a:blip r:embed="rId2"/>
          <a:stretch>
            <a:fillRect/>
          </a:stretch>
        </p:blipFill>
        <p:spPr>
          <a:xfrm>
            <a:off x="2007079" y="3727852"/>
            <a:ext cx="6510067" cy="911918"/>
          </a:xfrm>
          <a:prstGeom prst="rect">
            <a:avLst/>
          </a:prstGeom>
        </p:spPr>
      </p:pic>
    </p:spTree>
    <p:extLst>
      <p:ext uri="{BB962C8B-B14F-4D97-AF65-F5344CB8AC3E}">
        <p14:creationId xmlns:p14="http://schemas.microsoft.com/office/powerpoint/2010/main" val="2364365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442E-BD01-2BC2-3BC5-7661BBEFF2F3}"/>
              </a:ext>
            </a:extLst>
          </p:cNvPr>
          <p:cNvSpPr>
            <a:spLocks noGrp="1"/>
          </p:cNvSpPr>
          <p:nvPr>
            <p:ph type="title"/>
          </p:nvPr>
        </p:nvSpPr>
        <p:spPr>
          <a:xfrm>
            <a:off x="1619672" y="1484784"/>
            <a:ext cx="7067128" cy="1143000"/>
          </a:xfrm>
        </p:spPr>
        <p:txBody>
          <a:bodyPr anchor="ctr">
            <a:normAutofit/>
          </a:bodyPr>
          <a:lstStyle/>
          <a:p>
            <a:r>
              <a:rPr lang="en-US" err="1"/>
              <a:t>Marshalindent</a:t>
            </a:r>
            <a:r>
              <a:rPr lang="en-US"/>
              <a:t> </a:t>
            </a:r>
            <a:endParaRPr lang="en-US" dirty="0"/>
          </a:p>
        </p:txBody>
      </p:sp>
      <p:sp>
        <p:nvSpPr>
          <p:cNvPr id="3" name="Content Placeholder 2">
            <a:extLst>
              <a:ext uri="{FF2B5EF4-FFF2-40B4-BE49-F238E27FC236}">
                <a16:creationId xmlns:a16="http://schemas.microsoft.com/office/drawing/2014/main" id="{AF34AF92-6FE0-C084-FFFB-27502E7725AC}"/>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900"/>
              <a:t>This compact representation contains all the information but it’s hard to read. For human consumption, a variant called </a:t>
            </a:r>
            <a:r>
              <a:rPr lang="en-US" sz="1900" err="1"/>
              <a:t>json.MarshalIndent</a:t>
            </a:r>
            <a:r>
              <a:rPr lang="en-US" sz="1900"/>
              <a:t> produces neatly indented output. Two additional arguments define a prefix for each line of output and a string for each level of indentation:</a:t>
            </a:r>
          </a:p>
        </p:txBody>
      </p:sp>
      <p:pic>
        <p:nvPicPr>
          <p:cNvPr id="4" name="Picture 4" descr="Graphical user interface, text, application&#10;&#10;Description automatically generated">
            <a:extLst>
              <a:ext uri="{FF2B5EF4-FFF2-40B4-BE49-F238E27FC236}">
                <a16:creationId xmlns:a16="http://schemas.microsoft.com/office/drawing/2014/main" id="{6DC4E7F5-6E06-1172-E070-272ADABA3FA6}"/>
              </a:ext>
            </a:extLst>
          </p:cNvPr>
          <p:cNvPicPr>
            <a:picLocks noChangeAspect="1"/>
          </p:cNvPicPr>
          <p:nvPr/>
        </p:nvPicPr>
        <p:blipFill>
          <a:blip r:embed="rId2"/>
          <a:stretch>
            <a:fillRect/>
          </a:stretch>
        </p:blipFill>
        <p:spPr>
          <a:xfrm>
            <a:off x="5148064" y="3956889"/>
            <a:ext cx="3538736" cy="849296"/>
          </a:xfrm>
          <a:prstGeom prst="rect">
            <a:avLst/>
          </a:prstGeom>
          <a:noFill/>
        </p:spPr>
      </p:pic>
    </p:spTree>
    <p:extLst>
      <p:ext uri="{BB962C8B-B14F-4D97-AF65-F5344CB8AC3E}">
        <p14:creationId xmlns:p14="http://schemas.microsoft.com/office/powerpoint/2010/main" val="636280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Text, letter&#10;&#10;Description automatically generated">
            <a:extLst>
              <a:ext uri="{FF2B5EF4-FFF2-40B4-BE49-F238E27FC236}">
                <a16:creationId xmlns:a16="http://schemas.microsoft.com/office/drawing/2014/main" id="{1F8B7E8C-B761-DF6C-F637-9F129B7404BE}"/>
              </a:ext>
            </a:extLst>
          </p:cNvPr>
          <p:cNvPicPr>
            <a:picLocks noGrp="1" noChangeAspect="1"/>
          </p:cNvPicPr>
          <p:nvPr>
            <p:ph idx="1"/>
          </p:nvPr>
        </p:nvPicPr>
        <p:blipFill>
          <a:blip r:embed="rId2"/>
          <a:stretch>
            <a:fillRect/>
          </a:stretch>
        </p:blipFill>
        <p:spPr>
          <a:xfrm>
            <a:off x="3530724" y="724723"/>
            <a:ext cx="3245024" cy="5415817"/>
          </a:xfrm>
        </p:spPr>
      </p:pic>
    </p:spTree>
    <p:extLst>
      <p:ext uri="{BB962C8B-B14F-4D97-AF65-F5344CB8AC3E}">
        <p14:creationId xmlns:p14="http://schemas.microsoft.com/office/powerpoint/2010/main" val="781249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26AC2-052D-61E9-614C-464B5C18AD35}"/>
              </a:ext>
            </a:extLst>
          </p:cNvPr>
          <p:cNvSpPr>
            <a:spLocks noGrp="1"/>
          </p:cNvSpPr>
          <p:nvPr>
            <p:ph type="title"/>
          </p:nvPr>
        </p:nvSpPr>
        <p:spPr/>
        <p:txBody>
          <a:bodyPr/>
          <a:lstStyle/>
          <a:p>
            <a:r>
              <a:rPr lang="en-US" dirty="0">
                <a:ea typeface="Open Sans"/>
                <a:cs typeface="Open Sans"/>
              </a:rPr>
              <a:t>Text and HTML Templates</a:t>
            </a:r>
            <a:endParaRPr lang="en-US" dirty="0"/>
          </a:p>
        </p:txBody>
      </p:sp>
      <p:pic>
        <p:nvPicPr>
          <p:cNvPr id="4" name="Picture 4" descr="Text, email&#10;&#10;Description automatically generated">
            <a:extLst>
              <a:ext uri="{FF2B5EF4-FFF2-40B4-BE49-F238E27FC236}">
                <a16:creationId xmlns:a16="http://schemas.microsoft.com/office/drawing/2014/main" id="{61C644C3-817B-F58D-A7D7-FEFE83D0B8AC}"/>
              </a:ext>
            </a:extLst>
          </p:cNvPr>
          <p:cNvPicPr>
            <a:picLocks noGrp="1" noChangeAspect="1"/>
          </p:cNvPicPr>
          <p:nvPr>
            <p:ph idx="1"/>
          </p:nvPr>
        </p:nvPicPr>
        <p:blipFill>
          <a:blip r:embed="rId2"/>
          <a:stretch>
            <a:fillRect/>
          </a:stretch>
        </p:blipFill>
        <p:spPr>
          <a:xfrm>
            <a:off x="2820664" y="2636912"/>
            <a:ext cx="4665144" cy="3489251"/>
          </a:xfrm>
        </p:spPr>
      </p:pic>
    </p:spTree>
    <p:extLst>
      <p:ext uri="{BB962C8B-B14F-4D97-AF65-F5344CB8AC3E}">
        <p14:creationId xmlns:p14="http://schemas.microsoft.com/office/powerpoint/2010/main" val="1569435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hape&#10;&#10;Description automatically generated">
            <a:extLst>
              <a:ext uri="{FF2B5EF4-FFF2-40B4-BE49-F238E27FC236}">
                <a16:creationId xmlns:a16="http://schemas.microsoft.com/office/drawing/2014/main" id="{51649065-1BCE-7218-44ED-93F61A85A938}"/>
              </a:ext>
            </a:extLst>
          </p:cNvPr>
          <p:cNvPicPr>
            <a:picLocks noGrp="1" noChangeAspect="1"/>
          </p:cNvPicPr>
          <p:nvPr>
            <p:ph idx="1"/>
          </p:nvPr>
        </p:nvPicPr>
        <p:blipFill>
          <a:blip r:embed="rId2"/>
          <a:stretch>
            <a:fillRect/>
          </a:stretch>
        </p:blipFill>
        <p:spPr>
          <a:xfrm>
            <a:off x="1569859" y="1526732"/>
            <a:ext cx="6534150" cy="476250"/>
          </a:xfrm>
        </p:spPr>
      </p:pic>
      <p:pic>
        <p:nvPicPr>
          <p:cNvPr id="5" name="Picture 5">
            <a:extLst>
              <a:ext uri="{FF2B5EF4-FFF2-40B4-BE49-F238E27FC236}">
                <a16:creationId xmlns:a16="http://schemas.microsoft.com/office/drawing/2014/main" id="{5F173CBC-5026-04AB-E189-4D99B8FCF4A7}"/>
              </a:ext>
            </a:extLst>
          </p:cNvPr>
          <p:cNvPicPr>
            <a:picLocks noChangeAspect="1"/>
          </p:cNvPicPr>
          <p:nvPr/>
        </p:nvPicPr>
        <p:blipFill>
          <a:blip r:embed="rId3"/>
          <a:stretch>
            <a:fillRect/>
          </a:stretch>
        </p:blipFill>
        <p:spPr>
          <a:xfrm>
            <a:off x="1949570" y="2208257"/>
            <a:ext cx="6107501" cy="4655598"/>
          </a:xfrm>
          <a:prstGeom prst="rect">
            <a:avLst/>
          </a:prstGeom>
        </p:spPr>
      </p:pic>
    </p:spTree>
    <p:extLst>
      <p:ext uri="{BB962C8B-B14F-4D97-AF65-F5344CB8AC3E}">
        <p14:creationId xmlns:p14="http://schemas.microsoft.com/office/powerpoint/2010/main" val="604071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5861838-B016-AE50-A35A-DD2A24E3EB34}"/>
              </a:ext>
            </a:extLst>
          </p:cNvPr>
          <p:cNvPicPr>
            <a:picLocks noGrp="1" noChangeAspect="1"/>
          </p:cNvPicPr>
          <p:nvPr>
            <p:ph idx="1"/>
          </p:nvPr>
        </p:nvPicPr>
        <p:blipFill>
          <a:blip r:embed="rId2"/>
          <a:stretch>
            <a:fillRect/>
          </a:stretch>
        </p:blipFill>
        <p:spPr>
          <a:xfrm>
            <a:off x="1120746" y="1749851"/>
            <a:ext cx="7705545" cy="4026918"/>
          </a:xfrm>
        </p:spPr>
      </p:pic>
    </p:spTree>
    <p:extLst>
      <p:ext uri="{BB962C8B-B14F-4D97-AF65-F5344CB8AC3E}">
        <p14:creationId xmlns:p14="http://schemas.microsoft.com/office/powerpoint/2010/main" val="3205491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 application, email&#10;&#10;Description automatically generated">
            <a:extLst>
              <a:ext uri="{FF2B5EF4-FFF2-40B4-BE49-F238E27FC236}">
                <a16:creationId xmlns:a16="http://schemas.microsoft.com/office/drawing/2014/main" id="{FE065EB0-F959-E414-2C9C-23BAB9D995DF}"/>
              </a:ext>
            </a:extLst>
          </p:cNvPr>
          <p:cNvPicPr>
            <a:picLocks noGrp="1" noChangeAspect="1"/>
          </p:cNvPicPr>
          <p:nvPr>
            <p:ph idx="1"/>
          </p:nvPr>
        </p:nvPicPr>
        <p:blipFill>
          <a:blip r:embed="rId2"/>
          <a:stretch>
            <a:fillRect/>
          </a:stretch>
        </p:blipFill>
        <p:spPr>
          <a:xfrm>
            <a:off x="1070067" y="2020236"/>
            <a:ext cx="7878792" cy="2537244"/>
          </a:xfrm>
        </p:spPr>
      </p:pic>
    </p:spTree>
    <p:extLst>
      <p:ext uri="{BB962C8B-B14F-4D97-AF65-F5344CB8AC3E}">
        <p14:creationId xmlns:p14="http://schemas.microsoft.com/office/powerpoint/2010/main" val="1587019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effectLst/>
                <a:ea typeface="Open Sans"/>
                <a:cs typeface="Open Sans"/>
                <a:hlinkClick r:id="rId2">
                  <a:extLst>
                    <a:ext uri="{A12FA001-AC4F-418D-AE19-62706E023703}">
                      <ahyp:hlinkClr xmlns:ahyp="http://schemas.microsoft.com/office/drawing/2018/hyperlinkcolor" val="tx"/>
                    </a:ext>
                  </a:extLst>
                </a:hlinkClick>
              </a:rPr>
              <a:t>https://</a:t>
            </a:r>
            <a:r>
              <a:rPr lang="en-AU" sz="1800" dirty="0">
                <a:ea typeface="Open Sans"/>
                <a:cs typeface="Open Sans"/>
                <a:hlinkClick r:id="rId2">
                  <a:extLst>
                    <a:ext uri="{A12FA001-AC4F-418D-AE19-62706E023703}">
                      <ahyp:hlinkClr xmlns:ahyp="http://schemas.microsoft.com/office/drawing/2018/hyperlinkcolor" val="tx"/>
                    </a:ext>
                  </a:extLst>
                </a:hlinkClick>
              </a:rPr>
              <a:t>go</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dev</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doc</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install</a:t>
            </a:r>
            <a:endParaRPr lang="en-AU" sz="1800" dirty="0">
              <a:ea typeface="Open Sans"/>
              <a:cs typeface="Open Sans"/>
            </a:endParaRPr>
          </a:p>
          <a:p>
            <a:pPr>
              <a:lnSpc>
                <a:spcPct val="107000"/>
              </a:lnSpc>
              <a:spcAft>
                <a:spcPts val="800"/>
              </a:spcAft>
            </a:pPr>
            <a:r>
              <a:rPr lang="en-AU" sz="1800" dirty="0">
                <a:latin typeface="Arial"/>
                <a:ea typeface="Open Sans"/>
                <a:cs typeface="Times New Roman" panose="02020603050405020304" pitchFamily="18" charset="0"/>
                <a:hlinkClick r:id="rId3"/>
              </a:rPr>
              <a:t>https://www.golangprograms.com/go-language/arrays.html</a:t>
            </a:r>
            <a:endParaRPr lang="en-AU" sz="1800" dirty="0">
              <a:latin typeface="Arial"/>
              <a:ea typeface="Open Sans"/>
              <a:cs typeface="Times New Roman" panose="02020603050405020304" pitchFamily="18" charset="0"/>
            </a:endParaRPr>
          </a:p>
          <a:p>
            <a:pPr>
              <a:lnSpc>
                <a:spcPct val="107000"/>
              </a:lnSpc>
              <a:spcAft>
                <a:spcPts val="800"/>
              </a:spcAft>
            </a:pPr>
            <a:r>
              <a:rPr lang="en-AU" sz="1800" dirty="0">
                <a:latin typeface="Arial"/>
                <a:ea typeface="Open Sans"/>
                <a:cs typeface="Times New Roman" panose="02020603050405020304" pitchFamily="18" charset="0"/>
                <a:hlinkClick r:id="rId4"/>
              </a:rPr>
              <a:t>https://www.golangprograms.com/go-language/slices-in-golang-programming.html</a:t>
            </a:r>
            <a:endParaRPr lang="en-AU" sz="1800" dirty="0">
              <a:latin typeface="Arial"/>
              <a:ea typeface="Open Sans"/>
              <a:cs typeface="Times New Roman" panose="02020603050405020304" pitchFamily="18" charset="0"/>
            </a:endParaRPr>
          </a:p>
          <a:p>
            <a:pPr>
              <a:lnSpc>
                <a:spcPct val="107000"/>
              </a:lnSpc>
              <a:spcAft>
                <a:spcPts val="800"/>
              </a:spcAft>
            </a:pPr>
            <a:r>
              <a:rPr lang="en-AU" sz="1800" dirty="0">
                <a:latin typeface="Arial"/>
                <a:ea typeface="Open Sans"/>
                <a:cs typeface="Times New Roman" panose="02020603050405020304" pitchFamily="18" charset="0"/>
                <a:hlinkClick r:id="rId5"/>
              </a:rPr>
              <a:t>https://www.golangprograms.com/go-language/golang-maps.html</a:t>
            </a:r>
            <a:endParaRPr lang="en-AU" sz="1800" dirty="0">
              <a:latin typeface="Arial"/>
              <a:ea typeface="Open Sans"/>
              <a:cs typeface="Times New Roman" panose="02020603050405020304" pitchFamily="18" charset="0"/>
            </a:endParaRPr>
          </a:p>
          <a:p>
            <a:pPr>
              <a:lnSpc>
                <a:spcPct val="107000"/>
              </a:lnSpc>
              <a:spcAft>
                <a:spcPts val="800"/>
              </a:spcAft>
            </a:pPr>
            <a:r>
              <a:rPr lang="en-AU" sz="1800" dirty="0">
                <a:latin typeface="Arial"/>
                <a:ea typeface="Open Sans"/>
                <a:cs typeface="Times New Roman" panose="02020603050405020304" pitchFamily="18" charset="0"/>
                <a:hlinkClick r:id="rId6"/>
              </a:rPr>
              <a:t>https://www.golangprograms.com/go-language/struct.html</a:t>
            </a: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0</TotalTime>
  <Words>949</Words>
  <Application>Microsoft Office PowerPoint</Application>
  <PresentationFormat>On-screen Show (4:3)</PresentationFormat>
  <Paragraphs>61</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Open Sans</vt:lpstr>
      <vt:lpstr>Symbol</vt:lpstr>
      <vt:lpstr>Template PPT 2015</vt:lpstr>
      <vt:lpstr>Popular Programming Tech</vt:lpstr>
      <vt:lpstr>Learning Objective</vt:lpstr>
      <vt:lpstr>Outline</vt:lpstr>
      <vt:lpstr>Arrays</vt:lpstr>
      <vt:lpstr>Arrays </vt:lpstr>
      <vt:lpstr>Slices</vt:lpstr>
      <vt:lpstr>Slice</vt:lpstr>
      <vt:lpstr>PowerPoint Presentation</vt:lpstr>
      <vt:lpstr>Slice</vt:lpstr>
      <vt:lpstr>Append Function</vt:lpstr>
      <vt:lpstr>PowerPoint Presentation</vt:lpstr>
      <vt:lpstr>Maps</vt:lpstr>
      <vt:lpstr>PowerPoint Presentation</vt:lpstr>
      <vt:lpstr>PowerPoint Presentation</vt:lpstr>
      <vt:lpstr>Structs</vt:lpstr>
      <vt:lpstr>PowerPoint Presentation</vt:lpstr>
      <vt:lpstr>Comparing Struct</vt:lpstr>
      <vt:lpstr>JSON</vt:lpstr>
      <vt:lpstr>PowerPoint Presentation</vt:lpstr>
      <vt:lpstr>PowerPoint Presentation</vt:lpstr>
      <vt:lpstr>PowerPoint Presentation</vt:lpstr>
      <vt:lpstr>Marshal</vt:lpstr>
      <vt:lpstr>Marshalindent </vt:lpstr>
      <vt:lpstr>PowerPoint Presentation</vt:lpstr>
      <vt:lpstr>Text and HTML Templates</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478</cp:revision>
  <dcterms:created xsi:type="dcterms:W3CDTF">2015-05-04T03:33:03Z</dcterms:created>
  <dcterms:modified xsi:type="dcterms:W3CDTF">2023-01-02T04:32:04Z</dcterms:modified>
</cp:coreProperties>
</file>