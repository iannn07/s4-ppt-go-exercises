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8" r:id="rId2"/>
    <p:sldId id="288" r:id="rId3"/>
    <p:sldId id="290" r:id="rId4"/>
    <p:sldId id="291" r:id="rId5"/>
    <p:sldId id="292" r:id="rId6"/>
    <p:sldId id="293" r:id="rId7"/>
    <p:sldId id="294" r:id="rId8"/>
    <p:sldId id="295" r:id="rId9"/>
    <p:sldId id="296" r:id="rId10"/>
    <p:sldId id="297" r:id="rId11"/>
    <p:sldId id="298" r:id="rId12"/>
    <p:sldId id="299" r:id="rId13"/>
    <p:sldId id="300" r:id="rId14"/>
    <p:sldId id="301" r:id="rId15"/>
    <p:sldId id="302" r:id="rId16"/>
    <p:sldId id="303" r:id="rId17"/>
    <p:sldId id="304" r:id="rId18"/>
    <p:sldId id="306" r:id="rId19"/>
    <p:sldId id="307" r:id="rId20"/>
    <p:sldId id="289" r:id="rId21"/>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727C0728-BFBA-4018-A895-7E45D940962F}">
          <p14:sldIdLst>
            <p14:sldId id="258"/>
          </p14:sldIdLst>
        </p14:section>
        <p14:section name="COURSE CONTENT" id="{F4927CBE-FA17-46D1-BAAE-887D0AF2CCBF}">
          <p14:sldIdLst>
            <p14:sldId id="288"/>
            <p14:sldId id="290"/>
            <p14:sldId id="291"/>
            <p14:sldId id="292"/>
            <p14:sldId id="293"/>
            <p14:sldId id="294"/>
            <p14:sldId id="295"/>
            <p14:sldId id="296"/>
            <p14:sldId id="297"/>
            <p14:sldId id="298"/>
            <p14:sldId id="299"/>
            <p14:sldId id="300"/>
            <p14:sldId id="301"/>
            <p14:sldId id="302"/>
            <p14:sldId id="303"/>
            <p14:sldId id="304"/>
            <p14:sldId id="306"/>
            <p14:sldId id="307"/>
          </p14:sldIdLst>
        </p14:section>
        <p14:section name="REFERENCE" id="{82098E28-DACF-4424-86A1-E861B2DCC6FF}">
          <p14:sldIdLst>
            <p14:sldId id="28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8F15"/>
    <a:srgbClr val="008FD5"/>
    <a:srgbClr val="F7F7F7"/>
    <a:srgbClr val="558FD5"/>
    <a:srgbClr val="0079B8"/>
    <a:srgbClr val="0081BD"/>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01C8F5-2CEC-489E-AD99-D932F97FC7A0}" v="1" dt="2023-01-02T04:03:50.9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156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sti Pangestu" userId="S::gusti.pangestu@binus.ac.id::7768735c-5c0d-4d9b-b550-ead0b3c82a30" providerId="AD" clId="Web-{2D93CF2B-77F8-A25B-D210-87A5597154A1}"/>
    <pc:docChg chg="addSld delSld modSld modSection">
      <pc:chgData name="Gusti Pangestu" userId="S::gusti.pangestu@binus.ac.id::7768735c-5c0d-4d9b-b550-ead0b3c82a30" providerId="AD" clId="Web-{2D93CF2B-77F8-A25B-D210-87A5597154A1}" dt="2022-11-08T02:40:33.795" v="5"/>
      <pc:docMkLst>
        <pc:docMk/>
      </pc:docMkLst>
      <pc:sldChg chg="del">
        <pc:chgData name="Gusti Pangestu" userId="S::gusti.pangestu@binus.ac.id::7768735c-5c0d-4d9b-b550-ead0b3c82a30" providerId="AD" clId="Web-{2D93CF2B-77F8-A25B-D210-87A5597154A1}" dt="2022-11-08T02:40:33.795" v="5"/>
        <pc:sldMkLst>
          <pc:docMk/>
          <pc:sldMk cId="654897096" sldId="305"/>
        </pc:sldMkLst>
      </pc:sldChg>
      <pc:sldChg chg="modSp new del">
        <pc:chgData name="Gusti Pangestu" userId="S::gusti.pangestu@binus.ac.id::7768735c-5c0d-4d9b-b550-ead0b3c82a30" providerId="AD" clId="Web-{2D93CF2B-77F8-A25B-D210-87A5597154A1}" dt="2022-11-08T02:40:30.545" v="4"/>
        <pc:sldMkLst>
          <pc:docMk/>
          <pc:sldMk cId="2349906427" sldId="308"/>
        </pc:sldMkLst>
        <pc:spChg chg="mod">
          <ac:chgData name="Gusti Pangestu" userId="S::gusti.pangestu@binus.ac.id::7768735c-5c0d-4d9b-b550-ead0b3c82a30" providerId="AD" clId="Web-{2D93CF2B-77F8-A25B-D210-87A5597154A1}" dt="2022-11-08T02:40:13.934" v="3" actId="20577"/>
          <ac:spMkLst>
            <pc:docMk/>
            <pc:sldMk cId="2349906427" sldId="308"/>
            <ac:spMk id="2" creationId="{8F985375-C6B8-C22E-CA8A-4D16C270F34C}"/>
          </ac:spMkLst>
        </pc:spChg>
      </pc:sldChg>
    </pc:docChg>
  </pc:docChgLst>
  <pc:docChgLst>
    <pc:chgData name="Gusti Pangestu" userId="7768735c-5c0d-4d9b-b550-ead0b3c82a30" providerId="ADAL" clId="{A228A050-C777-4D68-9F08-432EC40BDDDD}"/>
    <pc:docChg chg="custSel addSld delSld modSld sldOrd modSection">
      <pc:chgData name="Gusti Pangestu" userId="7768735c-5c0d-4d9b-b550-ead0b3c82a30" providerId="ADAL" clId="{A228A050-C777-4D68-9F08-432EC40BDDDD}" dt="2021-01-07T20:53:19.184" v="61" actId="12"/>
      <pc:docMkLst>
        <pc:docMk/>
      </pc:docMkLst>
      <pc:sldChg chg="del">
        <pc:chgData name="Gusti Pangestu" userId="7768735c-5c0d-4d9b-b550-ead0b3c82a30" providerId="ADAL" clId="{A228A050-C777-4D68-9F08-432EC40BDDDD}" dt="2021-01-07T20:50:36.705" v="15" actId="47"/>
        <pc:sldMkLst>
          <pc:docMk/>
          <pc:sldMk cId="654055134" sldId="256"/>
        </pc:sldMkLst>
      </pc:sldChg>
      <pc:sldChg chg="new del">
        <pc:chgData name="Gusti Pangestu" userId="7768735c-5c0d-4d9b-b550-ead0b3c82a30" providerId="ADAL" clId="{A228A050-C777-4D68-9F08-432EC40BDDDD}" dt="2021-01-07T20:50:36.705" v="15" actId="47"/>
        <pc:sldMkLst>
          <pc:docMk/>
          <pc:sldMk cId="2630684662" sldId="257"/>
        </pc:sldMkLst>
      </pc:sldChg>
      <pc:sldChg chg="modSp add mod ord">
        <pc:chgData name="Gusti Pangestu" userId="7768735c-5c0d-4d9b-b550-ead0b3c82a30" providerId="ADAL" clId="{A228A050-C777-4D68-9F08-432EC40BDDDD}" dt="2021-01-07T20:50:42.926" v="17"/>
        <pc:sldMkLst>
          <pc:docMk/>
          <pc:sldMk cId="109857222" sldId="258"/>
        </pc:sldMkLst>
        <pc:spChg chg="mod">
          <ac:chgData name="Gusti Pangestu" userId="7768735c-5c0d-4d9b-b550-ead0b3c82a30" providerId="ADAL" clId="{A228A050-C777-4D68-9F08-432EC40BDDDD}" dt="2021-01-07T20:50:31.032" v="10" actId="27636"/>
          <ac:spMkLst>
            <pc:docMk/>
            <pc:sldMk cId="109857222" sldId="258"/>
            <ac:spMk id="3" creationId="{00000000-0000-0000-0000-000000000000}"/>
          </ac:spMkLst>
        </pc:spChg>
      </pc:sldChg>
      <pc:sldChg chg="add">
        <pc:chgData name="Gusti Pangestu" userId="7768735c-5c0d-4d9b-b550-ead0b3c82a30" providerId="ADAL" clId="{A228A050-C777-4D68-9F08-432EC40BDDDD}" dt="2021-01-07T20:50:30.890" v="9"/>
        <pc:sldMkLst>
          <pc:docMk/>
          <pc:sldMk cId="1744550803" sldId="259"/>
        </pc:sldMkLst>
      </pc:sldChg>
      <pc:sldChg chg="delSp add setBg delDesignElem">
        <pc:chgData name="Gusti Pangestu" userId="7768735c-5c0d-4d9b-b550-ead0b3c82a30" providerId="ADAL" clId="{A228A050-C777-4D68-9F08-432EC40BDDDD}" dt="2021-01-07T20:50:30.890" v="9"/>
        <pc:sldMkLst>
          <pc:docMk/>
          <pc:sldMk cId="2444400246" sldId="260"/>
        </pc:sldMkLst>
        <pc:spChg chg="del">
          <ac:chgData name="Gusti Pangestu" userId="7768735c-5c0d-4d9b-b550-ead0b3c82a30" providerId="ADAL" clId="{A228A050-C777-4D68-9F08-432EC40BDDDD}" dt="2021-01-07T20:50:30.890" v="9"/>
          <ac:spMkLst>
            <pc:docMk/>
            <pc:sldMk cId="2444400246" sldId="260"/>
            <ac:spMk id="11" creationId="{46C2E80F-49A6-4372-B103-219D417A55ED}"/>
          </ac:spMkLst>
        </pc:spChg>
      </pc:sldChg>
      <pc:sldChg chg="delSp add setBg delDesignElem">
        <pc:chgData name="Gusti Pangestu" userId="7768735c-5c0d-4d9b-b550-ead0b3c82a30" providerId="ADAL" clId="{A228A050-C777-4D68-9F08-432EC40BDDDD}" dt="2021-01-07T20:50:30.890" v="9"/>
        <pc:sldMkLst>
          <pc:docMk/>
          <pc:sldMk cId="3227208170" sldId="261"/>
        </pc:sldMkLst>
        <pc:spChg chg="del">
          <ac:chgData name="Gusti Pangestu" userId="7768735c-5c0d-4d9b-b550-ead0b3c82a30" providerId="ADAL" clId="{A228A050-C777-4D68-9F08-432EC40BDDDD}" dt="2021-01-07T20:50:30.890" v="9"/>
          <ac:spMkLst>
            <pc:docMk/>
            <pc:sldMk cId="3227208170" sldId="261"/>
            <ac:spMk id="8" creationId="{5A292AEA-2528-46C0-B426-95822B6141FB}"/>
          </ac:spMkLst>
        </pc:spChg>
        <pc:spChg chg="del">
          <ac:chgData name="Gusti Pangestu" userId="7768735c-5c0d-4d9b-b550-ead0b3c82a30" providerId="ADAL" clId="{A228A050-C777-4D68-9F08-432EC40BDDDD}" dt="2021-01-07T20:50:30.890" v="9"/>
          <ac:spMkLst>
            <pc:docMk/>
            <pc:sldMk cId="3227208170" sldId="261"/>
            <ac:spMk id="10" creationId="{D8B7B198-E4DF-43CD-AD8C-199884323745}"/>
          </ac:spMkLst>
        </pc:spChg>
        <pc:spChg chg="del">
          <ac:chgData name="Gusti Pangestu" userId="7768735c-5c0d-4d9b-b550-ead0b3c82a30" providerId="ADAL" clId="{A228A050-C777-4D68-9F08-432EC40BDDDD}" dt="2021-01-07T20:50:30.890" v="9"/>
          <ac:spMkLst>
            <pc:docMk/>
            <pc:sldMk cId="3227208170" sldId="261"/>
            <ac:spMk id="12" creationId="{2BE67753-EA0E-4819-8D22-0B6600CF7231}"/>
          </ac:spMkLst>
        </pc:spChg>
        <pc:grpChg chg="del">
          <ac:chgData name="Gusti Pangestu" userId="7768735c-5c0d-4d9b-b550-ead0b3c82a30" providerId="ADAL" clId="{A228A050-C777-4D68-9F08-432EC40BDDDD}" dt="2021-01-07T20:50:30.890" v="9"/>
          <ac:grpSpMkLst>
            <pc:docMk/>
            <pc:sldMk cId="3227208170" sldId="261"/>
            <ac:grpSpMk id="14" creationId="{D76D63AC-0421-45EC-B383-E79A61A78C6B}"/>
          </ac:grpSpMkLst>
        </pc:grpChg>
        <pc:grpChg chg="del">
          <ac:chgData name="Gusti Pangestu" userId="7768735c-5c0d-4d9b-b550-ead0b3c82a30" providerId="ADAL" clId="{A228A050-C777-4D68-9F08-432EC40BDDDD}" dt="2021-01-07T20:50:30.890" v="9"/>
          <ac:grpSpMkLst>
            <pc:docMk/>
            <pc:sldMk cId="3227208170" sldId="261"/>
            <ac:grpSpMk id="23" creationId="{87F87F1B-42BA-4AC7-A4E2-41544DDB2CE3}"/>
          </ac:grpSpMkLst>
        </pc:grpChg>
        <pc:grpChg chg="del">
          <ac:chgData name="Gusti Pangestu" userId="7768735c-5c0d-4d9b-b550-ead0b3c82a30" providerId="ADAL" clId="{A228A050-C777-4D68-9F08-432EC40BDDDD}" dt="2021-01-07T20:50:30.890" v="9"/>
          <ac:grpSpMkLst>
            <pc:docMk/>
            <pc:sldMk cId="3227208170" sldId="261"/>
            <ac:grpSpMk id="29" creationId="{967346A5-7569-4F15-AB5D-BE3DADF192C0}"/>
          </ac:grpSpMkLst>
        </pc:grpChg>
      </pc:sldChg>
      <pc:sldChg chg="add">
        <pc:chgData name="Gusti Pangestu" userId="7768735c-5c0d-4d9b-b550-ead0b3c82a30" providerId="ADAL" clId="{A228A050-C777-4D68-9F08-432EC40BDDDD}" dt="2021-01-07T20:50:30.890" v="9"/>
        <pc:sldMkLst>
          <pc:docMk/>
          <pc:sldMk cId="3586522301" sldId="262"/>
        </pc:sldMkLst>
      </pc:sldChg>
      <pc:sldChg chg="delSp modSp add mod setBg delDesignElem">
        <pc:chgData name="Gusti Pangestu" userId="7768735c-5c0d-4d9b-b550-ead0b3c82a30" providerId="ADAL" clId="{A228A050-C777-4D68-9F08-432EC40BDDDD}" dt="2021-01-07T20:50:31.144" v="11" actId="27636"/>
        <pc:sldMkLst>
          <pc:docMk/>
          <pc:sldMk cId="1358273460" sldId="263"/>
        </pc:sldMkLst>
        <pc:spChg chg="mod">
          <ac:chgData name="Gusti Pangestu" userId="7768735c-5c0d-4d9b-b550-ead0b3c82a30" providerId="ADAL" clId="{A228A050-C777-4D68-9F08-432EC40BDDDD}" dt="2021-01-07T20:50:31.144" v="11" actId="27636"/>
          <ac:spMkLst>
            <pc:docMk/>
            <pc:sldMk cId="1358273460" sldId="263"/>
            <ac:spMk id="4" creationId="{C89EFB6E-43D7-4C58-8CA4-240152F0CFE6}"/>
          </ac:spMkLst>
        </pc:spChg>
        <pc:spChg chg="del">
          <ac:chgData name="Gusti Pangestu" userId="7768735c-5c0d-4d9b-b550-ead0b3c82a30" providerId="ADAL" clId="{A228A050-C777-4D68-9F08-432EC40BDDDD}" dt="2021-01-07T20:50:30.890" v="9"/>
          <ac:spMkLst>
            <pc:docMk/>
            <pc:sldMk cId="1358273460" sldId="263"/>
            <ac:spMk id="14" creationId="{C413D172-8B6A-47F5-9813-DE455773F3FB}"/>
          </ac:spMkLst>
        </pc:spChg>
      </pc:sldChg>
      <pc:sldChg chg="delSp add setBg delDesignElem">
        <pc:chgData name="Gusti Pangestu" userId="7768735c-5c0d-4d9b-b550-ead0b3c82a30" providerId="ADAL" clId="{A228A050-C777-4D68-9F08-432EC40BDDDD}" dt="2021-01-07T20:50:30.890" v="9"/>
        <pc:sldMkLst>
          <pc:docMk/>
          <pc:sldMk cId="4186271631" sldId="264"/>
        </pc:sldMkLst>
        <pc:cxnChg chg="del">
          <ac:chgData name="Gusti Pangestu" userId="7768735c-5c0d-4d9b-b550-ead0b3c82a30" providerId="ADAL" clId="{A228A050-C777-4D68-9F08-432EC40BDDDD}" dt="2021-01-07T20:50:30.890" v="9"/>
          <ac:cxnSpMkLst>
            <pc:docMk/>
            <pc:sldMk cId="4186271631" sldId="264"/>
            <ac:cxnSpMk id="11" creationId="{A7F400EE-A8A5-48AF-B4D6-291B52C6F0B0}"/>
          </ac:cxnSpMkLst>
        </pc:cxnChg>
      </pc:sldChg>
      <pc:sldChg chg="add">
        <pc:chgData name="Gusti Pangestu" userId="7768735c-5c0d-4d9b-b550-ead0b3c82a30" providerId="ADAL" clId="{A228A050-C777-4D68-9F08-432EC40BDDDD}" dt="2021-01-07T20:50:30.890" v="9"/>
        <pc:sldMkLst>
          <pc:docMk/>
          <pc:sldMk cId="640388395" sldId="265"/>
        </pc:sldMkLst>
      </pc:sldChg>
      <pc:sldChg chg="delSp add setBg delDesignElem">
        <pc:chgData name="Gusti Pangestu" userId="7768735c-5c0d-4d9b-b550-ead0b3c82a30" providerId="ADAL" clId="{A228A050-C777-4D68-9F08-432EC40BDDDD}" dt="2021-01-07T20:50:30.890" v="9"/>
        <pc:sldMkLst>
          <pc:docMk/>
          <pc:sldMk cId="2731352854" sldId="266"/>
        </pc:sldMkLst>
        <pc:spChg chg="del">
          <ac:chgData name="Gusti Pangestu" userId="7768735c-5c0d-4d9b-b550-ead0b3c82a30" providerId="ADAL" clId="{A228A050-C777-4D68-9F08-432EC40BDDDD}" dt="2021-01-07T20:50:30.890" v="9"/>
          <ac:spMkLst>
            <pc:docMk/>
            <pc:sldMk cId="2731352854" sldId="266"/>
            <ac:spMk id="10" creationId="{F13C74B1-5B17-4795-BED0-7140497B445A}"/>
          </ac:spMkLst>
        </pc:spChg>
        <pc:spChg chg="del">
          <ac:chgData name="Gusti Pangestu" userId="7768735c-5c0d-4d9b-b550-ead0b3c82a30" providerId="ADAL" clId="{A228A050-C777-4D68-9F08-432EC40BDDDD}" dt="2021-01-07T20:50:30.890" v="9"/>
          <ac:spMkLst>
            <pc:docMk/>
            <pc:sldMk cId="2731352854" sldId="266"/>
            <ac:spMk id="12" creationId="{D4974D33-8DC5-464E-8C6D-BE58F0669C17}"/>
          </ac:spMkLst>
        </pc:spChg>
      </pc:sldChg>
      <pc:sldChg chg="delSp add setBg delDesignElem">
        <pc:chgData name="Gusti Pangestu" userId="7768735c-5c0d-4d9b-b550-ead0b3c82a30" providerId="ADAL" clId="{A228A050-C777-4D68-9F08-432EC40BDDDD}" dt="2021-01-07T20:50:30.890" v="9"/>
        <pc:sldMkLst>
          <pc:docMk/>
          <pc:sldMk cId="2491614461" sldId="267"/>
        </pc:sldMkLst>
        <pc:spChg chg="del">
          <ac:chgData name="Gusti Pangestu" userId="7768735c-5c0d-4d9b-b550-ead0b3c82a30" providerId="ADAL" clId="{A228A050-C777-4D68-9F08-432EC40BDDDD}" dt="2021-01-07T20:50:30.890" v="9"/>
          <ac:spMkLst>
            <pc:docMk/>
            <pc:sldMk cId="2491614461" sldId="267"/>
            <ac:spMk id="8" creationId="{2A8AA5BC-4F7A-4226-8F99-6D824B226A97}"/>
          </ac:spMkLst>
        </pc:spChg>
        <pc:spChg chg="del">
          <ac:chgData name="Gusti Pangestu" userId="7768735c-5c0d-4d9b-b550-ead0b3c82a30" providerId="ADAL" clId="{A228A050-C777-4D68-9F08-432EC40BDDDD}" dt="2021-01-07T20:50:30.890" v="9"/>
          <ac:spMkLst>
            <pc:docMk/>
            <pc:sldMk cId="2491614461" sldId="267"/>
            <ac:spMk id="10" creationId="{3E5445C6-DD42-4979-86FF-03730E8C6DB0}"/>
          </ac:spMkLst>
        </pc:spChg>
        <pc:cxnChg chg="del">
          <ac:chgData name="Gusti Pangestu" userId="7768735c-5c0d-4d9b-b550-ead0b3c82a30" providerId="ADAL" clId="{A228A050-C777-4D68-9F08-432EC40BDDDD}" dt="2021-01-07T20:50:30.890" v="9"/>
          <ac:cxnSpMkLst>
            <pc:docMk/>
            <pc:sldMk cId="2491614461" sldId="267"/>
            <ac:cxnSpMk id="12" creationId="{45000665-DFC7-417E-8FD7-516A0F15C975}"/>
          </ac:cxnSpMkLst>
        </pc:cxnChg>
      </pc:sldChg>
      <pc:sldChg chg="add">
        <pc:chgData name="Gusti Pangestu" userId="7768735c-5c0d-4d9b-b550-ead0b3c82a30" providerId="ADAL" clId="{A228A050-C777-4D68-9F08-432EC40BDDDD}" dt="2021-01-07T20:50:30.890" v="9"/>
        <pc:sldMkLst>
          <pc:docMk/>
          <pc:sldMk cId="2148684292" sldId="268"/>
        </pc:sldMkLst>
      </pc:sldChg>
      <pc:sldChg chg="add">
        <pc:chgData name="Gusti Pangestu" userId="7768735c-5c0d-4d9b-b550-ead0b3c82a30" providerId="ADAL" clId="{A228A050-C777-4D68-9F08-432EC40BDDDD}" dt="2021-01-07T20:50:30.890" v="9"/>
        <pc:sldMkLst>
          <pc:docMk/>
          <pc:sldMk cId="3556607782" sldId="269"/>
        </pc:sldMkLst>
      </pc:sldChg>
      <pc:sldChg chg="delSp add setBg delDesignElem">
        <pc:chgData name="Gusti Pangestu" userId="7768735c-5c0d-4d9b-b550-ead0b3c82a30" providerId="ADAL" clId="{A228A050-C777-4D68-9F08-432EC40BDDDD}" dt="2021-01-07T20:50:30.890" v="9"/>
        <pc:sldMkLst>
          <pc:docMk/>
          <pc:sldMk cId="1547233532" sldId="270"/>
        </pc:sldMkLst>
        <pc:spChg chg="del">
          <ac:chgData name="Gusti Pangestu" userId="7768735c-5c0d-4d9b-b550-ead0b3c82a30" providerId="ADAL" clId="{A228A050-C777-4D68-9F08-432EC40BDDDD}" dt="2021-01-07T20:50:30.890" v="9"/>
          <ac:spMkLst>
            <pc:docMk/>
            <pc:sldMk cId="1547233532" sldId="270"/>
            <ac:spMk id="7" creationId="{60E9A6ED-B880-44EA-8D60-C9D3C82CCBD2}"/>
          </ac:spMkLst>
        </pc:spChg>
      </pc:sldChg>
      <pc:sldChg chg="add">
        <pc:chgData name="Gusti Pangestu" userId="7768735c-5c0d-4d9b-b550-ead0b3c82a30" providerId="ADAL" clId="{A228A050-C777-4D68-9F08-432EC40BDDDD}" dt="2021-01-07T20:50:30.890" v="9"/>
        <pc:sldMkLst>
          <pc:docMk/>
          <pc:sldMk cId="536712598" sldId="271"/>
        </pc:sldMkLst>
      </pc:sldChg>
      <pc:sldChg chg="add">
        <pc:chgData name="Gusti Pangestu" userId="7768735c-5c0d-4d9b-b550-ead0b3c82a30" providerId="ADAL" clId="{A228A050-C777-4D68-9F08-432EC40BDDDD}" dt="2021-01-07T20:50:30.890" v="9"/>
        <pc:sldMkLst>
          <pc:docMk/>
          <pc:sldMk cId="871585317" sldId="272"/>
        </pc:sldMkLst>
      </pc:sldChg>
      <pc:sldChg chg="add">
        <pc:chgData name="Gusti Pangestu" userId="7768735c-5c0d-4d9b-b550-ead0b3c82a30" providerId="ADAL" clId="{A228A050-C777-4D68-9F08-432EC40BDDDD}" dt="2021-01-07T20:50:30.890" v="9"/>
        <pc:sldMkLst>
          <pc:docMk/>
          <pc:sldMk cId="2571191043" sldId="273"/>
        </pc:sldMkLst>
      </pc:sldChg>
      <pc:sldChg chg="add">
        <pc:chgData name="Gusti Pangestu" userId="7768735c-5c0d-4d9b-b550-ead0b3c82a30" providerId="ADAL" clId="{A228A050-C777-4D68-9F08-432EC40BDDDD}" dt="2021-01-07T20:50:30.890" v="9"/>
        <pc:sldMkLst>
          <pc:docMk/>
          <pc:sldMk cId="3225170664" sldId="274"/>
        </pc:sldMkLst>
      </pc:sldChg>
      <pc:sldChg chg="delSp add setBg delDesignElem">
        <pc:chgData name="Gusti Pangestu" userId="7768735c-5c0d-4d9b-b550-ead0b3c82a30" providerId="ADAL" clId="{A228A050-C777-4D68-9F08-432EC40BDDDD}" dt="2021-01-07T20:50:30.890" v="9"/>
        <pc:sldMkLst>
          <pc:docMk/>
          <pc:sldMk cId="785895188" sldId="275"/>
        </pc:sldMkLst>
        <pc:spChg chg="del">
          <ac:chgData name="Gusti Pangestu" userId="7768735c-5c0d-4d9b-b550-ead0b3c82a30" providerId="ADAL" clId="{A228A050-C777-4D68-9F08-432EC40BDDDD}" dt="2021-01-07T20:50:30.890" v="9"/>
          <ac:spMkLst>
            <pc:docMk/>
            <pc:sldMk cId="785895188" sldId="275"/>
            <ac:spMk id="9" creationId="{46C2E80F-49A6-4372-B103-219D417A55ED}"/>
          </ac:spMkLst>
        </pc:spChg>
      </pc:sldChg>
      <pc:sldChg chg="modSp add mod">
        <pc:chgData name="Gusti Pangestu" userId="7768735c-5c0d-4d9b-b550-ead0b3c82a30" providerId="ADAL" clId="{A228A050-C777-4D68-9F08-432EC40BDDDD}" dt="2021-01-07T20:50:31.223" v="12" actId="27636"/>
        <pc:sldMkLst>
          <pc:docMk/>
          <pc:sldMk cId="4271303309" sldId="276"/>
        </pc:sldMkLst>
        <pc:spChg chg="mod">
          <ac:chgData name="Gusti Pangestu" userId="7768735c-5c0d-4d9b-b550-ead0b3c82a30" providerId="ADAL" clId="{A228A050-C777-4D68-9F08-432EC40BDDDD}" dt="2021-01-07T20:50:31.223" v="12" actId="27636"/>
          <ac:spMkLst>
            <pc:docMk/>
            <pc:sldMk cId="4271303309" sldId="276"/>
            <ac:spMk id="3" creationId="{51B93F0A-E9F7-46C2-8E5B-DE6787A459FA}"/>
          </ac:spMkLst>
        </pc:spChg>
      </pc:sldChg>
      <pc:sldChg chg="add">
        <pc:chgData name="Gusti Pangestu" userId="7768735c-5c0d-4d9b-b550-ead0b3c82a30" providerId="ADAL" clId="{A228A050-C777-4D68-9F08-432EC40BDDDD}" dt="2021-01-07T20:50:30.890" v="9"/>
        <pc:sldMkLst>
          <pc:docMk/>
          <pc:sldMk cId="2117260491" sldId="277"/>
        </pc:sldMkLst>
      </pc:sldChg>
      <pc:sldChg chg="add">
        <pc:chgData name="Gusti Pangestu" userId="7768735c-5c0d-4d9b-b550-ead0b3c82a30" providerId="ADAL" clId="{A228A050-C777-4D68-9F08-432EC40BDDDD}" dt="2021-01-07T20:50:30.890" v="9"/>
        <pc:sldMkLst>
          <pc:docMk/>
          <pc:sldMk cId="1015955173" sldId="278"/>
        </pc:sldMkLst>
      </pc:sldChg>
      <pc:sldChg chg="add">
        <pc:chgData name="Gusti Pangestu" userId="7768735c-5c0d-4d9b-b550-ead0b3c82a30" providerId="ADAL" clId="{A228A050-C777-4D68-9F08-432EC40BDDDD}" dt="2021-01-07T20:50:30.890" v="9"/>
        <pc:sldMkLst>
          <pc:docMk/>
          <pc:sldMk cId="344992624" sldId="279"/>
        </pc:sldMkLst>
      </pc:sldChg>
      <pc:sldChg chg="add">
        <pc:chgData name="Gusti Pangestu" userId="7768735c-5c0d-4d9b-b550-ead0b3c82a30" providerId="ADAL" clId="{A228A050-C777-4D68-9F08-432EC40BDDDD}" dt="2021-01-07T20:50:30.890" v="9"/>
        <pc:sldMkLst>
          <pc:docMk/>
          <pc:sldMk cId="90282252" sldId="280"/>
        </pc:sldMkLst>
      </pc:sldChg>
      <pc:sldChg chg="add">
        <pc:chgData name="Gusti Pangestu" userId="7768735c-5c0d-4d9b-b550-ead0b3c82a30" providerId="ADAL" clId="{A228A050-C777-4D68-9F08-432EC40BDDDD}" dt="2021-01-07T20:50:30.890" v="9"/>
        <pc:sldMkLst>
          <pc:docMk/>
          <pc:sldMk cId="3410787883" sldId="281"/>
        </pc:sldMkLst>
      </pc:sldChg>
      <pc:sldChg chg="add">
        <pc:chgData name="Gusti Pangestu" userId="7768735c-5c0d-4d9b-b550-ead0b3c82a30" providerId="ADAL" clId="{A228A050-C777-4D68-9F08-432EC40BDDDD}" dt="2021-01-07T20:50:30.890" v="9"/>
        <pc:sldMkLst>
          <pc:docMk/>
          <pc:sldMk cId="1227478321" sldId="282"/>
        </pc:sldMkLst>
      </pc:sldChg>
      <pc:sldChg chg="modSp add mod">
        <pc:chgData name="Gusti Pangestu" userId="7768735c-5c0d-4d9b-b550-ead0b3c82a30" providerId="ADAL" clId="{A228A050-C777-4D68-9F08-432EC40BDDDD}" dt="2021-01-07T20:50:31.277" v="13" actId="27636"/>
        <pc:sldMkLst>
          <pc:docMk/>
          <pc:sldMk cId="292231376" sldId="283"/>
        </pc:sldMkLst>
        <pc:spChg chg="mod">
          <ac:chgData name="Gusti Pangestu" userId="7768735c-5c0d-4d9b-b550-ead0b3c82a30" providerId="ADAL" clId="{A228A050-C777-4D68-9F08-432EC40BDDDD}" dt="2021-01-07T20:50:31.277" v="13" actId="27636"/>
          <ac:spMkLst>
            <pc:docMk/>
            <pc:sldMk cId="292231376" sldId="283"/>
            <ac:spMk id="3" creationId="{1DD5EFC8-2115-4E3E-89B5-91646468B7F1}"/>
          </ac:spMkLst>
        </pc:spChg>
      </pc:sldChg>
      <pc:sldChg chg="modSp add mod">
        <pc:chgData name="Gusti Pangestu" userId="7768735c-5c0d-4d9b-b550-ead0b3c82a30" providerId="ADAL" clId="{A228A050-C777-4D68-9F08-432EC40BDDDD}" dt="2021-01-07T20:50:31.289" v="14" actId="27636"/>
        <pc:sldMkLst>
          <pc:docMk/>
          <pc:sldMk cId="2152450951" sldId="284"/>
        </pc:sldMkLst>
        <pc:spChg chg="mod">
          <ac:chgData name="Gusti Pangestu" userId="7768735c-5c0d-4d9b-b550-ead0b3c82a30" providerId="ADAL" clId="{A228A050-C777-4D68-9F08-432EC40BDDDD}" dt="2021-01-07T20:50:31.289" v="14" actId="27636"/>
          <ac:spMkLst>
            <pc:docMk/>
            <pc:sldMk cId="2152450951" sldId="284"/>
            <ac:spMk id="3" creationId="{E7B1C3F7-9691-4C1B-8220-DEADB47A784A}"/>
          </ac:spMkLst>
        </pc:spChg>
      </pc:sldChg>
      <pc:sldChg chg="add">
        <pc:chgData name="Gusti Pangestu" userId="7768735c-5c0d-4d9b-b550-ead0b3c82a30" providerId="ADAL" clId="{A228A050-C777-4D68-9F08-432EC40BDDDD}" dt="2021-01-07T20:50:30.890" v="9"/>
        <pc:sldMkLst>
          <pc:docMk/>
          <pc:sldMk cId="2554036173" sldId="285"/>
        </pc:sldMkLst>
      </pc:sldChg>
      <pc:sldChg chg="add">
        <pc:chgData name="Gusti Pangestu" userId="7768735c-5c0d-4d9b-b550-ead0b3c82a30" providerId="ADAL" clId="{A228A050-C777-4D68-9F08-432EC40BDDDD}" dt="2021-01-07T20:50:30.890" v="9"/>
        <pc:sldMkLst>
          <pc:docMk/>
          <pc:sldMk cId="1741353849" sldId="286"/>
        </pc:sldMkLst>
      </pc:sldChg>
      <pc:sldChg chg="add">
        <pc:chgData name="Gusti Pangestu" userId="7768735c-5c0d-4d9b-b550-ead0b3c82a30" providerId="ADAL" clId="{A228A050-C777-4D68-9F08-432EC40BDDDD}" dt="2021-01-07T20:50:30.890" v="9"/>
        <pc:sldMkLst>
          <pc:docMk/>
          <pc:sldMk cId="2486734919" sldId="287"/>
        </pc:sldMkLst>
      </pc:sldChg>
      <pc:sldChg chg="modSp new mod">
        <pc:chgData name="Gusti Pangestu" userId="7768735c-5c0d-4d9b-b550-ead0b3c82a30" providerId="ADAL" clId="{A228A050-C777-4D68-9F08-432EC40BDDDD}" dt="2021-01-07T20:51:51.029" v="39" actId="20577"/>
        <pc:sldMkLst>
          <pc:docMk/>
          <pc:sldMk cId="1727291188" sldId="288"/>
        </pc:sldMkLst>
        <pc:spChg chg="mod">
          <ac:chgData name="Gusti Pangestu" userId="7768735c-5c0d-4d9b-b550-ead0b3c82a30" providerId="ADAL" clId="{A228A050-C777-4D68-9F08-432EC40BDDDD}" dt="2021-01-07T20:51:13.661" v="36" actId="20577"/>
          <ac:spMkLst>
            <pc:docMk/>
            <pc:sldMk cId="1727291188" sldId="288"/>
            <ac:spMk id="2" creationId="{F85E616B-94C1-4821-AA95-497C64ADBC5C}"/>
          </ac:spMkLst>
        </pc:spChg>
        <pc:spChg chg="mod">
          <ac:chgData name="Gusti Pangestu" userId="7768735c-5c0d-4d9b-b550-ead0b3c82a30" providerId="ADAL" clId="{A228A050-C777-4D68-9F08-432EC40BDDDD}" dt="2021-01-07T20:51:51.029" v="39" actId="20577"/>
          <ac:spMkLst>
            <pc:docMk/>
            <pc:sldMk cId="1727291188" sldId="288"/>
            <ac:spMk id="3" creationId="{4C14D8CF-1B8B-4AE4-B51C-5D619267E8B5}"/>
          </ac:spMkLst>
        </pc:spChg>
      </pc:sldChg>
      <pc:sldChg chg="addSp delSp modSp new mod modClrScheme chgLayout">
        <pc:chgData name="Gusti Pangestu" userId="7768735c-5c0d-4d9b-b550-ead0b3c82a30" providerId="ADAL" clId="{A228A050-C777-4D68-9F08-432EC40BDDDD}" dt="2021-01-07T20:53:19.184" v="61" actId="12"/>
        <pc:sldMkLst>
          <pc:docMk/>
          <pc:sldMk cId="1365886943" sldId="289"/>
        </pc:sldMkLst>
        <pc:spChg chg="del mod ord">
          <ac:chgData name="Gusti Pangestu" userId="7768735c-5c0d-4d9b-b550-ead0b3c82a30" providerId="ADAL" clId="{A228A050-C777-4D68-9F08-432EC40BDDDD}" dt="2021-01-07T20:52:08.873" v="41" actId="700"/>
          <ac:spMkLst>
            <pc:docMk/>
            <pc:sldMk cId="1365886943" sldId="289"/>
            <ac:spMk id="2" creationId="{9DD15A01-3AEE-426F-B062-2806FFB72997}"/>
          </ac:spMkLst>
        </pc:spChg>
        <pc:spChg chg="del mod ord">
          <ac:chgData name="Gusti Pangestu" userId="7768735c-5c0d-4d9b-b550-ead0b3c82a30" providerId="ADAL" clId="{A228A050-C777-4D68-9F08-432EC40BDDDD}" dt="2021-01-07T20:52:08.873" v="41" actId="700"/>
          <ac:spMkLst>
            <pc:docMk/>
            <pc:sldMk cId="1365886943" sldId="289"/>
            <ac:spMk id="3" creationId="{69D1B3AA-25D4-44A2-8BF3-27FB567A1E55}"/>
          </ac:spMkLst>
        </pc:spChg>
        <pc:spChg chg="add mod ord">
          <ac:chgData name="Gusti Pangestu" userId="7768735c-5c0d-4d9b-b550-ead0b3c82a30" providerId="ADAL" clId="{A228A050-C777-4D68-9F08-432EC40BDDDD}" dt="2021-01-07T20:52:13.414" v="51" actId="20577"/>
          <ac:spMkLst>
            <pc:docMk/>
            <pc:sldMk cId="1365886943" sldId="289"/>
            <ac:spMk id="4" creationId="{F28D8085-CEF9-4899-944F-A4EBC89804E1}"/>
          </ac:spMkLst>
        </pc:spChg>
        <pc:spChg chg="add mod ord">
          <ac:chgData name="Gusti Pangestu" userId="7768735c-5c0d-4d9b-b550-ead0b3c82a30" providerId="ADAL" clId="{A228A050-C777-4D68-9F08-432EC40BDDDD}" dt="2021-01-07T20:53:19.184" v="61" actId="12"/>
          <ac:spMkLst>
            <pc:docMk/>
            <pc:sldMk cId="1365886943" sldId="289"/>
            <ac:spMk id="5" creationId="{BFC9FBC7-A7B5-44F5-875A-9C78EE947DD2}"/>
          </ac:spMkLst>
        </pc:spChg>
        <pc:spChg chg="add mod ord">
          <ac:chgData name="Gusti Pangestu" userId="7768735c-5c0d-4d9b-b550-ead0b3c82a30" providerId="ADAL" clId="{A228A050-C777-4D68-9F08-432EC40BDDDD}" dt="2021-01-07T20:52:08.873" v="41" actId="700"/>
          <ac:spMkLst>
            <pc:docMk/>
            <pc:sldMk cId="1365886943" sldId="289"/>
            <ac:spMk id="6" creationId="{64CE016D-E953-4FF6-AB64-3D5523725FF4}"/>
          </ac:spMkLst>
        </pc:spChg>
      </pc:sldChg>
    </pc:docChg>
  </pc:docChgLst>
  <pc:docChgLst>
    <pc:chgData name="Gusti Pangestu" userId="7768735c-5c0d-4d9b-b550-ead0b3c82a30" providerId="ADAL" clId="{8401C8F5-2CEC-489E-AD99-D932F97FC7A0}"/>
    <pc:docChg chg="modSld">
      <pc:chgData name="Gusti Pangestu" userId="7768735c-5c0d-4d9b-b550-ead0b3c82a30" providerId="ADAL" clId="{8401C8F5-2CEC-489E-AD99-D932F97FC7A0}" dt="2023-01-02T04:03:54.056" v="2"/>
      <pc:docMkLst>
        <pc:docMk/>
      </pc:docMkLst>
      <pc:sldChg chg="modSp mod">
        <pc:chgData name="Gusti Pangestu" userId="7768735c-5c0d-4d9b-b550-ead0b3c82a30" providerId="ADAL" clId="{8401C8F5-2CEC-489E-AD99-D932F97FC7A0}" dt="2023-01-02T04:03:07.592" v="0"/>
        <pc:sldMkLst>
          <pc:docMk/>
          <pc:sldMk cId="1727291188" sldId="288"/>
        </pc:sldMkLst>
        <pc:spChg chg="mod">
          <ac:chgData name="Gusti Pangestu" userId="7768735c-5c0d-4d9b-b550-ead0b3c82a30" providerId="ADAL" clId="{8401C8F5-2CEC-489E-AD99-D932F97FC7A0}" dt="2023-01-02T04:03:07.592" v="0"/>
          <ac:spMkLst>
            <pc:docMk/>
            <pc:sldMk cId="1727291188" sldId="288"/>
            <ac:spMk id="3" creationId="{4C14D8CF-1B8B-4AE4-B51C-5D619267E8B5}"/>
          </ac:spMkLst>
        </pc:spChg>
      </pc:sldChg>
      <pc:sldChg chg="modSp mod">
        <pc:chgData name="Gusti Pangestu" userId="7768735c-5c0d-4d9b-b550-ead0b3c82a30" providerId="ADAL" clId="{8401C8F5-2CEC-489E-AD99-D932F97FC7A0}" dt="2023-01-02T04:03:54.056" v="2"/>
        <pc:sldMkLst>
          <pc:docMk/>
          <pc:sldMk cId="1365886943" sldId="289"/>
        </pc:sldMkLst>
        <pc:spChg chg="mod">
          <ac:chgData name="Gusti Pangestu" userId="7768735c-5c0d-4d9b-b550-ead0b3c82a30" providerId="ADAL" clId="{8401C8F5-2CEC-489E-AD99-D932F97FC7A0}" dt="2023-01-02T04:03:54.056" v="2"/>
          <ac:spMkLst>
            <pc:docMk/>
            <pc:sldMk cId="1365886943" sldId="289"/>
            <ac:spMk id="5" creationId="{BFC9FBC7-A7B5-44F5-875A-9C78EE947DD2}"/>
          </ac:spMkLst>
        </pc:spChg>
      </pc:sldChg>
    </pc:docChg>
  </pc:docChgLst>
  <pc:docChgLst>
    <pc:chgData name="Gusti Pangestu" userId="S::gusti.pangestu@binus.ac.id::7768735c-5c0d-4d9b-b550-ead0b3c82a30" providerId="AD" clId="Web-{4723764F-4FB6-2621-BCB5-1B2AA75B9DEF}"/>
    <pc:docChg chg="addSld modSld modSection">
      <pc:chgData name="Gusti Pangestu" userId="S::gusti.pangestu@binus.ac.id::7768735c-5c0d-4d9b-b550-ead0b3c82a30" providerId="AD" clId="Web-{4723764F-4FB6-2621-BCB5-1B2AA75B9DEF}" dt="2022-11-03T03:17:22.866" v="178" actId="1076"/>
      <pc:docMkLst>
        <pc:docMk/>
      </pc:docMkLst>
      <pc:sldChg chg="modSp">
        <pc:chgData name="Gusti Pangestu" userId="S::gusti.pangestu@binus.ac.id::7768735c-5c0d-4d9b-b550-ead0b3c82a30" providerId="AD" clId="Web-{4723764F-4FB6-2621-BCB5-1B2AA75B9DEF}" dt="2022-11-03T02:43:24.724" v="5" actId="20577"/>
        <pc:sldMkLst>
          <pc:docMk/>
          <pc:sldMk cId="109857222" sldId="258"/>
        </pc:sldMkLst>
        <pc:spChg chg="mod">
          <ac:chgData name="Gusti Pangestu" userId="S::gusti.pangestu@binus.ac.id::7768735c-5c0d-4d9b-b550-ead0b3c82a30" providerId="AD" clId="Web-{4723764F-4FB6-2621-BCB5-1B2AA75B9DEF}" dt="2022-11-03T02:43:24.724" v="5" actId="20577"/>
          <ac:spMkLst>
            <pc:docMk/>
            <pc:sldMk cId="109857222" sldId="258"/>
            <ac:spMk id="3" creationId="{00000000-0000-0000-0000-000000000000}"/>
          </ac:spMkLst>
        </pc:spChg>
      </pc:sldChg>
      <pc:sldChg chg="modSp">
        <pc:chgData name="Gusti Pangestu" userId="S::gusti.pangestu@binus.ac.id::7768735c-5c0d-4d9b-b550-ead0b3c82a30" providerId="AD" clId="Web-{4723764F-4FB6-2621-BCB5-1B2AA75B9DEF}" dt="2022-11-03T02:44:14.991" v="7" actId="20577"/>
        <pc:sldMkLst>
          <pc:docMk/>
          <pc:sldMk cId="1545682022" sldId="290"/>
        </pc:sldMkLst>
        <pc:spChg chg="mod">
          <ac:chgData name="Gusti Pangestu" userId="S::gusti.pangestu@binus.ac.id::7768735c-5c0d-4d9b-b550-ead0b3c82a30" providerId="AD" clId="Web-{4723764F-4FB6-2621-BCB5-1B2AA75B9DEF}" dt="2022-11-03T02:44:14.991" v="7" actId="20577"/>
          <ac:spMkLst>
            <pc:docMk/>
            <pc:sldMk cId="1545682022" sldId="290"/>
            <ac:spMk id="3" creationId="{CFBE6DC7-A61F-27FA-B9A7-7018AFBF0075}"/>
          </ac:spMkLst>
        </pc:spChg>
      </pc:sldChg>
      <pc:sldChg chg="addSp delSp modSp new mod modClrScheme chgLayout">
        <pc:chgData name="Gusti Pangestu" userId="S::gusti.pangestu@binus.ac.id::7768735c-5c0d-4d9b-b550-ead0b3c82a30" providerId="AD" clId="Web-{4723764F-4FB6-2621-BCB5-1B2AA75B9DEF}" dt="2022-11-03T02:45:49.603" v="26"/>
        <pc:sldMkLst>
          <pc:docMk/>
          <pc:sldMk cId="3239910030" sldId="291"/>
        </pc:sldMkLst>
        <pc:spChg chg="mod ord">
          <ac:chgData name="Gusti Pangestu" userId="S::gusti.pangestu@binus.ac.id::7768735c-5c0d-4d9b-b550-ead0b3c82a30" providerId="AD" clId="Web-{4723764F-4FB6-2621-BCB5-1B2AA75B9DEF}" dt="2022-11-03T02:45:49.603" v="26"/>
          <ac:spMkLst>
            <pc:docMk/>
            <pc:sldMk cId="3239910030" sldId="291"/>
            <ac:spMk id="2" creationId="{06BE8195-C27D-70D7-28E0-726710B91B9D}"/>
          </ac:spMkLst>
        </pc:spChg>
        <pc:spChg chg="mod ord">
          <ac:chgData name="Gusti Pangestu" userId="S::gusti.pangestu@binus.ac.id::7768735c-5c0d-4d9b-b550-ead0b3c82a30" providerId="AD" clId="Web-{4723764F-4FB6-2621-BCB5-1B2AA75B9DEF}" dt="2022-11-03T02:45:49.603" v="26"/>
          <ac:spMkLst>
            <pc:docMk/>
            <pc:sldMk cId="3239910030" sldId="291"/>
            <ac:spMk id="3" creationId="{499B5FB4-6AD2-6720-5F06-982D62089E73}"/>
          </ac:spMkLst>
        </pc:spChg>
        <pc:spChg chg="add del mod ord">
          <ac:chgData name="Gusti Pangestu" userId="S::gusti.pangestu@binus.ac.id::7768735c-5c0d-4d9b-b550-ead0b3c82a30" providerId="AD" clId="Web-{4723764F-4FB6-2621-BCB5-1B2AA75B9DEF}" dt="2022-11-03T02:45:46.759" v="25"/>
          <ac:spMkLst>
            <pc:docMk/>
            <pc:sldMk cId="3239910030" sldId="291"/>
            <ac:spMk id="4" creationId="{92C9719A-CC46-2504-EF4C-6C78CFE1199F}"/>
          </ac:spMkLst>
        </pc:spChg>
        <pc:picChg chg="add mod ord">
          <ac:chgData name="Gusti Pangestu" userId="S::gusti.pangestu@binus.ac.id::7768735c-5c0d-4d9b-b550-ead0b3c82a30" providerId="AD" clId="Web-{4723764F-4FB6-2621-BCB5-1B2AA75B9DEF}" dt="2022-11-03T02:45:49.603" v="26"/>
          <ac:picMkLst>
            <pc:docMk/>
            <pc:sldMk cId="3239910030" sldId="291"/>
            <ac:picMk id="5" creationId="{6F7C705D-3C75-F52D-FC70-362D5330B2A4}"/>
          </ac:picMkLst>
        </pc:picChg>
      </pc:sldChg>
      <pc:sldChg chg="addSp delSp modSp new mod modClrScheme chgLayout">
        <pc:chgData name="Gusti Pangestu" userId="S::gusti.pangestu@binus.ac.id::7768735c-5c0d-4d9b-b550-ead0b3c82a30" providerId="AD" clId="Web-{4723764F-4FB6-2621-BCB5-1B2AA75B9DEF}" dt="2022-11-03T02:48:31.202" v="81" actId="1076"/>
        <pc:sldMkLst>
          <pc:docMk/>
          <pc:sldMk cId="989727377" sldId="292"/>
        </pc:sldMkLst>
        <pc:spChg chg="mod ord">
          <ac:chgData name="Gusti Pangestu" userId="S::gusti.pangestu@binus.ac.id::7768735c-5c0d-4d9b-b550-ead0b3c82a30" providerId="AD" clId="Web-{4723764F-4FB6-2621-BCB5-1B2AA75B9DEF}" dt="2022-11-03T02:46:34.573" v="48" actId="20577"/>
          <ac:spMkLst>
            <pc:docMk/>
            <pc:sldMk cId="989727377" sldId="292"/>
            <ac:spMk id="2" creationId="{41CCD47F-9B6B-3569-DEBA-A2401F2D11CC}"/>
          </ac:spMkLst>
        </pc:spChg>
        <pc:spChg chg="mod ord">
          <ac:chgData name="Gusti Pangestu" userId="S::gusti.pangestu@binus.ac.id::7768735c-5c0d-4d9b-b550-ead0b3c82a30" providerId="AD" clId="Web-{4723764F-4FB6-2621-BCB5-1B2AA75B9DEF}" dt="2022-11-03T02:48:28.889" v="80" actId="20577"/>
          <ac:spMkLst>
            <pc:docMk/>
            <pc:sldMk cId="989727377" sldId="292"/>
            <ac:spMk id="3" creationId="{E1706120-D971-3F2E-FDC1-F729C1BBB272}"/>
          </ac:spMkLst>
        </pc:spChg>
        <pc:spChg chg="del">
          <ac:chgData name="Gusti Pangestu" userId="S::gusti.pangestu@binus.ac.id::7768735c-5c0d-4d9b-b550-ead0b3c82a30" providerId="AD" clId="Web-{4723764F-4FB6-2621-BCB5-1B2AA75B9DEF}" dt="2022-11-03T02:46:19.901" v="28"/>
          <ac:spMkLst>
            <pc:docMk/>
            <pc:sldMk cId="989727377" sldId="292"/>
            <ac:spMk id="4" creationId="{89EA1DC5-C250-477F-D5F8-983F8BF98A58}"/>
          </ac:spMkLst>
        </pc:spChg>
        <pc:picChg chg="add mod">
          <ac:chgData name="Gusti Pangestu" userId="S::gusti.pangestu@binus.ac.id::7768735c-5c0d-4d9b-b550-ead0b3c82a30" providerId="AD" clId="Web-{4723764F-4FB6-2621-BCB5-1B2AA75B9DEF}" dt="2022-11-03T02:48:31.202" v="81" actId="1076"/>
          <ac:picMkLst>
            <pc:docMk/>
            <pc:sldMk cId="989727377" sldId="292"/>
            <ac:picMk id="5" creationId="{2288BEF4-E51F-B242-1C73-FACBF9FEDC23}"/>
          </ac:picMkLst>
        </pc:picChg>
      </pc:sldChg>
      <pc:sldChg chg="addSp modSp new">
        <pc:chgData name="Gusti Pangestu" userId="S::gusti.pangestu@binus.ac.id::7768735c-5c0d-4d9b-b550-ead0b3c82a30" providerId="AD" clId="Web-{4723764F-4FB6-2621-BCB5-1B2AA75B9DEF}" dt="2022-11-03T02:49:58.080" v="106" actId="1076"/>
        <pc:sldMkLst>
          <pc:docMk/>
          <pc:sldMk cId="1956832009" sldId="293"/>
        </pc:sldMkLst>
        <pc:spChg chg="mod">
          <ac:chgData name="Gusti Pangestu" userId="S::gusti.pangestu@binus.ac.id::7768735c-5c0d-4d9b-b550-ead0b3c82a30" providerId="AD" clId="Web-{4723764F-4FB6-2621-BCB5-1B2AA75B9DEF}" dt="2022-11-03T02:48:57.406" v="87" actId="20577"/>
          <ac:spMkLst>
            <pc:docMk/>
            <pc:sldMk cId="1956832009" sldId="293"/>
            <ac:spMk id="2" creationId="{0974A77D-DC1B-EC55-1E0D-780FFB7B6171}"/>
          </ac:spMkLst>
        </pc:spChg>
        <pc:spChg chg="mod">
          <ac:chgData name="Gusti Pangestu" userId="S::gusti.pangestu@binus.ac.id::7768735c-5c0d-4d9b-b550-ead0b3c82a30" providerId="AD" clId="Web-{4723764F-4FB6-2621-BCB5-1B2AA75B9DEF}" dt="2022-11-03T02:49:51.908" v="102" actId="20577"/>
          <ac:spMkLst>
            <pc:docMk/>
            <pc:sldMk cId="1956832009" sldId="293"/>
            <ac:spMk id="3" creationId="{4CD220FE-80E2-DAFC-E049-FE571AF85D59}"/>
          </ac:spMkLst>
        </pc:spChg>
        <pc:picChg chg="add mod">
          <ac:chgData name="Gusti Pangestu" userId="S::gusti.pangestu@binus.ac.id::7768735c-5c0d-4d9b-b550-ead0b3c82a30" providerId="AD" clId="Web-{4723764F-4FB6-2621-BCB5-1B2AA75B9DEF}" dt="2022-11-03T02:49:24.860" v="95" actId="1076"/>
          <ac:picMkLst>
            <pc:docMk/>
            <pc:sldMk cId="1956832009" sldId="293"/>
            <ac:picMk id="4" creationId="{C6272345-3F9B-AB2B-AF9A-9063808F84D5}"/>
          </ac:picMkLst>
        </pc:picChg>
        <pc:picChg chg="add mod">
          <ac:chgData name="Gusti Pangestu" userId="S::gusti.pangestu@binus.ac.id::7768735c-5c0d-4d9b-b550-ead0b3c82a30" providerId="AD" clId="Web-{4723764F-4FB6-2621-BCB5-1B2AA75B9DEF}" dt="2022-11-03T02:49:58.080" v="106" actId="1076"/>
          <ac:picMkLst>
            <pc:docMk/>
            <pc:sldMk cId="1956832009" sldId="293"/>
            <ac:picMk id="5" creationId="{39A73783-942A-3DAD-C268-F150A84B9582}"/>
          </ac:picMkLst>
        </pc:picChg>
      </pc:sldChg>
      <pc:sldChg chg="modSp new">
        <pc:chgData name="Gusti Pangestu" userId="S::gusti.pangestu@binus.ac.id::7768735c-5c0d-4d9b-b550-ead0b3c82a30" providerId="AD" clId="Web-{4723764F-4FB6-2621-BCB5-1B2AA75B9DEF}" dt="2022-11-03T03:06:42.893" v="136" actId="20577"/>
        <pc:sldMkLst>
          <pc:docMk/>
          <pc:sldMk cId="2857808774" sldId="294"/>
        </pc:sldMkLst>
        <pc:spChg chg="mod">
          <ac:chgData name="Gusti Pangestu" userId="S::gusti.pangestu@binus.ac.id::7768735c-5c0d-4d9b-b550-ead0b3c82a30" providerId="AD" clId="Web-{4723764F-4FB6-2621-BCB5-1B2AA75B9DEF}" dt="2022-11-03T02:51:03.097" v="115" actId="20577"/>
          <ac:spMkLst>
            <pc:docMk/>
            <pc:sldMk cId="2857808774" sldId="294"/>
            <ac:spMk id="2" creationId="{80D8ED6B-1F91-FA76-8442-3BD92848D259}"/>
          </ac:spMkLst>
        </pc:spChg>
        <pc:spChg chg="mod">
          <ac:chgData name="Gusti Pangestu" userId="S::gusti.pangestu@binus.ac.id::7768735c-5c0d-4d9b-b550-ead0b3c82a30" providerId="AD" clId="Web-{4723764F-4FB6-2621-BCB5-1B2AA75B9DEF}" dt="2022-11-03T03:06:42.893" v="136" actId="20577"/>
          <ac:spMkLst>
            <pc:docMk/>
            <pc:sldMk cId="2857808774" sldId="294"/>
            <ac:spMk id="3" creationId="{67F7FC30-C4BB-4163-B058-F8921BEF2568}"/>
          </ac:spMkLst>
        </pc:spChg>
      </pc:sldChg>
      <pc:sldChg chg="addSp modSp new">
        <pc:chgData name="Gusti Pangestu" userId="S::gusti.pangestu@binus.ac.id::7768735c-5c0d-4d9b-b550-ead0b3c82a30" providerId="AD" clId="Web-{4723764F-4FB6-2621-BCB5-1B2AA75B9DEF}" dt="2022-11-03T03:17:22.866" v="178" actId="1076"/>
        <pc:sldMkLst>
          <pc:docMk/>
          <pc:sldMk cId="1684321161" sldId="295"/>
        </pc:sldMkLst>
        <pc:spChg chg="mod">
          <ac:chgData name="Gusti Pangestu" userId="S::gusti.pangestu@binus.ac.id::7768735c-5c0d-4d9b-b550-ead0b3c82a30" providerId="AD" clId="Web-{4723764F-4FB6-2621-BCB5-1B2AA75B9DEF}" dt="2022-11-03T03:09:11.507" v="154" actId="20577"/>
          <ac:spMkLst>
            <pc:docMk/>
            <pc:sldMk cId="1684321161" sldId="295"/>
            <ac:spMk id="2" creationId="{3D7D28F3-975D-21FF-3DFD-F779FEBED9AA}"/>
          </ac:spMkLst>
        </pc:spChg>
        <pc:spChg chg="mod">
          <ac:chgData name="Gusti Pangestu" userId="S::gusti.pangestu@binus.ac.id::7768735c-5c0d-4d9b-b550-ead0b3c82a30" providerId="AD" clId="Web-{4723764F-4FB6-2621-BCB5-1B2AA75B9DEF}" dt="2022-11-03T03:12:03.450" v="161" actId="20577"/>
          <ac:spMkLst>
            <pc:docMk/>
            <pc:sldMk cId="1684321161" sldId="295"/>
            <ac:spMk id="3" creationId="{96D19530-4A52-9542-D14E-51F0CB915FF7}"/>
          </ac:spMkLst>
        </pc:spChg>
        <pc:picChg chg="add mod">
          <ac:chgData name="Gusti Pangestu" userId="S::gusti.pangestu@binus.ac.id::7768735c-5c0d-4d9b-b550-ead0b3c82a30" providerId="AD" clId="Web-{4723764F-4FB6-2621-BCB5-1B2AA75B9DEF}" dt="2022-11-03T03:17:09.491" v="174" actId="1076"/>
          <ac:picMkLst>
            <pc:docMk/>
            <pc:sldMk cId="1684321161" sldId="295"/>
            <ac:picMk id="4" creationId="{D19ABB9B-B821-9820-6C45-7CEDDF2D4136}"/>
          </ac:picMkLst>
        </pc:picChg>
        <pc:picChg chg="add mod">
          <ac:chgData name="Gusti Pangestu" userId="S::gusti.pangestu@binus.ac.id::7768735c-5c0d-4d9b-b550-ead0b3c82a30" providerId="AD" clId="Web-{4723764F-4FB6-2621-BCB5-1B2AA75B9DEF}" dt="2022-11-03T03:17:22.866" v="178" actId="1076"/>
          <ac:picMkLst>
            <pc:docMk/>
            <pc:sldMk cId="1684321161" sldId="295"/>
            <ac:picMk id="5" creationId="{6644DA4B-20A8-41DD-48CB-19F74E0D69A9}"/>
          </ac:picMkLst>
        </pc:picChg>
      </pc:sldChg>
      <pc:sldChg chg="modSp new">
        <pc:chgData name="Gusti Pangestu" userId="S::gusti.pangestu@binus.ac.id::7768735c-5c0d-4d9b-b550-ead0b3c82a30" providerId="AD" clId="Web-{4723764F-4FB6-2621-BCB5-1B2AA75B9DEF}" dt="2022-11-03T03:17:07.538" v="173" actId="20577"/>
        <pc:sldMkLst>
          <pc:docMk/>
          <pc:sldMk cId="832701779" sldId="296"/>
        </pc:sldMkLst>
        <pc:spChg chg="mod">
          <ac:chgData name="Gusti Pangestu" userId="S::gusti.pangestu@binus.ac.id::7768735c-5c0d-4d9b-b550-ead0b3c82a30" providerId="AD" clId="Web-{4723764F-4FB6-2621-BCB5-1B2AA75B9DEF}" dt="2022-11-03T03:16:22.239" v="167" actId="20577"/>
          <ac:spMkLst>
            <pc:docMk/>
            <pc:sldMk cId="832701779" sldId="296"/>
            <ac:spMk id="2" creationId="{A9D638A7-C878-DBC6-BCA3-94CAB5E6CBE5}"/>
          </ac:spMkLst>
        </pc:spChg>
        <pc:spChg chg="mod">
          <ac:chgData name="Gusti Pangestu" userId="S::gusti.pangestu@binus.ac.id::7768735c-5c0d-4d9b-b550-ead0b3c82a30" providerId="AD" clId="Web-{4723764F-4FB6-2621-BCB5-1B2AA75B9DEF}" dt="2022-11-03T03:17:07.538" v="173" actId="20577"/>
          <ac:spMkLst>
            <pc:docMk/>
            <pc:sldMk cId="832701779" sldId="296"/>
            <ac:spMk id="3" creationId="{FF0687D8-F186-C0BE-FEF2-00D857C5D11E}"/>
          </ac:spMkLst>
        </pc:spChg>
      </pc:sldChg>
    </pc:docChg>
  </pc:docChgLst>
  <pc:docChgLst>
    <pc:chgData name="Gusti Pangestu" userId="S::gusti.pangestu@binus.ac.id::7768735c-5c0d-4d9b-b550-ead0b3c82a30" providerId="AD" clId="Web-{FEBE4CCC-5D25-1200-0545-AEF373003FC1}"/>
    <pc:docChg chg="addSld delSld modSld modSection">
      <pc:chgData name="Gusti Pangestu" userId="S::gusti.pangestu@binus.ac.id::7768735c-5c0d-4d9b-b550-ead0b3c82a30" providerId="AD" clId="Web-{FEBE4CCC-5D25-1200-0545-AEF373003FC1}" dt="2020-11-08T21:04:49.476" v="21"/>
      <pc:docMkLst>
        <pc:docMk/>
      </pc:docMkLst>
      <pc:sldChg chg="new">
        <pc:chgData name="Gusti Pangestu" userId="S::gusti.pangestu@binus.ac.id::7768735c-5c0d-4d9b-b550-ead0b3c82a30" providerId="AD" clId="Web-{FEBE4CCC-5D25-1200-0545-AEF373003FC1}" dt="2020-11-08T21:04:49.476" v="21"/>
        <pc:sldMkLst>
          <pc:docMk/>
          <pc:sldMk cId="654055134" sldId="256"/>
        </pc:sldMkLst>
      </pc:sldChg>
      <pc:sldChg chg="del">
        <pc:chgData name="Gusti Pangestu" userId="S::gusti.pangestu@binus.ac.id::7768735c-5c0d-4d9b-b550-ead0b3c82a30" providerId="AD" clId="Web-{FEBE4CCC-5D25-1200-0545-AEF373003FC1}" dt="2020-11-08T21:04:46.851" v="20"/>
        <pc:sldMkLst>
          <pc:docMk/>
          <pc:sldMk cId="4204421142" sldId="256"/>
        </pc:sldMkLst>
      </pc:sldChg>
      <pc:sldChg chg="del">
        <pc:chgData name="Gusti Pangestu" userId="S::gusti.pangestu@binus.ac.id::7768735c-5c0d-4d9b-b550-ead0b3c82a30" providerId="AD" clId="Web-{FEBE4CCC-5D25-1200-0545-AEF373003FC1}" dt="2020-11-08T21:04:46.851" v="19"/>
        <pc:sldMkLst>
          <pc:docMk/>
          <pc:sldMk cId="994908812" sldId="257"/>
        </pc:sldMkLst>
      </pc:sldChg>
      <pc:sldChg chg="del">
        <pc:chgData name="Gusti Pangestu" userId="S::gusti.pangestu@binus.ac.id::7768735c-5c0d-4d9b-b550-ead0b3c82a30" providerId="AD" clId="Web-{FEBE4CCC-5D25-1200-0545-AEF373003FC1}" dt="2020-11-08T21:04:46.835" v="3"/>
        <pc:sldMkLst>
          <pc:docMk/>
          <pc:sldMk cId="2516975436" sldId="259"/>
        </pc:sldMkLst>
      </pc:sldChg>
      <pc:sldChg chg="del">
        <pc:chgData name="Gusti Pangestu" userId="S::gusti.pangestu@binus.ac.id::7768735c-5c0d-4d9b-b550-ead0b3c82a30" providerId="AD" clId="Web-{FEBE4CCC-5D25-1200-0545-AEF373003FC1}" dt="2020-11-08T21:04:46.851" v="18"/>
        <pc:sldMkLst>
          <pc:docMk/>
          <pc:sldMk cId="4186271631" sldId="264"/>
        </pc:sldMkLst>
      </pc:sldChg>
      <pc:sldChg chg="del">
        <pc:chgData name="Gusti Pangestu" userId="S::gusti.pangestu@binus.ac.id::7768735c-5c0d-4d9b-b550-ead0b3c82a30" providerId="AD" clId="Web-{FEBE4CCC-5D25-1200-0545-AEF373003FC1}" dt="2020-11-08T21:04:46.851" v="17"/>
        <pc:sldMkLst>
          <pc:docMk/>
          <pc:sldMk cId="3688710690" sldId="287"/>
        </pc:sldMkLst>
      </pc:sldChg>
      <pc:sldChg chg="del">
        <pc:chgData name="Gusti Pangestu" userId="S::gusti.pangestu@binus.ac.id::7768735c-5c0d-4d9b-b550-ead0b3c82a30" providerId="AD" clId="Web-{FEBE4CCC-5D25-1200-0545-AEF373003FC1}" dt="2020-11-08T21:04:46.851" v="16"/>
        <pc:sldMkLst>
          <pc:docMk/>
          <pc:sldMk cId="1186381382" sldId="309"/>
        </pc:sldMkLst>
      </pc:sldChg>
      <pc:sldChg chg="del">
        <pc:chgData name="Gusti Pangestu" userId="S::gusti.pangestu@binus.ac.id::7768735c-5c0d-4d9b-b550-ead0b3c82a30" providerId="AD" clId="Web-{FEBE4CCC-5D25-1200-0545-AEF373003FC1}" dt="2020-11-08T21:04:46.851" v="8"/>
        <pc:sldMkLst>
          <pc:docMk/>
          <pc:sldMk cId="65465427" sldId="346"/>
        </pc:sldMkLst>
      </pc:sldChg>
      <pc:sldChg chg="del">
        <pc:chgData name="Gusti Pangestu" userId="S::gusti.pangestu@binus.ac.id::7768735c-5c0d-4d9b-b550-ead0b3c82a30" providerId="AD" clId="Web-{FEBE4CCC-5D25-1200-0545-AEF373003FC1}" dt="2020-11-08T21:04:46.835" v="6"/>
        <pc:sldMkLst>
          <pc:docMk/>
          <pc:sldMk cId="757693215" sldId="347"/>
        </pc:sldMkLst>
      </pc:sldChg>
      <pc:sldChg chg="del">
        <pc:chgData name="Gusti Pangestu" userId="S::gusti.pangestu@binus.ac.id::7768735c-5c0d-4d9b-b550-ead0b3c82a30" providerId="AD" clId="Web-{FEBE4CCC-5D25-1200-0545-AEF373003FC1}" dt="2020-11-08T21:04:46.835" v="4"/>
        <pc:sldMkLst>
          <pc:docMk/>
          <pc:sldMk cId="1465585602" sldId="348"/>
        </pc:sldMkLst>
      </pc:sldChg>
      <pc:sldChg chg="del">
        <pc:chgData name="Gusti Pangestu" userId="S::gusti.pangestu@binus.ac.id::7768735c-5c0d-4d9b-b550-ead0b3c82a30" providerId="AD" clId="Web-{FEBE4CCC-5D25-1200-0545-AEF373003FC1}" dt="2020-11-08T21:04:46.851" v="9"/>
        <pc:sldMkLst>
          <pc:docMk/>
          <pc:sldMk cId="1597360731" sldId="353"/>
        </pc:sldMkLst>
      </pc:sldChg>
      <pc:sldChg chg="del">
        <pc:chgData name="Gusti Pangestu" userId="S::gusti.pangestu@binus.ac.id::7768735c-5c0d-4d9b-b550-ead0b3c82a30" providerId="AD" clId="Web-{FEBE4CCC-5D25-1200-0545-AEF373003FC1}" dt="2020-11-08T21:04:46.851" v="7"/>
        <pc:sldMkLst>
          <pc:docMk/>
          <pc:sldMk cId="1597360731" sldId="354"/>
        </pc:sldMkLst>
      </pc:sldChg>
      <pc:sldChg chg="del">
        <pc:chgData name="Gusti Pangestu" userId="S::gusti.pangestu@binus.ac.id::7768735c-5c0d-4d9b-b550-ead0b3c82a30" providerId="AD" clId="Web-{FEBE4CCC-5D25-1200-0545-AEF373003FC1}" dt="2020-11-08T21:04:46.835" v="5"/>
        <pc:sldMkLst>
          <pc:docMk/>
          <pc:sldMk cId="1597360731" sldId="355"/>
        </pc:sldMkLst>
      </pc:sldChg>
      <pc:sldChg chg="del">
        <pc:chgData name="Gusti Pangestu" userId="S::gusti.pangestu@binus.ac.id::7768735c-5c0d-4d9b-b550-ead0b3c82a30" providerId="AD" clId="Web-{FEBE4CCC-5D25-1200-0545-AEF373003FC1}" dt="2020-11-08T21:04:46.851" v="15"/>
        <pc:sldMkLst>
          <pc:docMk/>
          <pc:sldMk cId="1165641375" sldId="356"/>
        </pc:sldMkLst>
      </pc:sldChg>
      <pc:sldChg chg="del">
        <pc:chgData name="Gusti Pangestu" userId="S::gusti.pangestu@binus.ac.id::7768735c-5c0d-4d9b-b550-ead0b3c82a30" providerId="AD" clId="Web-{FEBE4CCC-5D25-1200-0545-AEF373003FC1}" dt="2020-11-08T21:04:46.851" v="14"/>
        <pc:sldMkLst>
          <pc:docMk/>
          <pc:sldMk cId="2219033991" sldId="357"/>
        </pc:sldMkLst>
      </pc:sldChg>
      <pc:sldChg chg="del">
        <pc:chgData name="Gusti Pangestu" userId="S::gusti.pangestu@binus.ac.id::7768735c-5c0d-4d9b-b550-ead0b3c82a30" providerId="AD" clId="Web-{FEBE4CCC-5D25-1200-0545-AEF373003FC1}" dt="2020-11-08T21:04:46.851" v="13"/>
        <pc:sldMkLst>
          <pc:docMk/>
          <pc:sldMk cId="1265282280" sldId="358"/>
        </pc:sldMkLst>
      </pc:sldChg>
      <pc:sldChg chg="del">
        <pc:chgData name="Gusti Pangestu" userId="S::gusti.pangestu@binus.ac.id::7768735c-5c0d-4d9b-b550-ead0b3c82a30" providerId="AD" clId="Web-{FEBE4CCC-5D25-1200-0545-AEF373003FC1}" dt="2020-11-08T21:04:46.851" v="12"/>
        <pc:sldMkLst>
          <pc:docMk/>
          <pc:sldMk cId="3269180244" sldId="359"/>
        </pc:sldMkLst>
      </pc:sldChg>
      <pc:sldChg chg="del">
        <pc:chgData name="Gusti Pangestu" userId="S::gusti.pangestu@binus.ac.id::7768735c-5c0d-4d9b-b550-ead0b3c82a30" providerId="AD" clId="Web-{FEBE4CCC-5D25-1200-0545-AEF373003FC1}" dt="2020-11-08T21:04:46.851" v="11"/>
        <pc:sldMkLst>
          <pc:docMk/>
          <pc:sldMk cId="2273681120" sldId="360"/>
        </pc:sldMkLst>
      </pc:sldChg>
      <pc:sldChg chg="del">
        <pc:chgData name="Gusti Pangestu" userId="S::gusti.pangestu@binus.ac.id::7768735c-5c0d-4d9b-b550-ead0b3c82a30" providerId="AD" clId="Web-{FEBE4CCC-5D25-1200-0545-AEF373003FC1}" dt="2020-11-08T21:04:46.851" v="10"/>
        <pc:sldMkLst>
          <pc:docMk/>
          <pc:sldMk cId="270913358" sldId="361"/>
        </pc:sldMkLst>
      </pc:sldChg>
      <pc:sldChg chg="delSp modSp new del mod modClrScheme chgLayout">
        <pc:chgData name="Gusti Pangestu" userId="S::gusti.pangestu@binus.ac.id::7768735c-5c0d-4d9b-b550-ead0b3c82a30" providerId="AD" clId="Web-{FEBE4CCC-5D25-1200-0545-AEF373003FC1}" dt="2020-11-08T21:04:46.835" v="2"/>
        <pc:sldMkLst>
          <pc:docMk/>
          <pc:sldMk cId="253952621" sldId="362"/>
        </pc:sldMkLst>
        <pc:spChg chg="mod ord">
          <ac:chgData name="Gusti Pangestu" userId="S::gusti.pangestu@binus.ac.id::7768735c-5c0d-4d9b-b550-ead0b3c82a30" providerId="AD" clId="Web-{FEBE4CCC-5D25-1200-0545-AEF373003FC1}" dt="2020-11-08T21:04:11.022" v="1"/>
          <ac:spMkLst>
            <pc:docMk/>
            <pc:sldMk cId="253952621" sldId="362"/>
            <ac:spMk id="2" creationId="{224B20C3-5909-4D46-ACE5-428B22D07EE2}"/>
          </ac:spMkLst>
        </pc:spChg>
        <pc:spChg chg="mod ord">
          <ac:chgData name="Gusti Pangestu" userId="S::gusti.pangestu@binus.ac.id::7768735c-5c0d-4d9b-b550-ead0b3c82a30" providerId="AD" clId="Web-{FEBE4CCC-5D25-1200-0545-AEF373003FC1}" dt="2020-11-08T21:04:11.022" v="1"/>
          <ac:spMkLst>
            <pc:docMk/>
            <pc:sldMk cId="253952621" sldId="362"/>
            <ac:spMk id="3" creationId="{00F7404C-2094-4998-9909-91A645005070}"/>
          </ac:spMkLst>
        </pc:spChg>
        <pc:spChg chg="del">
          <ac:chgData name="Gusti Pangestu" userId="S::gusti.pangestu@binus.ac.id::7768735c-5c0d-4d9b-b550-ead0b3c82a30" providerId="AD" clId="Web-{FEBE4CCC-5D25-1200-0545-AEF373003FC1}" dt="2020-11-08T21:04:11.022" v="1"/>
          <ac:spMkLst>
            <pc:docMk/>
            <pc:sldMk cId="253952621" sldId="362"/>
            <ac:spMk id="4" creationId="{5956C5DF-25F3-4A6B-8E08-A088F163FAE3}"/>
          </ac:spMkLst>
        </pc:spChg>
      </pc:sldChg>
    </pc:docChg>
  </pc:docChgLst>
  <pc:docChgLst>
    <pc:chgData name="Gusti Pangestu" userId="S::gusti.pangestu@binus.ac.id::7768735c-5c0d-4d9b-b550-ead0b3c82a30" providerId="AD" clId="Web-{4A07B62D-5FC8-B8E7-56D8-8F436EB36271}"/>
    <pc:docChg chg="addSld delSld modSld modSection">
      <pc:chgData name="Gusti Pangestu" userId="S::gusti.pangestu@binus.ac.id::7768735c-5c0d-4d9b-b550-ead0b3c82a30" providerId="AD" clId="Web-{4A07B62D-5FC8-B8E7-56D8-8F436EB36271}" dt="2022-10-27T04:20:36.460" v="197" actId="20577"/>
      <pc:docMkLst>
        <pc:docMk/>
      </pc:docMkLst>
      <pc:sldChg chg="modSp">
        <pc:chgData name="Gusti Pangestu" userId="S::gusti.pangestu@binus.ac.id::7768735c-5c0d-4d9b-b550-ead0b3c82a30" providerId="AD" clId="Web-{4A07B62D-5FC8-B8E7-56D8-8F436EB36271}" dt="2022-10-27T03:33:00.608" v="67" actId="20577"/>
        <pc:sldMkLst>
          <pc:docMk/>
          <pc:sldMk cId="109857222" sldId="258"/>
        </pc:sldMkLst>
        <pc:spChg chg="mod">
          <ac:chgData name="Gusti Pangestu" userId="S::gusti.pangestu@binus.ac.id::7768735c-5c0d-4d9b-b550-ead0b3c82a30" providerId="AD" clId="Web-{4A07B62D-5FC8-B8E7-56D8-8F436EB36271}" dt="2022-10-27T03:32:47.155" v="55" actId="20577"/>
          <ac:spMkLst>
            <pc:docMk/>
            <pc:sldMk cId="109857222" sldId="258"/>
            <ac:spMk id="2" creationId="{00000000-0000-0000-0000-000000000000}"/>
          </ac:spMkLst>
        </pc:spChg>
        <pc:spChg chg="mod">
          <ac:chgData name="Gusti Pangestu" userId="S::gusti.pangestu@binus.ac.id::7768735c-5c0d-4d9b-b550-ead0b3c82a30" providerId="AD" clId="Web-{4A07B62D-5FC8-B8E7-56D8-8F436EB36271}" dt="2022-10-27T03:33:00.608" v="67" actId="20577"/>
          <ac:spMkLst>
            <pc:docMk/>
            <pc:sldMk cId="109857222" sldId="258"/>
            <ac:spMk id="3" creationId="{00000000-0000-0000-0000-000000000000}"/>
          </ac:spMkLst>
        </pc:spChg>
      </pc:sldChg>
      <pc:sldChg chg="del">
        <pc:chgData name="Gusti Pangestu" userId="S::gusti.pangestu@binus.ac.id::7768735c-5c0d-4d9b-b550-ead0b3c82a30" providerId="AD" clId="Web-{4A07B62D-5FC8-B8E7-56D8-8F436EB36271}" dt="2022-10-27T03:32:17.654" v="28"/>
        <pc:sldMkLst>
          <pc:docMk/>
          <pc:sldMk cId="1744550803" sldId="259"/>
        </pc:sldMkLst>
      </pc:sldChg>
      <pc:sldChg chg="del">
        <pc:chgData name="Gusti Pangestu" userId="S::gusti.pangestu@binus.ac.id::7768735c-5c0d-4d9b-b550-ead0b3c82a30" providerId="AD" clId="Web-{4A07B62D-5FC8-B8E7-56D8-8F436EB36271}" dt="2022-10-27T03:32:17.654" v="27"/>
        <pc:sldMkLst>
          <pc:docMk/>
          <pc:sldMk cId="2444400246" sldId="260"/>
        </pc:sldMkLst>
      </pc:sldChg>
      <pc:sldChg chg="del">
        <pc:chgData name="Gusti Pangestu" userId="S::gusti.pangestu@binus.ac.id::7768735c-5c0d-4d9b-b550-ead0b3c82a30" providerId="AD" clId="Web-{4A07B62D-5FC8-B8E7-56D8-8F436EB36271}" dt="2022-10-27T03:32:17.623" v="26"/>
        <pc:sldMkLst>
          <pc:docMk/>
          <pc:sldMk cId="3227208170" sldId="261"/>
        </pc:sldMkLst>
      </pc:sldChg>
      <pc:sldChg chg="del">
        <pc:chgData name="Gusti Pangestu" userId="S::gusti.pangestu@binus.ac.id::7768735c-5c0d-4d9b-b550-ead0b3c82a30" providerId="AD" clId="Web-{4A07B62D-5FC8-B8E7-56D8-8F436EB36271}" dt="2022-10-27T03:32:17.623" v="25"/>
        <pc:sldMkLst>
          <pc:docMk/>
          <pc:sldMk cId="3586522301" sldId="262"/>
        </pc:sldMkLst>
      </pc:sldChg>
      <pc:sldChg chg="del">
        <pc:chgData name="Gusti Pangestu" userId="S::gusti.pangestu@binus.ac.id::7768735c-5c0d-4d9b-b550-ead0b3c82a30" providerId="AD" clId="Web-{4A07B62D-5FC8-B8E7-56D8-8F436EB36271}" dt="2022-10-27T03:32:17.591" v="24"/>
        <pc:sldMkLst>
          <pc:docMk/>
          <pc:sldMk cId="1358273460" sldId="263"/>
        </pc:sldMkLst>
      </pc:sldChg>
      <pc:sldChg chg="del">
        <pc:chgData name="Gusti Pangestu" userId="S::gusti.pangestu@binus.ac.id::7768735c-5c0d-4d9b-b550-ead0b3c82a30" providerId="AD" clId="Web-{4A07B62D-5FC8-B8E7-56D8-8F436EB36271}" dt="2022-10-27T03:32:17.591" v="23"/>
        <pc:sldMkLst>
          <pc:docMk/>
          <pc:sldMk cId="4186271631" sldId="264"/>
        </pc:sldMkLst>
      </pc:sldChg>
      <pc:sldChg chg="del">
        <pc:chgData name="Gusti Pangestu" userId="S::gusti.pangestu@binus.ac.id::7768735c-5c0d-4d9b-b550-ead0b3c82a30" providerId="AD" clId="Web-{4A07B62D-5FC8-B8E7-56D8-8F436EB36271}" dt="2022-10-27T03:32:17.591" v="22"/>
        <pc:sldMkLst>
          <pc:docMk/>
          <pc:sldMk cId="640388395" sldId="265"/>
        </pc:sldMkLst>
      </pc:sldChg>
      <pc:sldChg chg="del">
        <pc:chgData name="Gusti Pangestu" userId="S::gusti.pangestu@binus.ac.id::7768735c-5c0d-4d9b-b550-ead0b3c82a30" providerId="AD" clId="Web-{4A07B62D-5FC8-B8E7-56D8-8F436EB36271}" dt="2022-10-27T03:32:17.560" v="21"/>
        <pc:sldMkLst>
          <pc:docMk/>
          <pc:sldMk cId="2731352854" sldId="266"/>
        </pc:sldMkLst>
      </pc:sldChg>
      <pc:sldChg chg="del">
        <pc:chgData name="Gusti Pangestu" userId="S::gusti.pangestu@binus.ac.id::7768735c-5c0d-4d9b-b550-ead0b3c82a30" providerId="AD" clId="Web-{4A07B62D-5FC8-B8E7-56D8-8F436EB36271}" dt="2022-10-27T03:32:17.560" v="20"/>
        <pc:sldMkLst>
          <pc:docMk/>
          <pc:sldMk cId="2491614461" sldId="267"/>
        </pc:sldMkLst>
      </pc:sldChg>
      <pc:sldChg chg="del">
        <pc:chgData name="Gusti Pangestu" userId="S::gusti.pangestu@binus.ac.id::7768735c-5c0d-4d9b-b550-ead0b3c82a30" providerId="AD" clId="Web-{4A07B62D-5FC8-B8E7-56D8-8F436EB36271}" dt="2022-10-27T03:32:17.560" v="19"/>
        <pc:sldMkLst>
          <pc:docMk/>
          <pc:sldMk cId="2148684292" sldId="268"/>
        </pc:sldMkLst>
      </pc:sldChg>
      <pc:sldChg chg="del">
        <pc:chgData name="Gusti Pangestu" userId="S::gusti.pangestu@binus.ac.id::7768735c-5c0d-4d9b-b550-ead0b3c82a30" providerId="AD" clId="Web-{4A07B62D-5FC8-B8E7-56D8-8F436EB36271}" dt="2022-10-27T03:32:17.545" v="18"/>
        <pc:sldMkLst>
          <pc:docMk/>
          <pc:sldMk cId="3556607782" sldId="269"/>
        </pc:sldMkLst>
      </pc:sldChg>
      <pc:sldChg chg="del">
        <pc:chgData name="Gusti Pangestu" userId="S::gusti.pangestu@binus.ac.id::7768735c-5c0d-4d9b-b550-ead0b3c82a30" providerId="AD" clId="Web-{4A07B62D-5FC8-B8E7-56D8-8F436EB36271}" dt="2022-10-27T03:32:17.545" v="17"/>
        <pc:sldMkLst>
          <pc:docMk/>
          <pc:sldMk cId="1547233532" sldId="270"/>
        </pc:sldMkLst>
      </pc:sldChg>
      <pc:sldChg chg="del">
        <pc:chgData name="Gusti Pangestu" userId="S::gusti.pangestu@binus.ac.id::7768735c-5c0d-4d9b-b550-ead0b3c82a30" providerId="AD" clId="Web-{4A07B62D-5FC8-B8E7-56D8-8F436EB36271}" dt="2022-10-27T03:32:17.545" v="16"/>
        <pc:sldMkLst>
          <pc:docMk/>
          <pc:sldMk cId="536712598" sldId="271"/>
        </pc:sldMkLst>
      </pc:sldChg>
      <pc:sldChg chg="del">
        <pc:chgData name="Gusti Pangestu" userId="S::gusti.pangestu@binus.ac.id::7768735c-5c0d-4d9b-b550-ead0b3c82a30" providerId="AD" clId="Web-{4A07B62D-5FC8-B8E7-56D8-8F436EB36271}" dt="2022-10-27T03:32:17.545" v="15"/>
        <pc:sldMkLst>
          <pc:docMk/>
          <pc:sldMk cId="871585317" sldId="272"/>
        </pc:sldMkLst>
      </pc:sldChg>
      <pc:sldChg chg="del">
        <pc:chgData name="Gusti Pangestu" userId="S::gusti.pangestu@binus.ac.id::7768735c-5c0d-4d9b-b550-ead0b3c82a30" providerId="AD" clId="Web-{4A07B62D-5FC8-B8E7-56D8-8F436EB36271}" dt="2022-10-27T03:32:17.545" v="14"/>
        <pc:sldMkLst>
          <pc:docMk/>
          <pc:sldMk cId="2571191043" sldId="273"/>
        </pc:sldMkLst>
      </pc:sldChg>
      <pc:sldChg chg="del">
        <pc:chgData name="Gusti Pangestu" userId="S::gusti.pangestu@binus.ac.id::7768735c-5c0d-4d9b-b550-ead0b3c82a30" providerId="AD" clId="Web-{4A07B62D-5FC8-B8E7-56D8-8F436EB36271}" dt="2022-10-27T03:32:17.545" v="13"/>
        <pc:sldMkLst>
          <pc:docMk/>
          <pc:sldMk cId="3225170664" sldId="274"/>
        </pc:sldMkLst>
      </pc:sldChg>
      <pc:sldChg chg="del">
        <pc:chgData name="Gusti Pangestu" userId="S::gusti.pangestu@binus.ac.id::7768735c-5c0d-4d9b-b550-ead0b3c82a30" providerId="AD" clId="Web-{4A07B62D-5FC8-B8E7-56D8-8F436EB36271}" dt="2022-10-27T03:32:17.545" v="12"/>
        <pc:sldMkLst>
          <pc:docMk/>
          <pc:sldMk cId="785895188" sldId="275"/>
        </pc:sldMkLst>
      </pc:sldChg>
      <pc:sldChg chg="del">
        <pc:chgData name="Gusti Pangestu" userId="S::gusti.pangestu@binus.ac.id::7768735c-5c0d-4d9b-b550-ead0b3c82a30" providerId="AD" clId="Web-{4A07B62D-5FC8-B8E7-56D8-8F436EB36271}" dt="2022-10-27T03:32:17.529" v="11"/>
        <pc:sldMkLst>
          <pc:docMk/>
          <pc:sldMk cId="4271303309" sldId="276"/>
        </pc:sldMkLst>
      </pc:sldChg>
      <pc:sldChg chg="del">
        <pc:chgData name="Gusti Pangestu" userId="S::gusti.pangestu@binus.ac.id::7768735c-5c0d-4d9b-b550-ead0b3c82a30" providerId="AD" clId="Web-{4A07B62D-5FC8-B8E7-56D8-8F436EB36271}" dt="2022-10-27T03:32:17.529" v="10"/>
        <pc:sldMkLst>
          <pc:docMk/>
          <pc:sldMk cId="2117260491" sldId="277"/>
        </pc:sldMkLst>
      </pc:sldChg>
      <pc:sldChg chg="del">
        <pc:chgData name="Gusti Pangestu" userId="S::gusti.pangestu@binus.ac.id::7768735c-5c0d-4d9b-b550-ead0b3c82a30" providerId="AD" clId="Web-{4A07B62D-5FC8-B8E7-56D8-8F436EB36271}" dt="2022-10-27T03:32:17.529" v="9"/>
        <pc:sldMkLst>
          <pc:docMk/>
          <pc:sldMk cId="1015955173" sldId="278"/>
        </pc:sldMkLst>
      </pc:sldChg>
      <pc:sldChg chg="del">
        <pc:chgData name="Gusti Pangestu" userId="S::gusti.pangestu@binus.ac.id::7768735c-5c0d-4d9b-b550-ead0b3c82a30" providerId="AD" clId="Web-{4A07B62D-5FC8-B8E7-56D8-8F436EB36271}" dt="2022-10-27T03:32:17.513" v="8"/>
        <pc:sldMkLst>
          <pc:docMk/>
          <pc:sldMk cId="344992624" sldId="279"/>
        </pc:sldMkLst>
      </pc:sldChg>
      <pc:sldChg chg="del">
        <pc:chgData name="Gusti Pangestu" userId="S::gusti.pangestu@binus.ac.id::7768735c-5c0d-4d9b-b550-ead0b3c82a30" providerId="AD" clId="Web-{4A07B62D-5FC8-B8E7-56D8-8F436EB36271}" dt="2022-10-27T03:32:17.513" v="7"/>
        <pc:sldMkLst>
          <pc:docMk/>
          <pc:sldMk cId="90282252" sldId="280"/>
        </pc:sldMkLst>
      </pc:sldChg>
      <pc:sldChg chg="del">
        <pc:chgData name="Gusti Pangestu" userId="S::gusti.pangestu@binus.ac.id::7768735c-5c0d-4d9b-b550-ead0b3c82a30" providerId="AD" clId="Web-{4A07B62D-5FC8-B8E7-56D8-8F436EB36271}" dt="2022-10-27T03:32:17.513" v="6"/>
        <pc:sldMkLst>
          <pc:docMk/>
          <pc:sldMk cId="3410787883" sldId="281"/>
        </pc:sldMkLst>
      </pc:sldChg>
      <pc:sldChg chg="del">
        <pc:chgData name="Gusti Pangestu" userId="S::gusti.pangestu@binus.ac.id::7768735c-5c0d-4d9b-b550-ead0b3c82a30" providerId="AD" clId="Web-{4A07B62D-5FC8-B8E7-56D8-8F436EB36271}" dt="2022-10-27T03:32:17.513" v="5"/>
        <pc:sldMkLst>
          <pc:docMk/>
          <pc:sldMk cId="1227478321" sldId="282"/>
        </pc:sldMkLst>
      </pc:sldChg>
      <pc:sldChg chg="del">
        <pc:chgData name="Gusti Pangestu" userId="S::gusti.pangestu@binus.ac.id::7768735c-5c0d-4d9b-b550-ead0b3c82a30" providerId="AD" clId="Web-{4A07B62D-5FC8-B8E7-56D8-8F436EB36271}" dt="2022-10-27T03:32:17.513" v="4"/>
        <pc:sldMkLst>
          <pc:docMk/>
          <pc:sldMk cId="292231376" sldId="283"/>
        </pc:sldMkLst>
      </pc:sldChg>
      <pc:sldChg chg="del">
        <pc:chgData name="Gusti Pangestu" userId="S::gusti.pangestu@binus.ac.id::7768735c-5c0d-4d9b-b550-ead0b3c82a30" providerId="AD" clId="Web-{4A07B62D-5FC8-B8E7-56D8-8F436EB36271}" dt="2022-10-27T03:32:17.513" v="3"/>
        <pc:sldMkLst>
          <pc:docMk/>
          <pc:sldMk cId="2152450951" sldId="284"/>
        </pc:sldMkLst>
      </pc:sldChg>
      <pc:sldChg chg="del">
        <pc:chgData name="Gusti Pangestu" userId="S::gusti.pangestu@binus.ac.id::7768735c-5c0d-4d9b-b550-ead0b3c82a30" providerId="AD" clId="Web-{4A07B62D-5FC8-B8E7-56D8-8F436EB36271}" dt="2022-10-27T03:32:17.513" v="2"/>
        <pc:sldMkLst>
          <pc:docMk/>
          <pc:sldMk cId="2554036173" sldId="285"/>
        </pc:sldMkLst>
      </pc:sldChg>
      <pc:sldChg chg="del">
        <pc:chgData name="Gusti Pangestu" userId="S::gusti.pangestu@binus.ac.id::7768735c-5c0d-4d9b-b550-ead0b3c82a30" providerId="AD" clId="Web-{4A07B62D-5FC8-B8E7-56D8-8F436EB36271}" dt="2022-10-27T03:32:17.513" v="1"/>
        <pc:sldMkLst>
          <pc:docMk/>
          <pc:sldMk cId="1741353849" sldId="286"/>
        </pc:sldMkLst>
      </pc:sldChg>
      <pc:sldChg chg="del">
        <pc:chgData name="Gusti Pangestu" userId="S::gusti.pangestu@binus.ac.id::7768735c-5c0d-4d9b-b550-ead0b3c82a30" providerId="AD" clId="Web-{4A07B62D-5FC8-B8E7-56D8-8F436EB36271}" dt="2022-10-27T03:32:17.513" v="0"/>
        <pc:sldMkLst>
          <pc:docMk/>
          <pc:sldMk cId="2486734919" sldId="287"/>
        </pc:sldMkLst>
      </pc:sldChg>
      <pc:sldChg chg="modSp">
        <pc:chgData name="Gusti Pangestu" userId="S::gusti.pangestu@binus.ac.id::7768735c-5c0d-4d9b-b550-ead0b3c82a30" providerId="AD" clId="Web-{4A07B62D-5FC8-B8E7-56D8-8F436EB36271}" dt="2022-10-27T04:20:36.460" v="197" actId="20577"/>
        <pc:sldMkLst>
          <pc:docMk/>
          <pc:sldMk cId="1365886943" sldId="289"/>
        </pc:sldMkLst>
        <pc:spChg chg="mod">
          <ac:chgData name="Gusti Pangestu" userId="S::gusti.pangestu@binus.ac.id::7768735c-5c0d-4d9b-b550-ead0b3c82a30" providerId="AD" clId="Web-{4A07B62D-5FC8-B8E7-56D8-8F436EB36271}" dt="2022-10-27T04:20:36.460" v="197" actId="20577"/>
          <ac:spMkLst>
            <pc:docMk/>
            <pc:sldMk cId="1365886943" sldId="289"/>
            <ac:spMk id="5" creationId="{BFC9FBC7-A7B5-44F5-875A-9C78EE947DD2}"/>
          </ac:spMkLst>
        </pc:spChg>
      </pc:sldChg>
      <pc:sldChg chg="modSp new">
        <pc:chgData name="Gusti Pangestu" userId="S::gusti.pangestu@binus.ac.id::7768735c-5c0d-4d9b-b550-ead0b3c82a30" providerId="AD" clId="Web-{4A07B62D-5FC8-B8E7-56D8-8F436EB36271}" dt="2022-10-27T03:33:38.797" v="76" actId="20577"/>
        <pc:sldMkLst>
          <pc:docMk/>
          <pc:sldMk cId="1545682022" sldId="290"/>
        </pc:sldMkLst>
        <pc:spChg chg="mod">
          <ac:chgData name="Gusti Pangestu" userId="S::gusti.pangestu@binus.ac.id::7768735c-5c0d-4d9b-b550-ead0b3c82a30" providerId="AD" clId="Web-{4A07B62D-5FC8-B8E7-56D8-8F436EB36271}" dt="2022-10-27T03:33:24.281" v="73" actId="20577"/>
          <ac:spMkLst>
            <pc:docMk/>
            <pc:sldMk cId="1545682022" sldId="290"/>
            <ac:spMk id="2" creationId="{0D127130-CB93-C8BE-7021-F7979E8208C3}"/>
          </ac:spMkLst>
        </pc:spChg>
        <pc:spChg chg="mod">
          <ac:chgData name="Gusti Pangestu" userId="S::gusti.pangestu@binus.ac.id::7768735c-5c0d-4d9b-b550-ead0b3c82a30" providerId="AD" clId="Web-{4A07B62D-5FC8-B8E7-56D8-8F436EB36271}" dt="2022-10-27T03:33:38.797" v="76" actId="20577"/>
          <ac:spMkLst>
            <pc:docMk/>
            <pc:sldMk cId="1545682022" sldId="290"/>
            <ac:spMk id="3" creationId="{CFBE6DC7-A61F-27FA-B9A7-7018AFBF0075}"/>
          </ac:spMkLst>
        </pc:spChg>
      </pc:sldChg>
      <pc:sldChg chg="modSp new mod modClrScheme chgLayout">
        <pc:chgData name="Gusti Pangestu" userId="S::gusti.pangestu@binus.ac.id::7768735c-5c0d-4d9b-b550-ead0b3c82a30" providerId="AD" clId="Web-{4A07B62D-5FC8-B8E7-56D8-8F436EB36271}" dt="2022-10-27T03:33:55.203" v="83" actId="20577"/>
        <pc:sldMkLst>
          <pc:docMk/>
          <pc:sldMk cId="2466898216" sldId="291"/>
        </pc:sldMkLst>
        <pc:spChg chg="mod ord">
          <ac:chgData name="Gusti Pangestu" userId="S::gusti.pangestu@binus.ac.id::7768735c-5c0d-4d9b-b550-ead0b3c82a30" providerId="AD" clId="Web-{4A07B62D-5FC8-B8E7-56D8-8F436EB36271}" dt="2022-10-27T03:33:55.203" v="83" actId="20577"/>
          <ac:spMkLst>
            <pc:docMk/>
            <pc:sldMk cId="2466898216" sldId="291"/>
            <ac:spMk id="2" creationId="{1DA5B708-FC9B-00A9-922A-708391EAA17E}"/>
          </ac:spMkLst>
        </pc:spChg>
        <pc:spChg chg="mod ord">
          <ac:chgData name="Gusti Pangestu" userId="S::gusti.pangestu@binus.ac.id::7768735c-5c0d-4d9b-b550-ead0b3c82a30" providerId="AD" clId="Web-{4A07B62D-5FC8-B8E7-56D8-8F436EB36271}" dt="2022-10-27T03:33:48.531" v="78"/>
          <ac:spMkLst>
            <pc:docMk/>
            <pc:sldMk cId="2466898216" sldId="291"/>
            <ac:spMk id="3" creationId="{37081DDC-E11D-4A37-319D-F18FF771B1D3}"/>
          </ac:spMkLst>
        </pc:spChg>
      </pc:sldChg>
      <pc:sldChg chg="modSp new mod modClrScheme chgLayout">
        <pc:chgData name="Gusti Pangestu" userId="S::gusti.pangestu@binus.ac.id::7768735c-5c0d-4d9b-b550-ead0b3c82a30" providerId="AD" clId="Web-{4A07B62D-5FC8-B8E7-56D8-8F436EB36271}" dt="2022-10-27T03:34:48.205" v="93" actId="20577"/>
        <pc:sldMkLst>
          <pc:docMk/>
          <pc:sldMk cId="3525839078" sldId="292"/>
        </pc:sldMkLst>
        <pc:spChg chg="mod ord">
          <ac:chgData name="Gusti Pangestu" userId="S::gusti.pangestu@binus.ac.id::7768735c-5c0d-4d9b-b550-ead0b3c82a30" providerId="AD" clId="Web-{4A07B62D-5FC8-B8E7-56D8-8F436EB36271}" dt="2022-10-27T03:34:31.876" v="87" actId="20577"/>
          <ac:spMkLst>
            <pc:docMk/>
            <pc:sldMk cId="3525839078" sldId="292"/>
            <ac:spMk id="2" creationId="{0FD1391C-7614-D478-65D1-524193E45FC7}"/>
          </ac:spMkLst>
        </pc:spChg>
        <pc:spChg chg="mod ord">
          <ac:chgData name="Gusti Pangestu" userId="S::gusti.pangestu@binus.ac.id::7768735c-5c0d-4d9b-b550-ead0b3c82a30" providerId="AD" clId="Web-{4A07B62D-5FC8-B8E7-56D8-8F436EB36271}" dt="2022-10-27T03:34:48.205" v="93" actId="20577"/>
          <ac:spMkLst>
            <pc:docMk/>
            <pc:sldMk cId="3525839078" sldId="292"/>
            <ac:spMk id="3" creationId="{0873727D-BA01-A799-46C8-EC7DCCB11A3E}"/>
          </ac:spMkLst>
        </pc:spChg>
      </pc:sldChg>
      <pc:sldChg chg="modSp new">
        <pc:chgData name="Gusti Pangestu" userId="S::gusti.pangestu@binus.ac.id::7768735c-5c0d-4d9b-b550-ead0b3c82a30" providerId="AD" clId="Web-{4A07B62D-5FC8-B8E7-56D8-8F436EB36271}" dt="2022-10-27T03:36:31.973" v="121" actId="20577"/>
        <pc:sldMkLst>
          <pc:docMk/>
          <pc:sldMk cId="4076145057" sldId="293"/>
        </pc:sldMkLst>
        <pc:spChg chg="mod">
          <ac:chgData name="Gusti Pangestu" userId="S::gusti.pangestu@binus.ac.id::7768735c-5c0d-4d9b-b550-ead0b3c82a30" providerId="AD" clId="Web-{4A07B62D-5FC8-B8E7-56D8-8F436EB36271}" dt="2022-10-27T03:35:08.486" v="98" actId="20577"/>
          <ac:spMkLst>
            <pc:docMk/>
            <pc:sldMk cId="4076145057" sldId="293"/>
            <ac:spMk id="2" creationId="{33FB5CBE-178D-8513-456F-A822E6C8BEFF}"/>
          </ac:spMkLst>
        </pc:spChg>
        <pc:spChg chg="mod">
          <ac:chgData name="Gusti Pangestu" userId="S::gusti.pangestu@binus.ac.id::7768735c-5c0d-4d9b-b550-ead0b3c82a30" providerId="AD" clId="Web-{4A07B62D-5FC8-B8E7-56D8-8F436EB36271}" dt="2022-10-27T03:36:31.973" v="121" actId="20577"/>
          <ac:spMkLst>
            <pc:docMk/>
            <pc:sldMk cId="4076145057" sldId="293"/>
            <ac:spMk id="3" creationId="{E2727E9A-CE48-1885-0EF5-7B67BFB3EC92}"/>
          </ac:spMkLst>
        </pc:spChg>
      </pc:sldChg>
      <pc:sldChg chg="addSp delSp modSp new">
        <pc:chgData name="Gusti Pangestu" userId="S::gusti.pangestu@binus.ac.id::7768735c-5c0d-4d9b-b550-ead0b3c82a30" providerId="AD" clId="Web-{4A07B62D-5FC8-B8E7-56D8-8F436EB36271}" dt="2022-10-27T03:38:10.178" v="129" actId="1076"/>
        <pc:sldMkLst>
          <pc:docMk/>
          <pc:sldMk cId="1654806926" sldId="294"/>
        </pc:sldMkLst>
        <pc:spChg chg="del">
          <ac:chgData name="Gusti Pangestu" userId="S::gusti.pangestu@binus.ac.id::7768735c-5c0d-4d9b-b550-ead0b3c82a30" providerId="AD" clId="Web-{4A07B62D-5FC8-B8E7-56D8-8F436EB36271}" dt="2022-10-27T03:37:52.803" v="126"/>
          <ac:spMkLst>
            <pc:docMk/>
            <pc:sldMk cId="1654806926" sldId="294"/>
            <ac:spMk id="2" creationId="{B677F81A-B775-8269-F1F2-ACB6D365B45D}"/>
          </ac:spMkLst>
        </pc:spChg>
        <pc:spChg chg="del mod">
          <ac:chgData name="Gusti Pangestu" userId="S::gusti.pangestu@binus.ac.id::7768735c-5c0d-4d9b-b550-ead0b3c82a30" providerId="AD" clId="Web-{4A07B62D-5FC8-B8E7-56D8-8F436EB36271}" dt="2022-10-27T03:37:49.897" v="125"/>
          <ac:spMkLst>
            <pc:docMk/>
            <pc:sldMk cId="1654806926" sldId="294"/>
            <ac:spMk id="3" creationId="{A4F7337D-CF28-B38C-4966-E35FAD344E22}"/>
          </ac:spMkLst>
        </pc:spChg>
        <pc:spChg chg="add del">
          <ac:chgData name="Gusti Pangestu" userId="S::gusti.pangestu@binus.ac.id::7768735c-5c0d-4d9b-b550-ead0b3c82a30" providerId="AD" clId="Web-{4A07B62D-5FC8-B8E7-56D8-8F436EB36271}" dt="2022-10-27T03:38:00.178" v="127"/>
          <ac:spMkLst>
            <pc:docMk/>
            <pc:sldMk cId="1654806926" sldId="294"/>
            <ac:spMk id="9" creationId="{88CAE940-2F6D-D49B-1D77-795AE626C153}"/>
          </ac:spMkLst>
        </pc:spChg>
        <pc:picChg chg="add mod ord">
          <ac:chgData name="Gusti Pangestu" userId="S::gusti.pangestu@binus.ac.id::7768735c-5c0d-4d9b-b550-ead0b3c82a30" providerId="AD" clId="Web-{4A07B62D-5FC8-B8E7-56D8-8F436EB36271}" dt="2022-10-27T03:38:10.178" v="129" actId="1076"/>
          <ac:picMkLst>
            <pc:docMk/>
            <pc:sldMk cId="1654806926" sldId="294"/>
            <ac:picMk id="4" creationId="{32F0B99C-3514-5360-2C0F-FE302CBC16D1}"/>
          </ac:picMkLst>
        </pc:picChg>
      </pc:sldChg>
      <pc:sldChg chg="modSp new">
        <pc:chgData name="Gusti Pangestu" userId="S::gusti.pangestu@binus.ac.id::7768735c-5c0d-4d9b-b550-ead0b3c82a30" providerId="AD" clId="Web-{4A07B62D-5FC8-B8E7-56D8-8F436EB36271}" dt="2022-10-27T04:17:28.532" v="147" actId="20577"/>
        <pc:sldMkLst>
          <pc:docMk/>
          <pc:sldMk cId="1695190657" sldId="295"/>
        </pc:sldMkLst>
        <pc:spChg chg="mod">
          <ac:chgData name="Gusti Pangestu" userId="S::gusti.pangestu@binus.ac.id::7768735c-5c0d-4d9b-b550-ead0b3c82a30" providerId="AD" clId="Web-{4A07B62D-5FC8-B8E7-56D8-8F436EB36271}" dt="2022-10-27T04:17:28.532" v="147" actId="20577"/>
          <ac:spMkLst>
            <pc:docMk/>
            <pc:sldMk cId="1695190657" sldId="295"/>
            <ac:spMk id="2" creationId="{CE9CDD7E-610C-104F-E4D9-E4E57DECAC2C}"/>
          </ac:spMkLst>
        </pc:spChg>
        <pc:spChg chg="mod">
          <ac:chgData name="Gusti Pangestu" userId="S::gusti.pangestu@binus.ac.id::7768735c-5c0d-4d9b-b550-ead0b3c82a30" providerId="AD" clId="Web-{4A07B62D-5FC8-B8E7-56D8-8F436EB36271}" dt="2022-10-27T04:17:24.922" v="144" actId="20577"/>
          <ac:spMkLst>
            <pc:docMk/>
            <pc:sldMk cId="1695190657" sldId="295"/>
            <ac:spMk id="3" creationId="{868B0950-9FB9-A836-EF04-095A7B5E2363}"/>
          </ac:spMkLst>
        </pc:spChg>
      </pc:sldChg>
      <pc:sldChg chg="modSp new">
        <pc:chgData name="Gusti Pangestu" userId="S::gusti.pangestu@binus.ac.id::7768735c-5c0d-4d9b-b550-ead0b3c82a30" providerId="AD" clId="Web-{4A07B62D-5FC8-B8E7-56D8-8F436EB36271}" dt="2022-10-27T04:18:16.017" v="167" actId="20577"/>
        <pc:sldMkLst>
          <pc:docMk/>
          <pc:sldMk cId="1038788887" sldId="296"/>
        </pc:sldMkLst>
        <pc:spChg chg="mod">
          <ac:chgData name="Gusti Pangestu" userId="S::gusti.pangestu@binus.ac.id::7768735c-5c0d-4d9b-b550-ead0b3c82a30" providerId="AD" clId="Web-{4A07B62D-5FC8-B8E7-56D8-8F436EB36271}" dt="2022-10-27T04:17:35.547" v="154" actId="20577"/>
          <ac:spMkLst>
            <pc:docMk/>
            <pc:sldMk cId="1038788887" sldId="296"/>
            <ac:spMk id="2" creationId="{379435EB-2F4D-F994-FEBE-E84669BFF995}"/>
          </ac:spMkLst>
        </pc:spChg>
        <pc:spChg chg="mod">
          <ac:chgData name="Gusti Pangestu" userId="S::gusti.pangestu@binus.ac.id::7768735c-5c0d-4d9b-b550-ead0b3c82a30" providerId="AD" clId="Web-{4A07B62D-5FC8-B8E7-56D8-8F436EB36271}" dt="2022-10-27T04:18:16.017" v="167" actId="20577"/>
          <ac:spMkLst>
            <pc:docMk/>
            <pc:sldMk cId="1038788887" sldId="296"/>
            <ac:spMk id="3" creationId="{2A8DCDF0-75EE-995B-B3D4-3D2783C8D05E}"/>
          </ac:spMkLst>
        </pc:spChg>
      </pc:sldChg>
      <pc:sldChg chg="modSp new">
        <pc:chgData name="Gusti Pangestu" userId="S::gusti.pangestu@binus.ac.id::7768735c-5c0d-4d9b-b550-ead0b3c82a30" providerId="AD" clId="Web-{4A07B62D-5FC8-B8E7-56D8-8F436EB36271}" dt="2022-10-27T04:19:09.379" v="187" actId="20577"/>
        <pc:sldMkLst>
          <pc:docMk/>
          <pc:sldMk cId="1449165949" sldId="297"/>
        </pc:sldMkLst>
        <pc:spChg chg="mod">
          <ac:chgData name="Gusti Pangestu" userId="S::gusti.pangestu@binus.ac.id::7768735c-5c0d-4d9b-b550-ead0b3c82a30" providerId="AD" clId="Web-{4A07B62D-5FC8-B8E7-56D8-8F436EB36271}" dt="2022-10-27T04:18:21.565" v="173" actId="20577"/>
          <ac:spMkLst>
            <pc:docMk/>
            <pc:sldMk cId="1449165949" sldId="297"/>
            <ac:spMk id="2" creationId="{1BDB89C4-9F38-C573-7FEB-DBF372FEE009}"/>
          </ac:spMkLst>
        </pc:spChg>
        <pc:spChg chg="mod">
          <ac:chgData name="Gusti Pangestu" userId="S::gusti.pangestu@binus.ac.id::7768735c-5c0d-4d9b-b550-ead0b3c82a30" providerId="AD" clId="Web-{4A07B62D-5FC8-B8E7-56D8-8F436EB36271}" dt="2022-10-27T04:19:09.379" v="187" actId="20577"/>
          <ac:spMkLst>
            <pc:docMk/>
            <pc:sldMk cId="1449165949" sldId="297"/>
            <ac:spMk id="3" creationId="{7C1388C6-98A5-18A5-BD6E-039461A1C138}"/>
          </ac:spMkLst>
        </pc:spChg>
      </pc:sldChg>
      <pc:sldChg chg="modSp new">
        <pc:chgData name="Gusti Pangestu" userId="S::gusti.pangestu@binus.ac.id::7768735c-5c0d-4d9b-b550-ead0b3c82a30" providerId="AD" clId="Web-{4A07B62D-5FC8-B8E7-56D8-8F436EB36271}" dt="2022-10-27T04:19:35.583" v="193" actId="20577"/>
        <pc:sldMkLst>
          <pc:docMk/>
          <pc:sldMk cId="1604491517" sldId="298"/>
        </pc:sldMkLst>
        <pc:spChg chg="mod">
          <ac:chgData name="Gusti Pangestu" userId="S::gusti.pangestu@binus.ac.id::7768735c-5c0d-4d9b-b550-ead0b3c82a30" providerId="AD" clId="Web-{4A07B62D-5FC8-B8E7-56D8-8F436EB36271}" dt="2022-10-27T04:19:35.583" v="193" actId="20577"/>
          <ac:spMkLst>
            <pc:docMk/>
            <pc:sldMk cId="1604491517" sldId="298"/>
            <ac:spMk id="2" creationId="{60A60F9B-7090-48B0-C099-79A4FCD87C9C}"/>
          </ac:spMkLst>
        </pc:spChg>
        <pc:spChg chg="mod">
          <ac:chgData name="Gusti Pangestu" userId="S::gusti.pangestu@binus.ac.id::7768735c-5c0d-4d9b-b550-ead0b3c82a30" providerId="AD" clId="Web-{4A07B62D-5FC8-B8E7-56D8-8F436EB36271}" dt="2022-10-27T04:19:33.145" v="192" actId="20577"/>
          <ac:spMkLst>
            <pc:docMk/>
            <pc:sldMk cId="1604491517" sldId="298"/>
            <ac:spMk id="3" creationId="{9565EA00-A502-2E60-9160-59751FEB0489}"/>
          </ac:spMkLst>
        </pc:spChg>
      </pc:sldChg>
    </pc:docChg>
  </pc:docChgLst>
  <pc:docChgLst>
    <pc:chgData name="Gusti Pangestu" userId="S::gusti.pangestu@binus.ac.id::7768735c-5c0d-4d9b-b550-ead0b3c82a30" providerId="AD" clId="Web-{545CF8EE-C950-CF5E-EA51-348C50644DAE}"/>
    <pc:docChg chg="delSld modSection">
      <pc:chgData name="Gusti Pangestu" userId="S::gusti.pangestu@binus.ac.id::7768735c-5c0d-4d9b-b550-ead0b3c82a30" providerId="AD" clId="Web-{545CF8EE-C950-CF5E-EA51-348C50644DAE}" dt="2022-11-02T09:50:50.443" v="7"/>
      <pc:docMkLst>
        <pc:docMk/>
      </pc:docMkLst>
      <pc:sldChg chg="del">
        <pc:chgData name="Gusti Pangestu" userId="S::gusti.pangestu@binus.ac.id::7768735c-5c0d-4d9b-b550-ead0b3c82a30" providerId="AD" clId="Web-{545CF8EE-C950-CF5E-EA51-348C50644DAE}" dt="2022-11-02T09:50:50.443" v="7"/>
        <pc:sldMkLst>
          <pc:docMk/>
          <pc:sldMk cId="2466898216" sldId="291"/>
        </pc:sldMkLst>
      </pc:sldChg>
      <pc:sldChg chg="del">
        <pc:chgData name="Gusti Pangestu" userId="S::gusti.pangestu@binus.ac.id::7768735c-5c0d-4d9b-b550-ead0b3c82a30" providerId="AD" clId="Web-{545CF8EE-C950-CF5E-EA51-348C50644DAE}" dt="2022-11-02T09:50:50.443" v="6"/>
        <pc:sldMkLst>
          <pc:docMk/>
          <pc:sldMk cId="3525839078" sldId="292"/>
        </pc:sldMkLst>
      </pc:sldChg>
      <pc:sldChg chg="del">
        <pc:chgData name="Gusti Pangestu" userId="S::gusti.pangestu@binus.ac.id::7768735c-5c0d-4d9b-b550-ead0b3c82a30" providerId="AD" clId="Web-{545CF8EE-C950-CF5E-EA51-348C50644DAE}" dt="2022-11-02T09:50:50.443" v="5"/>
        <pc:sldMkLst>
          <pc:docMk/>
          <pc:sldMk cId="4076145057" sldId="293"/>
        </pc:sldMkLst>
      </pc:sldChg>
      <pc:sldChg chg="del">
        <pc:chgData name="Gusti Pangestu" userId="S::gusti.pangestu@binus.ac.id::7768735c-5c0d-4d9b-b550-ead0b3c82a30" providerId="AD" clId="Web-{545CF8EE-C950-CF5E-EA51-348C50644DAE}" dt="2022-11-02T09:50:50.443" v="4"/>
        <pc:sldMkLst>
          <pc:docMk/>
          <pc:sldMk cId="1654806926" sldId="294"/>
        </pc:sldMkLst>
      </pc:sldChg>
      <pc:sldChg chg="del">
        <pc:chgData name="Gusti Pangestu" userId="S::gusti.pangestu@binus.ac.id::7768735c-5c0d-4d9b-b550-ead0b3c82a30" providerId="AD" clId="Web-{545CF8EE-C950-CF5E-EA51-348C50644DAE}" dt="2022-11-02T09:50:50.443" v="3"/>
        <pc:sldMkLst>
          <pc:docMk/>
          <pc:sldMk cId="1695190657" sldId="295"/>
        </pc:sldMkLst>
      </pc:sldChg>
      <pc:sldChg chg="del">
        <pc:chgData name="Gusti Pangestu" userId="S::gusti.pangestu@binus.ac.id::7768735c-5c0d-4d9b-b550-ead0b3c82a30" providerId="AD" clId="Web-{545CF8EE-C950-CF5E-EA51-348C50644DAE}" dt="2022-11-02T09:50:50.443" v="2"/>
        <pc:sldMkLst>
          <pc:docMk/>
          <pc:sldMk cId="1038788887" sldId="296"/>
        </pc:sldMkLst>
      </pc:sldChg>
      <pc:sldChg chg="del">
        <pc:chgData name="Gusti Pangestu" userId="S::gusti.pangestu@binus.ac.id::7768735c-5c0d-4d9b-b550-ead0b3c82a30" providerId="AD" clId="Web-{545CF8EE-C950-CF5E-EA51-348C50644DAE}" dt="2022-11-02T09:50:50.443" v="1"/>
        <pc:sldMkLst>
          <pc:docMk/>
          <pc:sldMk cId="1449165949" sldId="297"/>
        </pc:sldMkLst>
      </pc:sldChg>
      <pc:sldChg chg="del">
        <pc:chgData name="Gusti Pangestu" userId="S::gusti.pangestu@binus.ac.id::7768735c-5c0d-4d9b-b550-ead0b3c82a30" providerId="AD" clId="Web-{545CF8EE-C950-CF5E-EA51-348C50644DAE}" dt="2022-11-02T09:50:50.443" v="0"/>
        <pc:sldMkLst>
          <pc:docMk/>
          <pc:sldMk cId="1604491517" sldId="298"/>
        </pc:sldMkLst>
      </pc:sldChg>
    </pc:docChg>
  </pc:docChgLst>
  <pc:docChgLst>
    <pc:chgData name="Gusti Pangestu" userId="S::gusti.pangestu@binus.ac.id::7768735c-5c0d-4d9b-b550-ead0b3c82a30" providerId="AD" clId="Web-{720B1208-9882-69E9-F657-19234A5FB7AD}"/>
    <pc:docChg chg="addSld modSld modSection">
      <pc:chgData name="Gusti Pangestu" userId="S::gusti.pangestu@binus.ac.id::7768735c-5c0d-4d9b-b550-ead0b3c82a30" providerId="AD" clId="Web-{720B1208-9882-69E9-F657-19234A5FB7AD}" dt="2022-11-07T04:15:16.453" v="212" actId="1076"/>
      <pc:docMkLst>
        <pc:docMk/>
      </pc:docMkLst>
      <pc:sldChg chg="addSp modSp new">
        <pc:chgData name="Gusti Pangestu" userId="S::gusti.pangestu@binus.ac.id::7768735c-5c0d-4d9b-b550-ead0b3c82a30" providerId="AD" clId="Web-{720B1208-9882-69E9-F657-19234A5FB7AD}" dt="2022-11-07T02:51:41.133" v="46" actId="20577"/>
        <pc:sldMkLst>
          <pc:docMk/>
          <pc:sldMk cId="376018570" sldId="297"/>
        </pc:sldMkLst>
        <pc:spChg chg="mod">
          <ac:chgData name="Gusti Pangestu" userId="S::gusti.pangestu@binus.ac.id::7768735c-5c0d-4d9b-b550-ead0b3c82a30" providerId="AD" clId="Web-{720B1208-9882-69E9-F657-19234A5FB7AD}" dt="2022-11-07T02:36:32.044" v="7" actId="20577"/>
          <ac:spMkLst>
            <pc:docMk/>
            <pc:sldMk cId="376018570" sldId="297"/>
            <ac:spMk id="2" creationId="{3FB8F51D-0AF1-4954-6E17-C858D190F1F5}"/>
          </ac:spMkLst>
        </pc:spChg>
        <pc:spChg chg="mod">
          <ac:chgData name="Gusti Pangestu" userId="S::gusti.pangestu@binus.ac.id::7768735c-5c0d-4d9b-b550-ead0b3c82a30" providerId="AD" clId="Web-{720B1208-9882-69E9-F657-19234A5FB7AD}" dt="2022-11-07T02:51:41.133" v="46" actId="20577"/>
          <ac:spMkLst>
            <pc:docMk/>
            <pc:sldMk cId="376018570" sldId="297"/>
            <ac:spMk id="3" creationId="{DF3EF508-2D34-EC90-3ED2-7723798A827E}"/>
          </ac:spMkLst>
        </pc:spChg>
        <pc:picChg chg="add mod">
          <ac:chgData name="Gusti Pangestu" userId="S::gusti.pangestu@binus.ac.id::7768735c-5c0d-4d9b-b550-ead0b3c82a30" providerId="AD" clId="Web-{720B1208-9882-69E9-F657-19234A5FB7AD}" dt="2022-11-07T02:43:24.541" v="44" actId="1076"/>
          <ac:picMkLst>
            <pc:docMk/>
            <pc:sldMk cId="376018570" sldId="297"/>
            <ac:picMk id="4" creationId="{4AC7B8D5-2CD9-6A18-69FD-3C24769F69B9}"/>
          </ac:picMkLst>
        </pc:picChg>
      </pc:sldChg>
      <pc:sldChg chg="addSp modSp new">
        <pc:chgData name="Gusti Pangestu" userId="S::gusti.pangestu@binus.ac.id::7768735c-5c0d-4d9b-b550-ead0b3c82a30" providerId="AD" clId="Web-{720B1208-9882-69E9-F657-19234A5FB7AD}" dt="2022-11-07T03:18:34.417" v="69" actId="1076"/>
        <pc:sldMkLst>
          <pc:docMk/>
          <pc:sldMk cId="3645830168" sldId="298"/>
        </pc:sldMkLst>
        <pc:spChg chg="mod">
          <ac:chgData name="Gusti Pangestu" userId="S::gusti.pangestu@binus.ac.id::7768735c-5c0d-4d9b-b550-ead0b3c82a30" providerId="AD" clId="Web-{720B1208-9882-69E9-F657-19234A5FB7AD}" dt="2022-11-07T02:51:52.274" v="57" actId="20577"/>
          <ac:spMkLst>
            <pc:docMk/>
            <pc:sldMk cId="3645830168" sldId="298"/>
            <ac:spMk id="2" creationId="{F27A6D18-1819-B75D-CC84-BADB51EFAB51}"/>
          </ac:spMkLst>
        </pc:spChg>
        <pc:spChg chg="mod">
          <ac:chgData name="Gusti Pangestu" userId="S::gusti.pangestu@binus.ac.id::7768735c-5c0d-4d9b-b550-ead0b3c82a30" providerId="AD" clId="Web-{720B1208-9882-69E9-F657-19234A5FB7AD}" dt="2022-11-07T02:54:01.059" v="61" actId="20577"/>
          <ac:spMkLst>
            <pc:docMk/>
            <pc:sldMk cId="3645830168" sldId="298"/>
            <ac:spMk id="3" creationId="{B290B12B-36E5-5346-5482-B0C0014CEF1D}"/>
          </ac:spMkLst>
        </pc:spChg>
        <pc:picChg chg="add mod">
          <ac:chgData name="Gusti Pangestu" userId="S::gusti.pangestu@binus.ac.id::7768735c-5c0d-4d9b-b550-ead0b3c82a30" providerId="AD" clId="Web-{720B1208-9882-69E9-F657-19234A5FB7AD}" dt="2022-11-07T03:18:34.417" v="69" actId="1076"/>
          <ac:picMkLst>
            <pc:docMk/>
            <pc:sldMk cId="3645830168" sldId="298"/>
            <ac:picMk id="4" creationId="{CCBE6061-24B1-2596-577F-1BA17ED9EC7A}"/>
          </ac:picMkLst>
        </pc:picChg>
        <pc:picChg chg="add mod">
          <ac:chgData name="Gusti Pangestu" userId="S::gusti.pangestu@binus.ac.id::7768735c-5c0d-4d9b-b550-ead0b3c82a30" providerId="AD" clId="Web-{720B1208-9882-69E9-F657-19234A5FB7AD}" dt="2022-11-07T03:18:28.823" v="68" actId="1076"/>
          <ac:picMkLst>
            <pc:docMk/>
            <pc:sldMk cId="3645830168" sldId="298"/>
            <ac:picMk id="5" creationId="{F76CAC52-4AD4-2E03-2C20-F3867EC9F9BA}"/>
          </ac:picMkLst>
        </pc:picChg>
      </pc:sldChg>
      <pc:sldChg chg="addSp modSp new mod modClrScheme chgLayout">
        <pc:chgData name="Gusti Pangestu" userId="S::gusti.pangestu@binus.ac.id::7768735c-5c0d-4d9b-b550-ead0b3c82a30" providerId="AD" clId="Web-{720B1208-9882-69E9-F657-19234A5FB7AD}" dt="2022-11-07T03:24:18.756" v="93" actId="20577"/>
        <pc:sldMkLst>
          <pc:docMk/>
          <pc:sldMk cId="3162136664" sldId="299"/>
        </pc:sldMkLst>
        <pc:spChg chg="mod">
          <ac:chgData name="Gusti Pangestu" userId="S::gusti.pangestu@binus.ac.id::7768735c-5c0d-4d9b-b550-ead0b3c82a30" providerId="AD" clId="Web-{720B1208-9882-69E9-F657-19234A5FB7AD}" dt="2022-11-07T03:24:14.084" v="91"/>
          <ac:spMkLst>
            <pc:docMk/>
            <pc:sldMk cId="3162136664" sldId="299"/>
            <ac:spMk id="2" creationId="{60358CC2-0C23-5B54-284A-E599829AE9E3}"/>
          </ac:spMkLst>
        </pc:spChg>
        <pc:spChg chg="mod">
          <ac:chgData name="Gusti Pangestu" userId="S::gusti.pangestu@binus.ac.id::7768735c-5c0d-4d9b-b550-ead0b3c82a30" providerId="AD" clId="Web-{720B1208-9882-69E9-F657-19234A5FB7AD}" dt="2022-11-07T03:24:18.756" v="93" actId="20577"/>
          <ac:spMkLst>
            <pc:docMk/>
            <pc:sldMk cId="3162136664" sldId="299"/>
            <ac:spMk id="3" creationId="{348C4AD4-243B-5569-386D-DD1B60BAF281}"/>
          </ac:spMkLst>
        </pc:spChg>
        <pc:picChg chg="add mod">
          <ac:chgData name="Gusti Pangestu" userId="S::gusti.pangestu@binus.ac.id::7768735c-5c0d-4d9b-b550-ead0b3c82a30" providerId="AD" clId="Web-{720B1208-9882-69E9-F657-19234A5FB7AD}" dt="2022-11-07T03:24:14.084" v="91"/>
          <ac:picMkLst>
            <pc:docMk/>
            <pc:sldMk cId="3162136664" sldId="299"/>
            <ac:picMk id="4" creationId="{04B45CD0-8535-F48F-D421-937FB605DEE8}"/>
          </ac:picMkLst>
        </pc:picChg>
      </pc:sldChg>
      <pc:sldChg chg="addSp delSp modSp new mod modClrScheme chgLayout">
        <pc:chgData name="Gusti Pangestu" userId="S::gusti.pangestu@binus.ac.id::7768735c-5c0d-4d9b-b550-ead0b3c82a30" providerId="AD" clId="Web-{720B1208-9882-69E9-F657-19234A5FB7AD}" dt="2022-11-07T03:43:28.846" v="104" actId="14100"/>
        <pc:sldMkLst>
          <pc:docMk/>
          <pc:sldMk cId="2160808367" sldId="300"/>
        </pc:sldMkLst>
        <pc:spChg chg="del mod ord">
          <ac:chgData name="Gusti Pangestu" userId="S::gusti.pangestu@binus.ac.id::7768735c-5c0d-4d9b-b550-ead0b3c82a30" providerId="AD" clId="Web-{720B1208-9882-69E9-F657-19234A5FB7AD}" dt="2022-11-07T03:42:57.892" v="96"/>
          <ac:spMkLst>
            <pc:docMk/>
            <pc:sldMk cId="2160808367" sldId="300"/>
            <ac:spMk id="2" creationId="{485665A6-D376-0BBD-1379-41EA8A60FC49}"/>
          </ac:spMkLst>
        </pc:spChg>
        <pc:spChg chg="del mod ord">
          <ac:chgData name="Gusti Pangestu" userId="S::gusti.pangestu@binus.ac.id::7768735c-5c0d-4d9b-b550-ead0b3c82a30" providerId="AD" clId="Web-{720B1208-9882-69E9-F657-19234A5FB7AD}" dt="2022-11-07T03:43:02.377" v="98"/>
          <ac:spMkLst>
            <pc:docMk/>
            <pc:sldMk cId="2160808367" sldId="300"/>
            <ac:spMk id="3" creationId="{E604064E-C374-99CE-8018-B54ED49D7AFE}"/>
          </ac:spMkLst>
        </pc:spChg>
        <pc:spChg chg="del mod ord">
          <ac:chgData name="Gusti Pangestu" userId="S::gusti.pangestu@binus.ac.id::7768735c-5c0d-4d9b-b550-ead0b3c82a30" providerId="AD" clId="Web-{720B1208-9882-69E9-F657-19234A5FB7AD}" dt="2022-11-07T03:43:00.095" v="97"/>
          <ac:spMkLst>
            <pc:docMk/>
            <pc:sldMk cId="2160808367" sldId="300"/>
            <ac:spMk id="4" creationId="{431C6A07-88AC-6F08-9B1A-E7F5A578C17F}"/>
          </ac:spMkLst>
        </pc:spChg>
        <pc:picChg chg="add mod">
          <ac:chgData name="Gusti Pangestu" userId="S::gusti.pangestu@binus.ac.id::7768735c-5c0d-4d9b-b550-ead0b3c82a30" providerId="AD" clId="Web-{720B1208-9882-69E9-F657-19234A5FB7AD}" dt="2022-11-07T03:43:09.627" v="101" actId="14100"/>
          <ac:picMkLst>
            <pc:docMk/>
            <pc:sldMk cId="2160808367" sldId="300"/>
            <ac:picMk id="5" creationId="{8BEBC59A-2CEE-8AD6-9EAB-767B0B786D53}"/>
          </ac:picMkLst>
        </pc:picChg>
        <pc:picChg chg="add mod">
          <ac:chgData name="Gusti Pangestu" userId="S::gusti.pangestu@binus.ac.id::7768735c-5c0d-4d9b-b550-ead0b3c82a30" providerId="AD" clId="Web-{720B1208-9882-69E9-F657-19234A5FB7AD}" dt="2022-11-07T03:43:28.846" v="104" actId="14100"/>
          <ac:picMkLst>
            <pc:docMk/>
            <pc:sldMk cId="2160808367" sldId="300"/>
            <ac:picMk id="6" creationId="{D07FC423-437B-56A9-1A92-B80B987AB6F1}"/>
          </ac:picMkLst>
        </pc:picChg>
      </pc:sldChg>
      <pc:sldChg chg="addSp delSp modSp new mod modClrScheme chgLayout">
        <pc:chgData name="Gusti Pangestu" userId="S::gusti.pangestu@binus.ac.id::7768735c-5c0d-4d9b-b550-ead0b3c82a30" providerId="AD" clId="Web-{720B1208-9882-69E9-F657-19234A5FB7AD}" dt="2022-11-07T03:45:44.380" v="123" actId="1076"/>
        <pc:sldMkLst>
          <pc:docMk/>
          <pc:sldMk cId="2329439584" sldId="301"/>
        </pc:sldMkLst>
        <pc:spChg chg="mod ord">
          <ac:chgData name="Gusti Pangestu" userId="S::gusti.pangestu@binus.ac.id::7768735c-5c0d-4d9b-b550-ead0b3c82a30" providerId="AD" clId="Web-{720B1208-9882-69E9-F657-19234A5FB7AD}" dt="2022-11-07T03:45:30.067" v="121"/>
          <ac:spMkLst>
            <pc:docMk/>
            <pc:sldMk cId="2329439584" sldId="301"/>
            <ac:spMk id="2" creationId="{1184D16E-E8B0-316B-4806-0E51BE1D90AA}"/>
          </ac:spMkLst>
        </pc:spChg>
        <pc:spChg chg="mod ord">
          <ac:chgData name="Gusti Pangestu" userId="S::gusti.pangestu@binus.ac.id::7768735c-5c0d-4d9b-b550-ead0b3c82a30" providerId="AD" clId="Web-{720B1208-9882-69E9-F657-19234A5FB7AD}" dt="2022-11-07T03:45:30.067" v="121"/>
          <ac:spMkLst>
            <pc:docMk/>
            <pc:sldMk cId="2329439584" sldId="301"/>
            <ac:spMk id="3" creationId="{E9F14B17-9D15-E8C7-2578-5D3D47B36C23}"/>
          </ac:spMkLst>
        </pc:spChg>
        <pc:spChg chg="del">
          <ac:chgData name="Gusti Pangestu" userId="S::gusti.pangestu@binus.ac.id::7768735c-5c0d-4d9b-b550-ead0b3c82a30" providerId="AD" clId="Web-{720B1208-9882-69E9-F657-19234A5FB7AD}" dt="2022-11-07T03:43:38.846" v="106"/>
          <ac:spMkLst>
            <pc:docMk/>
            <pc:sldMk cId="2329439584" sldId="301"/>
            <ac:spMk id="4" creationId="{4309DA00-CCF1-E31C-85D6-71197B1EA479}"/>
          </ac:spMkLst>
        </pc:spChg>
        <pc:picChg chg="add mod">
          <ac:chgData name="Gusti Pangestu" userId="S::gusti.pangestu@binus.ac.id::7768735c-5c0d-4d9b-b550-ead0b3c82a30" providerId="AD" clId="Web-{720B1208-9882-69E9-F657-19234A5FB7AD}" dt="2022-11-07T03:45:44.380" v="123" actId="1076"/>
          <ac:picMkLst>
            <pc:docMk/>
            <pc:sldMk cId="2329439584" sldId="301"/>
            <ac:picMk id="5" creationId="{88F2C4A4-D825-F29C-29BE-69B3A02A8E0A}"/>
          </ac:picMkLst>
        </pc:picChg>
      </pc:sldChg>
      <pc:sldChg chg="addSp delSp modSp new">
        <pc:chgData name="Gusti Pangestu" userId="S::gusti.pangestu@binus.ac.id::7768735c-5c0d-4d9b-b550-ead0b3c82a30" providerId="AD" clId="Web-{720B1208-9882-69E9-F657-19234A5FB7AD}" dt="2022-11-07T04:02:44.232" v="142" actId="14100"/>
        <pc:sldMkLst>
          <pc:docMk/>
          <pc:sldMk cId="4132436519" sldId="302"/>
        </pc:sldMkLst>
        <pc:spChg chg="mod">
          <ac:chgData name="Gusti Pangestu" userId="S::gusti.pangestu@binus.ac.id::7768735c-5c0d-4d9b-b550-ead0b3c82a30" providerId="AD" clId="Web-{720B1208-9882-69E9-F657-19234A5FB7AD}" dt="2022-11-07T04:02:17.091" v="138" actId="1076"/>
          <ac:spMkLst>
            <pc:docMk/>
            <pc:sldMk cId="4132436519" sldId="302"/>
            <ac:spMk id="2" creationId="{E4223A33-B402-D4B3-7F0B-4D83B155F8FB}"/>
          </ac:spMkLst>
        </pc:spChg>
        <pc:spChg chg="mod">
          <ac:chgData name="Gusti Pangestu" userId="S::gusti.pangestu@binus.ac.id::7768735c-5c0d-4d9b-b550-ead0b3c82a30" providerId="AD" clId="Web-{720B1208-9882-69E9-F657-19234A5FB7AD}" dt="2022-11-07T04:01:54.668" v="136" actId="20577"/>
          <ac:spMkLst>
            <pc:docMk/>
            <pc:sldMk cId="4132436519" sldId="302"/>
            <ac:spMk id="3" creationId="{B3F8583D-BD57-8AAE-90C6-2141751B5207}"/>
          </ac:spMkLst>
        </pc:spChg>
        <pc:spChg chg="del mod">
          <ac:chgData name="Gusti Pangestu" userId="S::gusti.pangestu@binus.ac.id::7768735c-5c0d-4d9b-b550-ead0b3c82a30" providerId="AD" clId="Web-{720B1208-9882-69E9-F657-19234A5FB7AD}" dt="2022-11-07T04:02:12.278" v="137"/>
          <ac:spMkLst>
            <pc:docMk/>
            <pc:sldMk cId="4132436519" sldId="302"/>
            <ac:spMk id="4" creationId="{001CCB93-0BEC-A072-124D-9CB1E8E8BAB4}"/>
          </ac:spMkLst>
        </pc:spChg>
        <pc:picChg chg="add mod ord">
          <ac:chgData name="Gusti Pangestu" userId="S::gusti.pangestu@binus.ac.id::7768735c-5c0d-4d9b-b550-ead0b3c82a30" providerId="AD" clId="Web-{720B1208-9882-69E9-F657-19234A5FB7AD}" dt="2022-11-07T04:02:21.341" v="139" actId="1076"/>
          <ac:picMkLst>
            <pc:docMk/>
            <pc:sldMk cId="4132436519" sldId="302"/>
            <ac:picMk id="5" creationId="{6803A791-4174-5AF6-16A0-4FA8CF482533}"/>
          </ac:picMkLst>
        </pc:picChg>
        <pc:picChg chg="add mod">
          <ac:chgData name="Gusti Pangestu" userId="S::gusti.pangestu@binus.ac.id::7768735c-5c0d-4d9b-b550-ead0b3c82a30" providerId="AD" clId="Web-{720B1208-9882-69E9-F657-19234A5FB7AD}" dt="2022-11-07T04:02:44.232" v="142" actId="14100"/>
          <ac:picMkLst>
            <pc:docMk/>
            <pc:sldMk cId="4132436519" sldId="302"/>
            <ac:picMk id="6" creationId="{754B0C7E-2993-1CB6-01F6-46BE489DC6AA}"/>
          </ac:picMkLst>
        </pc:picChg>
      </pc:sldChg>
      <pc:sldChg chg="delSp modSp new mod modClrScheme chgLayout">
        <pc:chgData name="Gusti Pangestu" userId="S::gusti.pangestu@binus.ac.id::7768735c-5c0d-4d9b-b550-ead0b3c82a30" providerId="AD" clId="Web-{720B1208-9882-69E9-F657-19234A5FB7AD}" dt="2022-11-07T04:05:46.096" v="163" actId="20577"/>
        <pc:sldMkLst>
          <pc:docMk/>
          <pc:sldMk cId="4173901416" sldId="303"/>
        </pc:sldMkLst>
        <pc:spChg chg="mod ord">
          <ac:chgData name="Gusti Pangestu" userId="S::gusti.pangestu@binus.ac.id::7768735c-5c0d-4d9b-b550-ead0b3c82a30" providerId="AD" clId="Web-{720B1208-9882-69E9-F657-19234A5FB7AD}" dt="2022-11-07T04:03:05.107" v="151"/>
          <ac:spMkLst>
            <pc:docMk/>
            <pc:sldMk cId="4173901416" sldId="303"/>
            <ac:spMk id="2" creationId="{7FB49A5B-ECAF-EBBC-3873-FB348245361C}"/>
          </ac:spMkLst>
        </pc:spChg>
        <pc:spChg chg="mod ord">
          <ac:chgData name="Gusti Pangestu" userId="S::gusti.pangestu@binus.ac.id::7768735c-5c0d-4d9b-b550-ead0b3c82a30" providerId="AD" clId="Web-{720B1208-9882-69E9-F657-19234A5FB7AD}" dt="2022-11-07T04:05:46.096" v="163" actId="20577"/>
          <ac:spMkLst>
            <pc:docMk/>
            <pc:sldMk cId="4173901416" sldId="303"/>
            <ac:spMk id="3" creationId="{2A63F7BD-5F34-FF40-B3E7-06BA317A5E89}"/>
          </ac:spMkLst>
        </pc:spChg>
        <pc:spChg chg="del">
          <ac:chgData name="Gusti Pangestu" userId="S::gusti.pangestu@binus.ac.id::7768735c-5c0d-4d9b-b550-ead0b3c82a30" providerId="AD" clId="Web-{720B1208-9882-69E9-F657-19234A5FB7AD}" dt="2022-11-07T04:03:05.107" v="151"/>
          <ac:spMkLst>
            <pc:docMk/>
            <pc:sldMk cId="4173901416" sldId="303"/>
            <ac:spMk id="4" creationId="{4AE121A9-4D45-4B4A-803F-484E11F8DE77}"/>
          </ac:spMkLst>
        </pc:spChg>
      </pc:sldChg>
      <pc:sldChg chg="addSp delSp modSp new mod modClrScheme chgLayout">
        <pc:chgData name="Gusti Pangestu" userId="S::gusti.pangestu@binus.ac.id::7768735c-5c0d-4d9b-b550-ead0b3c82a30" providerId="AD" clId="Web-{720B1208-9882-69E9-F657-19234A5FB7AD}" dt="2022-11-07T04:13:23.512" v="188"/>
        <pc:sldMkLst>
          <pc:docMk/>
          <pc:sldMk cId="2940983348" sldId="304"/>
        </pc:sldMkLst>
        <pc:spChg chg="mod">
          <ac:chgData name="Gusti Pangestu" userId="S::gusti.pangestu@binus.ac.id::7768735c-5c0d-4d9b-b550-ead0b3c82a30" providerId="AD" clId="Web-{720B1208-9882-69E9-F657-19234A5FB7AD}" dt="2022-11-07T04:10:41.556" v="183"/>
          <ac:spMkLst>
            <pc:docMk/>
            <pc:sldMk cId="2940983348" sldId="304"/>
            <ac:spMk id="2" creationId="{C4788C68-CDFF-DA28-8C83-678B0CE52CE8}"/>
          </ac:spMkLst>
        </pc:spChg>
        <pc:spChg chg="mod">
          <ac:chgData name="Gusti Pangestu" userId="S::gusti.pangestu@binus.ac.id::7768735c-5c0d-4d9b-b550-ead0b3c82a30" providerId="AD" clId="Web-{720B1208-9882-69E9-F657-19234A5FB7AD}" dt="2022-11-07T04:10:41.556" v="183"/>
          <ac:spMkLst>
            <pc:docMk/>
            <pc:sldMk cId="2940983348" sldId="304"/>
            <ac:spMk id="3" creationId="{C903FC3C-F322-D478-CB29-DB8CC921E64B}"/>
          </ac:spMkLst>
        </pc:spChg>
        <pc:spChg chg="add del mod">
          <ac:chgData name="Gusti Pangestu" userId="S::gusti.pangestu@binus.ac.id::7768735c-5c0d-4d9b-b550-ead0b3c82a30" providerId="AD" clId="Web-{720B1208-9882-69E9-F657-19234A5FB7AD}" dt="2022-11-07T04:13:23.512" v="188"/>
          <ac:spMkLst>
            <pc:docMk/>
            <pc:sldMk cId="2940983348" sldId="304"/>
            <ac:spMk id="5" creationId="{18185BE2-DC0A-FFB7-C401-9168162AC7BF}"/>
          </ac:spMkLst>
        </pc:spChg>
        <pc:picChg chg="add mod">
          <ac:chgData name="Gusti Pangestu" userId="S::gusti.pangestu@binus.ac.id::7768735c-5c0d-4d9b-b550-ead0b3c82a30" providerId="AD" clId="Web-{720B1208-9882-69E9-F657-19234A5FB7AD}" dt="2022-11-07T04:10:41.556" v="183"/>
          <ac:picMkLst>
            <pc:docMk/>
            <pc:sldMk cId="2940983348" sldId="304"/>
            <ac:picMk id="4" creationId="{567927FE-17B5-C96D-0D82-DB6D5753586F}"/>
          </ac:picMkLst>
        </pc:picChg>
      </pc:sldChg>
      <pc:sldChg chg="new">
        <pc:chgData name="Gusti Pangestu" userId="S::gusti.pangestu@binus.ac.id::7768735c-5c0d-4d9b-b550-ead0b3c82a30" providerId="AD" clId="Web-{720B1208-9882-69E9-F657-19234A5FB7AD}" dt="2022-11-07T04:10:44.821" v="184"/>
        <pc:sldMkLst>
          <pc:docMk/>
          <pc:sldMk cId="654897096" sldId="305"/>
        </pc:sldMkLst>
      </pc:sldChg>
      <pc:sldChg chg="addSp delSp modSp new">
        <pc:chgData name="Gusti Pangestu" userId="S::gusti.pangestu@binus.ac.id::7768735c-5c0d-4d9b-b550-ead0b3c82a30" providerId="AD" clId="Web-{720B1208-9882-69E9-F657-19234A5FB7AD}" dt="2022-11-07T04:14:14.951" v="199"/>
        <pc:sldMkLst>
          <pc:docMk/>
          <pc:sldMk cId="4236229230" sldId="306"/>
        </pc:sldMkLst>
        <pc:spChg chg="mod">
          <ac:chgData name="Gusti Pangestu" userId="S::gusti.pangestu@binus.ac.id::7768735c-5c0d-4d9b-b550-ead0b3c82a30" providerId="AD" clId="Web-{720B1208-9882-69E9-F657-19234A5FB7AD}" dt="2022-11-07T04:13:41.919" v="190" actId="20577"/>
          <ac:spMkLst>
            <pc:docMk/>
            <pc:sldMk cId="4236229230" sldId="306"/>
            <ac:spMk id="2" creationId="{7A3642D9-5425-D77F-4AA1-75B9612D826D}"/>
          </ac:spMkLst>
        </pc:spChg>
        <pc:spChg chg="mod">
          <ac:chgData name="Gusti Pangestu" userId="S::gusti.pangestu@binus.ac.id::7768735c-5c0d-4d9b-b550-ead0b3c82a30" providerId="AD" clId="Web-{720B1208-9882-69E9-F657-19234A5FB7AD}" dt="2022-11-07T04:14:14.654" v="198" actId="20577"/>
          <ac:spMkLst>
            <pc:docMk/>
            <pc:sldMk cId="4236229230" sldId="306"/>
            <ac:spMk id="3" creationId="{7B356FCF-8845-F360-87D4-0F71479CE54C}"/>
          </ac:spMkLst>
        </pc:spChg>
        <pc:spChg chg="del mod">
          <ac:chgData name="Gusti Pangestu" userId="S::gusti.pangestu@binus.ac.id::7768735c-5c0d-4d9b-b550-ead0b3c82a30" providerId="AD" clId="Web-{720B1208-9882-69E9-F657-19234A5FB7AD}" dt="2022-11-07T04:14:14.951" v="199"/>
          <ac:spMkLst>
            <pc:docMk/>
            <pc:sldMk cId="4236229230" sldId="306"/>
            <ac:spMk id="4" creationId="{55E8D57B-6EE5-3B5B-F87A-C42C13E9B08D}"/>
          </ac:spMkLst>
        </pc:spChg>
        <pc:picChg chg="add mod ord">
          <ac:chgData name="Gusti Pangestu" userId="S::gusti.pangestu@binus.ac.id::7768735c-5c0d-4d9b-b550-ead0b3c82a30" providerId="AD" clId="Web-{720B1208-9882-69E9-F657-19234A5FB7AD}" dt="2022-11-07T04:14:14.951" v="199"/>
          <ac:picMkLst>
            <pc:docMk/>
            <pc:sldMk cId="4236229230" sldId="306"/>
            <ac:picMk id="5" creationId="{4829A912-79FA-DC2E-C81E-AC753C602E4E}"/>
          </ac:picMkLst>
        </pc:picChg>
      </pc:sldChg>
      <pc:sldChg chg="addSp delSp modSp new">
        <pc:chgData name="Gusti Pangestu" userId="S::gusti.pangestu@binus.ac.id::7768735c-5c0d-4d9b-b550-ead0b3c82a30" providerId="AD" clId="Web-{720B1208-9882-69E9-F657-19234A5FB7AD}" dt="2022-11-07T04:15:16.453" v="212" actId="1076"/>
        <pc:sldMkLst>
          <pc:docMk/>
          <pc:sldMk cId="868108864" sldId="307"/>
        </pc:sldMkLst>
        <pc:spChg chg="mod">
          <ac:chgData name="Gusti Pangestu" userId="S::gusti.pangestu@binus.ac.id::7768735c-5c0d-4d9b-b550-ead0b3c82a30" providerId="AD" clId="Web-{720B1208-9882-69E9-F657-19234A5FB7AD}" dt="2022-11-07T04:14:22.404" v="203" actId="20577"/>
          <ac:spMkLst>
            <pc:docMk/>
            <pc:sldMk cId="868108864" sldId="307"/>
            <ac:spMk id="2" creationId="{0E38D3F5-BD2C-FC62-AF24-18FFE2D734FF}"/>
          </ac:spMkLst>
        </pc:spChg>
        <pc:spChg chg="mod">
          <ac:chgData name="Gusti Pangestu" userId="S::gusti.pangestu@binus.ac.id::7768735c-5c0d-4d9b-b550-ead0b3c82a30" providerId="AD" clId="Web-{720B1208-9882-69E9-F657-19234A5FB7AD}" dt="2022-11-07T04:14:51.046" v="206" actId="20577"/>
          <ac:spMkLst>
            <pc:docMk/>
            <pc:sldMk cId="868108864" sldId="307"/>
            <ac:spMk id="3" creationId="{557FB63A-8217-6916-BC46-32DB265A2C53}"/>
          </ac:spMkLst>
        </pc:spChg>
        <pc:spChg chg="del">
          <ac:chgData name="Gusti Pangestu" userId="S::gusti.pangestu@binus.ac.id::7768735c-5c0d-4d9b-b550-ead0b3c82a30" providerId="AD" clId="Web-{720B1208-9882-69E9-F657-19234A5FB7AD}" dt="2022-11-07T04:14:51.327" v="207"/>
          <ac:spMkLst>
            <pc:docMk/>
            <pc:sldMk cId="868108864" sldId="307"/>
            <ac:spMk id="4" creationId="{BC04992C-BAA4-B274-C21C-1D0323B8983A}"/>
          </ac:spMkLst>
        </pc:spChg>
        <pc:picChg chg="add mod ord">
          <ac:chgData name="Gusti Pangestu" userId="S::gusti.pangestu@binus.ac.id::7768735c-5c0d-4d9b-b550-ead0b3c82a30" providerId="AD" clId="Web-{720B1208-9882-69E9-F657-19234A5FB7AD}" dt="2022-11-07T04:14:55.655" v="208" actId="1076"/>
          <ac:picMkLst>
            <pc:docMk/>
            <pc:sldMk cId="868108864" sldId="307"/>
            <ac:picMk id="5" creationId="{F34513C8-457D-4A23-81AC-B500639EF016}"/>
          </ac:picMkLst>
        </pc:picChg>
        <pc:picChg chg="add mod">
          <ac:chgData name="Gusti Pangestu" userId="S::gusti.pangestu@binus.ac.id::7768735c-5c0d-4d9b-b550-ead0b3c82a30" providerId="AD" clId="Web-{720B1208-9882-69E9-F657-19234A5FB7AD}" dt="2022-11-07T04:15:16.453" v="212" actId="1076"/>
          <ac:picMkLst>
            <pc:docMk/>
            <pc:sldMk cId="868108864" sldId="307"/>
            <ac:picMk id="6" creationId="{C5EB86F0-47F2-AD2B-D956-D419E5AD164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EE347AD-4C68-40F0-A7FE-7B388326E828}" type="datetimeFigureOut">
              <a:rPr lang="id-ID" smtClean="0"/>
              <a:t>02/01/2023</a:t>
            </a:fld>
            <a:endParaRPr lang="id-ID"/>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8A3A927-6C38-4632-942C-2C21A01C7D94}" type="slidenum">
              <a:rPr lang="id-ID" smtClean="0"/>
              <a:t>‹#›</a:t>
            </a:fld>
            <a:endParaRPr lang="id-ID"/>
          </a:p>
        </p:txBody>
      </p:sp>
    </p:spTree>
    <p:extLst>
      <p:ext uri="{BB962C8B-B14F-4D97-AF65-F5344CB8AC3E}">
        <p14:creationId xmlns:p14="http://schemas.microsoft.com/office/powerpoint/2010/main" val="3493954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1" descr="Background 01.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62" y="4763"/>
            <a:ext cx="9139237" cy="6461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p:cNvSpPr/>
          <p:nvPr userDrawn="1"/>
        </p:nvSpPr>
        <p:spPr>
          <a:xfrm>
            <a:off x="1691679" y="1628800"/>
            <a:ext cx="7452319" cy="5229200"/>
          </a:xfrm>
          <a:prstGeom prst="rect">
            <a:avLst/>
          </a:prstGeom>
          <a:solidFill>
            <a:srgbClr val="008F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ctrTitle" hasCustomPrompt="1"/>
          </p:nvPr>
        </p:nvSpPr>
        <p:spPr>
          <a:xfrm>
            <a:off x="1835696" y="2708920"/>
            <a:ext cx="7128792" cy="1470025"/>
          </a:xfrm>
        </p:spPr>
        <p:txBody>
          <a:bodyPr/>
          <a:lstStyle>
            <a:lvl1pPr eaLnBrk="1" hangingPunct="1">
              <a:defRPr sz="4400">
                <a:solidFill>
                  <a:schemeClr val="bg1"/>
                </a:solidFill>
              </a:defRPr>
            </a:lvl1pPr>
          </a:lstStyle>
          <a:p>
            <a:pPr eaLnBrk="1" hangingPunct="1"/>
            <a:r>
              <a:rPr lang="en-US" sz="3200" b="1">
                <a:solidFill>
                  <a:schemeClr val="bg1"/>
                </a:solidFill>
                <a:latin typeface="Open Sans" pitchFamily="-84" charset="0"/>
                <a:ea typeface="ＭＳ Ｐゴシック" pitchFamily="34" charset="-128"/>
              </a:rPr>
              <a:t>Headline Open Sans Bold 32pt</a:t>
            </a:r>
          </a:p>
        </p:txBody>
      </p:sp>
      <p:sp>
        <p:nvSpPr>
          <p:cNvPr id="3" name="Subtitle 2"/>
          <p:cNvSpPr>
            <a:spLocks noGrp="1"/>
          </p:cNvSpPr>
          <p:nvPr>
            <p:ph type="subTitle" idx="1"/>
          </p:nvPr>
        </p:nvSpPr>
        <p:spPr>
          <a:xfrm>
            <a:off x="2267744" y="4295527"/>
            <a:ext cx="6400800" cy="576064"/>
          </a:xfrm>
        </p:spPr>
        <p:txBody>
          <a:bodyPr>
            <a:normAutofit/>
          </a:bodyPr>
          <a:lstStyle>
            <a:lvl1pPr marL="0" indent="0" algn="ctr">
              <a:buNone/>
              <a:defRPr sz="2400">
                <a:solidFill>
                  <a:schemeClr val="bg1"/>
                </a:solidFill>
                <a:latin typeface="Open San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id-ID"/>
          </a:p>
        </p:txBody>
      </p:sp>
      <p:sp>
        <p:nvSpPr>
          <p:cNvPr id="4"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a:xfrm>
            <a:off x="3124200" y="6453336"/>
            <a:ext cx="2895600" cy="365125"/>
          </a:xfrm>
        </p:spPr>
        <p:txBody>
          <a:bodyPr/>
          <a:lstStyle/>
          <a:p>
            <a:endParaRPr lang="id-ID"/>
          </a:p>
        </p:txBody>
      </p:sp>
      <p:sp>
        <p:nvSpPr>
          <p:cNvPr id="6"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pic>
        <p:nvPicPr>
          <p:cNvPr id="11" name="Picture 1" descr="Background 01-01.jpg">
            <a:extLst>
              <a:ext uri="{FF2B5EF4-FFF2-40B4-BE49-F238E27FC236}">
                <a16:creationId xmlns:a16="http://schemas.microsoft.com/office/drawing/2014/main" id="{BAB1F597-27DD-4AD5-9342-11528D4387BB}"/>
              </a:ext>
            </a:extLst>
          </p:cNvPr>
          <p:cNvPicPr>
            <a:picLocks noChangeAspect="1"/>
          </p:cNvPicPr>
          <p:nvPr userDrawn="1"/>
        </p:nvPicPr>
        <p:blipFill>
          <a:blip r:embed="rId3" cstate="screen"/>
          <a:srcRect/>
          <a:stretch>
            <a:fillRect/>
          </a:stretch>
        </p:blipFill>
        <p:spPr bwMode="auto">
          <a:xfrm>
            <a:off x="-1" y="0"/>
            <a:ext cx="9146207" cy="6858000"/>
          </a:xfrm>
          <a:prstGeom prst="rect">
            <a:avLst/>
          </a:prstGeom>
          <a:noFill/>
          <a:ln w="9525">
            <a:noFill/>
            <a:miter lim="800000"/>
            <a:headEnd/>
            <a:tailEnd/>
          </a:ln>
        </p:spPr>
      </p:pic>
      <p:pic>
        <p:nvPicPr>
          <p:cNvPr id="12" name="Picture 11" descr="A screenshot of a cell phone&#10;&#10;Description automatically generated">
            <a:extLst>
              <a:ext uri="{FF2B5EF4-FFF2-40B4-BE49-F238E27FC236}">
                <a16:creationId xmlns:a16="http://schemas.microsoft.com/office/drawing/2014/main" id="{37C18FCB-F3A8-4188-9F49-B2D77ECA9ACD}"/>
              </a:ext>
            </a:extLst>
          </p:cNvPr>
          <p:cNvPicPr>
            <a:picLocks noChangeAspect="1"/>
          </p:cNvPicPr>
          <p:nvPr userDrawn="1"/>
        </p:nvPicPr>
        <p:blipFill rotWithShape="1">
          <a:blip r:embed="rId4"/>
          <a:srcRect l="20942" t="89154" r="21091" b="4449"/>
          <a:stretch/>
        </p:blipFill>
        <p:spPr>
          <a:xfrm>
            <a:off x="5417838" y="650553"/>
            <a:ext cx="3426919" cy="534843"/>
          </a:xfrm>
          <a:prstGeom prst="rect">
            <a:avLst/>
          </a:prstGeom>
          <a:ln w="3175">
            <a:noFill/>
          </a:ln>
        </p:spPr>
      </p:pic>
    </p:spTree>
    <p:extLst>
      <p:ext uri="{BB962C8B-B14F-4D97-AF65-F5344CB8AC3E}">
        <p14:creationId xmlns:p14="http://schemas.microsoft.com/office/powerpoint/2010/main" val="2725141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1" descr="Background 02.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3937"/>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title"/>
          </p:nvPr>
        </p:nvSpPr>
        <p:spPr>
          <a:xfrm>
            <a:off x="1911350" y="2060848"/>
            <a:ext cx="6837114" cy="792088"/>
          </a:xfrm>
        </p:spPr>
        <p:txBody>
          <a:bodyPr>
            <a:normAutofit/>
          </a:bodyPr>
          <a:lstStyle>
            <a:lvl1pPr algn="l">
              <a:defRPr sz="3000" b="1">
                <a:solidFill>
                  <a:srgbClr val="0079B8"/>
                </a:solidFill>
                <a:latin typeface="Open Sans"/>
              </a:defRPr>
            </a:lvl1pPr>
          </a:lstStyle>
          <a:p>
            <a:r>
              <a:rPr lang="en-US"/>
              <a:t>Click to edit Master title style</a:t>
            </a:r>
            <a:endParaRPr lang="id-ID"/>
          </a:p>
        </p:txBody>
      </p:sp>
      <p:sp>
        <p:nvSpPr>
          <p:cNvPr id="8"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02/01/2023</a:t>
            </a:fld>
            <a:endParaRPr lang="id-ID"/>
          </a:p>
        </p:txBody>
      </p:sp>
      <p:sp>
        <p:nvSpPr>
          <p:cNvPr id="9" name="Footer Placeholder 4"/>
          <p:cNvSpPr>
            <a:spLocks noGrp="1"/>
          </p:cNvSpPr>
          <p:nvPr>
            <p:ph type="ftr" sz="quarter" idx="11"/>
          </p:nvPr>
        </p:nvSpPr>
        <p:spPr>
          <a:xfrm>
            <a:off x="3124200" y="6453336"/>
            <a:ext cx="2895600" cy="365125"/>
          </a:xfrm>
        </p:spPr>
        <p:txBody>
          <a:bodyPr/>
          <a:lstStyle/>
          <a:p>
            <a:endParaRPr lang="id-ID"/>
          </a:p>
        </p:txBody>
      </p:sp>
      <p:sp>
        <p:nvSpPr>
          <p:cNvPr id="10"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
        <p:nvSpPr>
          <p:cNvPr id="14" name="Content Placeholder 2"/>
          <p:cNvSpPr>
            <a:spLocks noGrp="1"/>
          </p:cNvSpPr>
          <p:nvPr>
            <p:ph idx="1"/>
          </p:nvPr>
        </p:nvSpPr>
        <p:spPr>
          <a:xfrm>
            <a:off x="1911350" y="3429001"/>
            <a:ext cx="6837114" cy="304042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16" name="Subtitle 2"/>
          <p:cNvSpPr>
            <a:spLocks noGrp="1"/>
          </p:cNvSpPr>
          <p:nvPr>
            <p:ph type="subTitle" idx="13"/>
          </p:nvPr>
        </p:nvSpPr>
        <p:spPr>
          <a:xfrm>
            <a:off x="1907704" y="2852936"/>
            <a:ext cx="6840760" cy="504056"/>
          </a:xfrm>
        </p:spPr>
        <p:txBody>
          <a:bodyPr vert="horz" lIns="91440" tIns="45720" rIns="91440" bIns="45720" rtlCol="0" anchor="ctr">
            <a:normAutofit/>
          </a:bodyPr>
          <a:lstStyle>
            <a:lvl1pPr>
              <a:defRPr lang="id-ID" sz="2200" b="1" dirty="0">
                <a:solidFill>
                  <a:srgbClr val="0079B8"/>
                </a:solidFill>
                <a:latin typeface="Open Sans"/>
                <a:ea typeface="+mj-ea"/>
                <a:cs typeface="+mj-cs"/>
              </a:defRPr>
            </a:lvl1pPr>
          </a:lstStyle>
          <a:p>
            <a:pPr lvl="0">
              <a:spcBef>
                <a:spcPct val="0"/>
              </a:spcBef>
              <a:buNone/>
            </a:pPr>
            <a:r>
              <a:rPr lang="en-US"/>
              <a:t>Click to edit Master subtitle style</a:t>
            </a:r>
            <a:endParaRPr lang="id-ID"/>
          </a:p>
        </p:txBody>
      </p:sp>
      <p:pic>
        <p:nvPicPr>
          <p:cNvPr id="12" name="Picture 1" descr="Background 01-02.jpg">
            <a:extLst>
              <a:ext uri="{FF2B5EF4-FFF2-40B4-BE49-F238E27FC236}">
                <a16:creationId xmlns:a16="http://schemas.microsoft.com/office/drawing/2014/main" id="{85D2C002-CFDC-4500-9C4B-9C7B4FA4308D}"/>
              </a:ext>
            </a:extLst>
          </p:cNvPr>
          <p:cNvPicPr>
            <a:picLocks noChangeAspect="1"/>
          </p:cNvPicPr>
          <p:nvPr userDrawn="1"/>
        </p:nvPicPr>
        <p:blipFill>
          <a:blip r:embed="rId3" cstate="screen"/>
          <a:srcRect/>
          <a:stretch>
            <a:fillRect/>
          </a:stretch>
        </p:blipFill>
        <p:spPr bwMode="auto">
          <a:xfrm>
            <a:off x="0" y="0"/>
            <a:ext cx="9144000" cy="6858000"/>
          </a:xfrm>
          <a:prstGeom prst="rect">
            <a:avLst/>
          </a:prstGeom>
          <a:noFill/>
          <a:ln w="9525">
            <a:noFill/>
            <a:miter lim="800000"/>
            <a:headEnd/>
            <a:tailEnd/>
          </a:ln>
        </p:spPr>
      </p:pic>
      <p:pic>
        <p:nvPicPr>
          <p:cNvPr id="13" name="Picture 12" descr="A screenshot of a cell phone&#10;&#10;Description automatically generated">
            <a:extLst>
              <a:ext uri="{FF2B5EF4-FFF2-40B4-BE49-F238E27FC236}">
                <a16:creationId xmlns:a16="http://schemas.microsoft.com/office/drawing/2014/main" id="{FE1BE66E-B095-4930-9921-1D3A326974AF}"/>
              </a:ext>
            </a:extLst>
          </p:cNvPr>
          <p:cNvPicPr>
            <a:picLocks noChangeAspect="1"/>
          </p:cNvPicPr>
          <p:nvPr userDrawn="1"/>
        </p:nvPicPr>
        <p:blipFill rotWithShape="1">
          <a:blip r:embed="rId4"/>
          <a:srcRect l="20942" t="89154" r="21091" b="4449"/>
          <a:stretch/>
        </p:blipFill>
        <p:spPr>
          <a:xfrm>
            <a:off x="2971800" y="5925358"/>
            <a:ext cx="3426092" cy="534714"/>
          </a:xfrm>
          <a:prstGeom prst="rect">
            <a:avLst/>
          </a:prstGeom>
          <a:ln w="3175">
            <a:noFill/>
          </a:ln>
        </p:spPr>
      </p:pic>
    </p:spTree>
    <p:extLst>
      <p:ext uri="{BB962C8B-B14F-4D97-AF65-F5344CB8AC3E}">
        <p14:creationId xmlns:p14="http://schemas.microsoft.com/office/powerpoint/2010/main" val="761869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31640" y="4406901"/>
            <a:ext cx="7344816" cy="678284"/>
          </a:xfrm>
        </p:spPr>
        <p:txBody>
          <a:bodyPr anchor="t">
            <a:noAutofit/>
          </a:bodyPr>
          <a:lstStyle>
            <a:lvl1pPr algn="l">
              <a:defRPr sz="3000" b="1" cap="all"/>
            </a:lvl1pPr>
          </a:lstStyle>
          <a:p>
            <a:r>
              <a:rPr lang="en-US"/>
              <a:t>Click to edit Master title style</a:t>
            </a:r>
            <a:endParaRPr lang="id-ID"/>
          </a:p>
        </p:txBody>
      </p:sp>
      <p:sp>
        <p:nvSpPr>
          <p:cNvPr id="3" name="Text Placeholder 2"/>
          <p:cNvSpPr>
            <a:spLocks noGrp="1"/>
          </p:cNvSpPr>
          <p:nvPr>
            <p:ph type="body" idx="1"/>
          </p:nvPr>
        </p:nvSpPr>
        <p:spPr>
          <a:xfrm>
            <a:off x="1331640" y="2906713"/>
            <a:ext cx="734481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593648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1619672" y="2636912"/>
            <a:ext cx="3456384"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5148064" y="2636912"/>
            <a:ext cx="3538736"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401632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19672" y="1484784"/>
            <a:ext cx="7067128" cy="1008112"/>
          </a:xfrm>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16196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19672" y="2708920"/>
            <a:ext cx="3456384" cy="3456384"/>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Content Placeholder 5"/>
          <p:cNvSpPr>
            <a:spLocks noGrp="1"/>
          </p:cNvSpPr>
          <p:nvPr>
            <p:ph sz="quarter" idx="4"/>
          </p:nvPr>
        </p:nvSpPr>
        <p:spPr>
          <a:xfrm>
            <a:off x="5220072" y="2708919"/>
            <a:ext cx="3466728" cy="3456385"/>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F173735F-2667-4028-B606-D96AABD86FDB}" type="slidenum">
              <a:rPr lang="id-ID" smtClean="0"/>
              <a:pPr/>
              <a:t>‹#›</a:t>
            </a:fld>
            <a:endParaRPr lang="id-ID"/>
          </a:p>
        </p:txBody>
      </p:sp>
      <p:sp>
        <p:nvSpPr>
          <p:cNvPr id="10" name="Text Placeholder 2"/>
          <p:cNvSpPr>
            <a:spLocks noGrp="1"/>
          </p:cNvSpPr>
          <p:nvPr>
            <p:ph type="body" idx="13"/>
          </p:nvPr>
        </p:nvSpPr>
        <p:spPr>
          <a:xfrm>
            <a:off x="52200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359855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Date Placeholder 2"/>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435514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4763"/>
            <a:ext cx="9693629" cy="685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313250" y="2859881"/>
            <a:ext cx="7067128" cy="1143000"/>
          </a:xfrm>
        </p:spPr>
        <p:txBody>
          <a:bodyPr>
            <a:normAutofit/>
          </a:bodyPr>
          <a:lstStyle>
            <a:lvl1pPr>
              <a:defRPr sz="320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273697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07704" y="1628800"/>
            <a:ext cx="6768752" cy="802010"/>
          </a:xfrm>
        </p:spPr>
        <p:txBody>
          <a:bodyPr anchor="b">
            <a:normAutofit/>
          </a:bodyPr>
          <a:lstStyle>
            <a:lvl1pPr algn="l">
              <a:defRPr sz="3000" b="1"/>
            </a:lvl1pPr>
          </a:lstStyle>
          <a:p>
            <a:r>
              <a:rPr lang="en-US"/>
              <a:t>Click to edit Master title style</a:t>
            </a:r>
            <a:endParaRPr lang="id-ID"/>
          </a:p>
        </p:txBody>
      </p:sp>
      <p:sp>
        <p:nvSpPr>
          <p:cNvPr id="3" name="Content Placeholder 2"/>
          <p:cNvSpPr>
            <a:spLocks noGrp="1"/>
          </p:cNvSpPr>
          <p:nvPr>
            <p:ph idx="1"/>
          </p:nvPr>
        </p:nvSpPr>
        <p:spPr>
          <a:xfrm>
            <a:off x="1907705" y="2564904"/>
            <a:ext cx="3168352" cy="3672408"/>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p:cNvSpPr>
            <a:spLocks noGrp="1"/>
          </p:cNvSpPr>
          <p:nvPr>
            <p:ph type="body" sz="half" idx="2"/>
          </p:nvPr>
        </p:nvSpPr>
        <p:spPr>
          <a:xfrm>
            <a:off x="5220072" y="2564904"/>
            <a:ext cx="3430017" cy="3672160"/>
          </a:xfrm>
        </p:spPr>
        <p:txBody>
          <a:bodyPr>
            <a:norm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161704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6884168" cy="566738"/>
          </a:xfrm>
        </p:spPr>
        <p:txBody>
          <a:bodyPr anchor="b"/>
          <a:lstStyle>
            <a:lvl1pPr algn="l">
              <a:defRPr sz="2000" b="1"/>
            </a:lvl1pPr>
          </a:lstStyle>
          <a:p>
            <a:r>
              <a:rPr lang="en-US"/>
              <a:t>Click to edit Master title style</a:t>
            </a:r>
            <a:endParaRPr lang="id-ID"/>
          </a:p>
        </p:txBody>
      </p:sp>
      <p:sp>
        <p:nvSpPr>
          <p:cNvPr id="3" name="Picture Placeholder 2"/>
          <p:cNvSpPr>
            <a:spLocks noGrp="1"/>
          </p:cNvSpPr>
          <p:nvPr>
            <p:ph type="pic" idx="1"/>
          </p:nvPr>
        </p:nvSpPr>
        <p:spPr>
          <a:xfrm>
            <a:off x="1792288" y="1916832"/>
            <a:ext cx="6884168" cy="281074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id-ID"/>
          </a:p>
        </p:txBody>
      </p:sp>
      <p:sp>
        <p:nvSpPr>
          <p:cNvPr id="4" name="Text Placeholder 3"/>
          <p:cNvSpPr>
            <a:spLocks noGrp="1"/>
          </p:cNvSpPr>
          <p:nvPr>
            <p:ph type="body" sz="half" idx="2"/>
          </p:nvPr>
        </p:nvSpPr>
        <p:spPr>
          <a:xfrm>
            <a:off x="1792288" y="5367338"/>
            <a:ext cx="688416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3193814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635969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484784"/>
            <a:ext cx="2057400" cy="4641379"/>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1043608" y="1484784"/>
            <a:ext cx="5433392" cy="46413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11887607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11759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Picture 1" descr="Background 02.jpg"/>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0" y="4764"/>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Placeholder 1"/>
          <p:cNvSpPr>
            <a:spLocks noGrp="1"/>
          </p:cNvSpPr>
          <p:nvPr>
            <p:ph type="title"/>
          </p:nvPr>
        </p:nvSpPr>
        <p:spPr>
          <a:xfrm>
            <a:off x="1619672" y="1484784"/>
            <a:ext cx="7067128" cy="1143000"/>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1619672" y="2636912"/>
            <a:ext cx="7067128" cy="34892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2"/>
          </p:nvPr>
        </p:nvSpPr>
        <p:spPr>
          <a:xfrm>
            <a:off x="457200" y="6453336"/>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F9B71C-2D91-4D15-BAB7-ADA66F828B46}" type="datetimeFigureOut">
              <a:rPr lang="id-ID" smtClean="0"/>
              <a:pPr/>
              <a:t>02/01/2023</a:t>
            </a:fld>
            <a:endParaRPr lang="id-ID"/>
          </a:p>
        </p:txBody>
      </p:sp>
      <p:sp>
        <p:nvSpPr>
          <p:cNvPr id="5" name="Footer Placeholder 4"/>
          <p:cNvSpPr>
            <a:spLocks noGrp="1"/>
          </p:cNvSpPr>
          <p:nvPr>
            <p:ph type="ftr" sz="quarter" idx="3"/>
          </p:nvPr>
        </p:nvSpPr>
        <p:spPr>
          <a:xfrm>
            <a:off x="3124200" y="6453336"/>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553200" y="6453336"/>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3735F-2667-4028-B606-D96AABD86FDB}" type="slidenum">
              <a:rPr lang="id-ID" smtClean="0"/>
              <a:pPr/>
              <a:t>‹#›</a:t>
            </a:fld>
            <a:endParaRPr lang="id-ID"/>
          </a:p>
        </p:txBody>
      </p:sp>
    </p:spTree>
    <p:extLst>
      <p:ext uri="{BB962C8B-B14F-4D97-AF65-F5344CB8AC3E}">
        <p14:creationId xmlns:p14="http://schemas.microsoft.com/office/powerpoint/2010/main" val="2818913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3000" b="1" kern="1200">
          <a:solidFill>
            <a:srgbClr val="0079B8"/>
          </a:solidFill>
          <a:latin typeface="Open Sans"/>
          <a:ea typeface="+mj-ea"/>
          <a:cs typeface="+mj-cs"/>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hyperlink" Target="https://go.dev/doc/instal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cs typeface="Calibri Light"/>
              </a:rPr>
              <a:t>Popular Programming Tech</a:t>
            </a:r>
            <a:endParaRPr lang="en-US">
              <a:ea typeface="Open Sans"/>
              <a:cs typeface="Calibri Light"/>
            </a:endParaRPr>
          </a:p>
        </p:txBody>
      </p:sp>
      <p:sp>
        <p:nvSpPr>
          <p:cNvPr id="3" name="Subtitle 2"/>
          <p:cNvSpPr>
            <a:spLocks noGrp="1"/>
          </p:cNvSpPr>
          <p:nvPr>
            <p:ph type="subTitle" idx="1"/>
          </p:nvPr>
        </p:nvSpPr>
        <p:spPr/>
        <p:txBody>
          <a:bodyPr vert="horz" lIns="68580" tIns="34290" rIns="68580" bIns="34290" rtlCol="0" anchor="t">
            <a:normAutofit fontScale="70000" lnSpcReduction="20000"/>
          </a:bodyPr>
          <a:lstStyle/>
          <a:p>
            <a:r>
              <a:rPr lang="en-US">
                <a:cs typeface="Calibri"/>
              </a:rPr>
              <a:t>Part 2</a:t>
            </a:r>
          </a:p>
          <a:p>
            <a:r>
              <a:rPr lang="en-US" b="1">
                <a:ea typeface="Open Sans"/>
                <a:cs typeface="Open Sans"/>
              </a:rPr>
              <a:t>Basics of GO Language / Tutorial</a:t>
            </a:r>
            <a:endParaRPr lang="en-US">
              <a:ea typeface="Open Sans"/>
              <a:cs typeface="Open Sans"/>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E616B-94C1-4821-AA95-497C64ADBC5C}"/>
              </a:ext>
            </a:extLst>
          </p:cNvPr>
          <p:cNvSpPr>
            <a:spLocks noGrp="1"/>
          </p:cNvSpPr>
          <p:nvPr>
            <p:ph type="title"/>
          </p:nvPr>
        </p:nvSpPr>
        <p:spPr/>
        <p:txBody>
          <a:bodyPr/>
          <a:lstStyle/>
          <a:p>
            <a:r>
              <a:rPr lang="en-GB"/>
              <a:t>Learning Objective</a:t>
            </a:r>
            <a:endParaRPr lang="id-ID"/>
          </a:p>
        </p:txBody>
      </p:sp>
      <p:sp>
        <p:nvSpPr>
          <p:cNvPr id="3" name="Content Placeholder 2">
            <a:extLst>
              <a:ext uri="{FF2B5EF4-FFF2-40B4-BE49-F238E27FC236}">
                <a16:creationId xmlns:a16="http://schemas.microsoft.com/office/drawing/2014/main" id="{4C14D8CF-1B8B-4AE4-B51C-5D619267E8B5}"/>
              </a:ext>
            </a:extLst>
          </p:cNvPr>
          <p:cNvSpPr>
            <a:spLocks noGrp="1"/>
          </p:cNvSpPr>
          <p:nvPr>
            <p:ph idx="1"/>
          </p:nvPr>
        </p:nvSpPr>
        <p:spPr/>
        <p:txBody>
          <a:bodyPr/>
          <a:lstStyle/>
          <a:p>
            <a:pPr marL="742950" marR="0" lvl="1" indent="-285750">
              <a:lnSpc>
                <a:spcPct val="107000"/>
              </a:lnSpc>
              <a:spcBef>
                <a:spcPts val="0"/>
              </a:spcBef>
              <a:spcAft>
                <a:spcPts val="0"/>
              </a:spcAft>
              <a:buFont typeface="Symbol" panose="05050102010706020507" pitchFamily="18" charset="2"/>
              <a:buChar char=""/>
            </a:pP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LO 1 : Explain fundamental concept of GO Programming Language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Font typeface="Symbol" panose="05050102010706020507" pitchFamily="18" charset="2"/>
              <a:buChar char=""/>
            </a:pP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LO 2 : Apply GO programming language techniques and libraries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27291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27130-CB93-C8BE-7021-F7979E8208C3}"/>
              </a:ext>
            </a:extLst>
          </p:cNvPr>
          <p:cNvSpPr>
            <a:spLocks noGrp="1"/>
          </p:cNvSpPr>
          <p:nvPr>
            <p:ph type="title"/>
          </p:nvPr>
        </p:nvSpPr>
        <p:spPr/>
        <p:txBody>
          <a:bodyPr/>
          <a:lstStyle/>
          <a:p>
            <a:r>
              <a:rPr lang="en-US">
                <a:ea typeface="Open Sans"/>
                <a:cs typeface="Open Sans"/>
              </a:rPr>
              <a:t>Outline</a:t>
            </a:r>
            <a:endParaRPr lang="en-US"/>
          </a:p>
        </p:txBody>
      </p:sp>
      <p:sp>
        <p:nvSpPr>
          <p:cNvPr id="3" name="Content Placeholder 2">
            <a:extLst>
              <a:ext uri="{FF2B5EF4-FFF2-40B4-BE49-F238E27FC236}">
                <a16:creationId xmlns:a16="http://schemas.microsoft.com/office/drawing/2014/main" id="{CFBE6DC7-A61F-27FA-B9A7-7018AFBF0075}"/>
              </a:ext>
            </a:extLst>
          </p:cNvPr>
          <p:cNvSpPr>
            <a:spLocks noGrp="1"/>
          </p:cNvSpPr>
          <p:nvPr>
            <p:ph idx="1"/>
          </p:nvPr>
        </p:nvSpPr>
        <p:spPr/>
        <p:txBody>
          <a:bodyPr vert="horz" lIns="91440" tIns="45720" rIns="91440" bIns="45720" rtlCol="0" anchor="t">
            <a:normAutofit/>
          </a:bodyPr>
          <a:lstStyle/>
          <a:p>
            <a:r>
              <a:rPr lang="en-US" b="1">
                <a:ea typeface="Open Sans"/>
                <a:cs typeface="Open Sans"/>
              </a:rPr>
              <a:t>Hello World</a:t>
            </a:r>
            <a:endParaRPr lang="en-US">
              <a:ea typeface="Open Sans"/>
              <a:cs typeface="Open Sans"/>
            </a:endParaRPr>
          </a:p>
          <a:p>
            <a:r>
              <a:rPr lang="en-US" b="1">
                <a:ea typeface="Open Sans"/>
                <a:cs typeface="Open Sans"/>
              </a:rPr>
              <a:t>Command Line Arguments</a:t>
            </a:r>
            <a:endParaRPr lang="en-US">
              <a:ea typeface="Open Sans"/>
              <a:cs typeface="Open Sans"/>
            </a:endParaRPr>
          </a:p>
          <a:p>
            <a:r>
              <a:rPr lang="en-US" b="1">
                <a:ea typeface="Open Sans"/>
                <a:cs typeface="Open Sans"/>
              </a:rPr>
              <a:t>Finding duplicate lines</a:t>
            </a:r>
            <a:endParaRPr lang="en-US">
              <a:ea typeface="Open Sans"/>
              <a:cs typeface="Open Sans"/>
            </a:endParaRPr>
          </a:p>
          <a:p>
            <a:r>
              <a:rPr lang="en-US" b="1">
                <a:ea typeface="Open Sans"/>
                <a:cs typeface="Open Sans"/>
              </a:rPr>
              <a:t>Animated GIF’s</a:t>
            </a:r>
            <a:endParaRPr lang="en-US">
              <a:ea typeface="Open Sans"/>
              <a:cs typeface="Open Sans"/>
            </a:endParaRPr>
          </a:p>
          <a:p>
            <a:r>
              <a:rPr lang="en-US" b="1">
                <a:ea typeface="Open Sans"/>
                <a:cs typeface="Open Sans"/>
              </a:rPr>
              <a:t>Fetching URL</a:t>
            </a:r>
            <a:endParaRPr lang="en-US">
              <a:ea typeface="Open Sans"/>
              <a:cs typeface="Open Sans"/>
            </a:endParaRPr>
          </a:p>
          <a:p>
            <a:r>
              <a:rPr lang="en-US" b="1">
                <a:ea typeface="Open Sans"/>
                <a:cs typeface="Open Sans"/>
              </a:rPr>
              <a:t>Fetching URL Concurrently</a:t>
            </a:r>
            <a:endParaRPr lang="en-US">
              <a:ea typeface="Open Sans"/>
              <a:cs typeface="Open Sans"/>
            </a:endParaRPr>
          </a:p>
          <a:p>
            <a:r>
              <a:rPr lang="en-US" b="1">
                <a:ea typeface="Open Sans"/>
                <a:cs typeface="Open Sans"/>
              </a:rPr>
              <a:t>A web server</a:t>
            </a:r>
            <a:endParaRPr lang="en-US">
              <a:ea typeface="Open Sans"/>
              <a:cs typeface="Open Sans"/>
            </a:endParaRPr>
          </a:p>
          <a:p>
            <a:r>
              <a:rPr lang="en-US" b="1">
                <a:ea typeface="Open Sans"/>
                <a:cs typeface="Open Sans"/>
              </a:rPr>
              <a:t>Loose Ends</a:t>
            </a:r>
            <a:endParaRPr lang="en-US">
              <a:ea typeface="Open Sans"/>
              <a:cs typeface="Open Sans"/>
            </a:endParaRPr>
          </a:p>
          <a:p>
            <a:endParaRPr lang="en-US" b="1">
              <a:ea typeface="Open Sans"/>
              <a:cs typeface="Open Sans"/>
            </a:endParaRPr>
          </a:p>
        </p:txBody>
      </p:sp>
    </p:spTree>
    <p:extLst>
      <p:ext uri="{BB962C8B-B14F-4D97-AF65-F5344CB8AC3E}">
        <p14:creationId xmlns:p14="http://schemas.microsoft.com/office/powerpoint/2010/main" val="1545682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E8195-C27D-70D7-28E0-726710B91B9D}"/>
              </a:ext>
            </a:extLst>
          </p:cNvPr>
          <p:cNvSpPr>
            <a:spLocks noGrp="1"/>
          </p:cNvSpPr>
          <p:nvPr>
            <p:ph type="title"/>
          </p:nvPr>
        </p:nvSpPr>
        <p:spPr>
          <a:xfrm>
            <a:off x="1619672" y="1484784"/>
            <a:ext cx="7067128" cy="1143000"/>
          </a:xfrm>
        </p:spPr>
        <p:txBody>
          <a:bodyPr anchor="ctr">
            <a:normAutofit/>
          </a:bodyPr>
          <a:lstStyle/>
          <a:p>
            <a:r>
              <a:rPr lang="en-US"/>
              <a:t>Hello World!</a:t>
            </a:r>
          </a:p>
        </p:txBody>
      </p:sp>
      <p:sp>
        <p:nvSpPr>
          <p:cNvPr id="3" name="Content Placeholder 2">
            <a:extLst>
              <a:ext uri="{FF2B5EF4-FFF2-40B4-BE49-F238E27FC236}">
                <a16:creationId xmlns:a16="http://schemas.microsoft.com/office/drawing/2014/main" id="{499B5FB4-6AD2-6720-5F06-982D62089E73}"/>
              </a:ext>
            </a:extLst>
          </p:cNvPr>
          <p:cNvSpPr>
            <a:spLocks noGrp="1"/>
          </p:cNvSpPr>
          <p:nvPr>
            <p:ph sz="half" idx="1"/>
          </p:nvPr>
        </p:nvSpPr>
        <p:spPr>
          <a:xfrm>
            <a:off x="1619672" y="2636912"/>
            <a:ext cx="3456384" cy="3489251"/>
          </a:xfrm>
        </p:spPr>
        <p:txBody>
          <a:bodyPr vert="horz" lIns="91440" tIns="45720" rIns="91440" bIns="45720" rtlCol="0">
            <a:normAutofit/>
          </a:bodyPr>
          <a:lstStyle/>
          <a:p>
            <a:r>
              <a:rPr lang="en-US"/>
              <a:t>We’ll start with the now-traditional ‘‘hello, world’’ example, which appears at the beginning of The C Programming Language, published in 1978. C is one of the most direct influences on Go, and ‘‘hello, world’’ illustrates a number of central ideas.</a:t>
            </a:r>
          </a:p>
        </p:txBody>
      </p:sp>
      <p:pic>
        <p:nvPicPr>
          <p:cNvPr id="5" name="Picture 5" descr="Text&#10;&#10;Description automatically generated">
            <a:extLst>
              <a:ext uri="{FF2B5EF4-FFF2-40B4-BE49-F238E27FC236}">
                <a16:creationId xmlns:a16="http://schemas.microsoft.com/office/drawing/2014/main" id="{6F7C705D-3C75-F52D-FC70-362D5330B2A4}"/>
              </a:ext>
            </a:extLst>
          </p:cNvPr>
          <p:cNvPicPr>
            <a:picLocks noGrp="1" noChangeAspect="1"/>
          </p:cNvPicPr>
          <p:nvPr>
            <p:ph sz="half" idx="2"/>
          </p:nvPr>
        </p:nvPicPr>
        <p:blipFill>
          <a:blip r:embed="rId2"/>
          <a:stretch>
            <a:fillRect/>
          </a:stretch>
        </p:blipFill>
        <p:spPr>
          <a:xfrm>
            <a:off x="5148064" y="3508443"/>
            <a:ext cx="3538736" cy="1746188"/>
          </a:xfrm>
          <a:noFill/>
        </p:spPr>
      </p:pic>
    </p:spTree>
    <p:extLst>
      <p:ext uri="{BB962C8B-B14F-4D97-AF65-F5344CB8AC3E}">
        <p14:creationId xmlns:p14="http://schemas.microsoft.com/office/powerpoint/2010/main" val="3239910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CD47F-9B6B-3569-DEBA-A2401F2D11CC}"/>
              </a:ext>
            </a:extLst>
          </p:cNvPr>
          <p:cNvSpPr>
            <a:spLocks noGrp="1"/>
          </p:cNvSpPr>
          <p:nvPr>
            <p:ph type="title"/>
          </p:nvPr>
        </p:nvSpPr>
        <p:spPr/>
        <p:txBody>
          <a:bodyPr/>
          <a:lstStyle/>
          <a:p>
            <a:r>
              <a:rPr lang="en-US">
                <a:ea typeface="Open Sans"/>
                <a:cs typeface="Open Sans"/>
              </a:rPr>
              <a:t>Hello World (cont..)</a:t>
            </a:r>
            <a:endParaRPr lang="en-US"/>
          </a:p>
        </p:txBody>
      </p:sp>
      <p:sp>
        <p:nvSpPr>
          <p:cNvPr id="3" name="Content Placeholder 2">
            <a:extLst>
              <a:ext uri="{FF2B5EF4-FFF2-40B4-BE49-F238E27FC236}">
                <a16:creationId xmlns:a16="http://schemas.microsoft.com/office/drawing/2014/main" id="{E1706120-D971-3F2E-FDC1-F729C1BBB272}"/>
              </a:ext>
            </a:extLst>
          </p:cNvPr>
          <p:cNvSpPr>
            <a:spLocks noGrp="1"/>
          </p:cNvSpPr>
          <p:nvPr>
            <p:ph idx="1"/>
          </p:nvPr>
        </p:nvSpPr>
        <p:spPr/>
        <p:txBody>
          <a:bodyPr vert="horz" lIns="91440" tIns="45720" rIns="91440" bIns="45720" rtlCol="0" anchor="t">
            <a:normAutofit fontScale="92500" lnSpcReduction="10000"/>
          </a:bodyPr>
          <a:lstStyle/>
          <a:p>
            <a:r>
              <a:rPr lang="en-US">
                <a:ea typeface="Open Sans"/>
                <a:cs typeface="Open Sans"/>
              </a:rPr>
              <a:t>Go is a compiled language. The Go toolchain converts a source program and the things it depends on into instructions in the native machine language of a computer.</a:t>
            </a:r>
          </a:p>
          <a:p>
            <a:r>
              <a:rPr lang="en-US">
                <a:ea typeface="Open Sans"/>
                <a:cs typeface="Open Sans"/>
              </a:rPr>
              <a:t>These tools are accessed through a single command called go that has a number of subcommands. The simplest of these subcommands is run, which compiles the source code from one or more source files whose names end in .go, links it with libraries, then runs the resulting executable file</a:t>
            </a:r>
          </a:p>
          <a:p>
            <a:r>
              <a:rPr lang="en-US">
                <a:ea typeface="Open Sans"/>
                <a:cs typeface="Open Sans"/>
              </a:rPr>
              <a:t>Go natively handles Unicode, so it can process text in all the world’s languages.</a:t>
            </a:r>
          </a:p>
        </p:txBody>
      </p:sp>
      <p:pic>
        <p:nvPicPr>
          <p:cNvPr id="5" name="Picture 5">
            <a:extLst>
              <a:ext uri="{FF2B5EF4-FFF2-40B4-BE49-F238E27FC236}">
                <a16:creationId xmlns:a16="http://schemas.microsoft.com/office/drawing/2014/main" id="{2288BEF4-E51F-B242-1C73-FACBF9FEDC23}"/>
              </a:ext>
            </a:extLst>
          </p:cNvPr>
          <p:cNvPicPr>
            <a:picLocks noChangeAspect="1"/>
          </p:cNvPicPr>
          <p:nvPr/>
        </p:nvPicPr>
        <p:blipFill>
          <a:blip r:embed="rId2"/>
          <a:stretch>
            <a:fillRect/>
          </a:stretch>
        </p:blipFill>
        <p:spPr>
          <a:xfrm>
            <a:off x="1845245" y="5955461"/>
            <a:ext cx="3325662" cy="568624"/>
          </a:xfrm>
          <a:prstGeom prst="rect">
            <a:avLst/>
          </a:prstGeom>
        </p:spPr>
      </p:pic>
    </p:spTree>
    <p:extLst>
      <p:ext uri="{BB962C8B-B14F-4D97-AF65-F5344CB8AC3E}">
        <p14:creationId xmlns:p14="http://schemas.microsoft.com/office/powerpoint/2010/main" val="989727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4A77D-DC1B-EC55-1E0D-780FFB7B6171}"/>
              </a:ext>
            </a:extLst>
          </p:cNvPr>
          <p:cNvSpPr>
            <a:spLocks noGrp="1"/>
          </p:cNvSpPr>
          <p:nvPr>
            <p:ph type="title"/>
          </p:nvPr>
        </p:nvSpPr>
        <p:spPr/>
        <p:txBody>
          <a:bodyPr/>
          <a:lstStyle/>
          <a:p>
            <a:r>
              <a:rPr lang="en-US">
                <a:ea typeface="Open Sans"/>
                <a:cs typeface="Open Sans"/>
              </a:rPr>
              <a:t>Running a program</a:t>
            </a:r>
            <a:endParaRPr lang="en-US"/>
          </a:p>
        </p:txBody>
      </p:sp>
      <p:sp>
        <p:nvSpPr>
          <p:cNvPr id="3" name="Content Placeholder 2">
            <a:extLst>
              <a:ext uri="{FF2B5EF4-FFF2-40B4-BE49-F238E27FC236}">
                <a16:creationId xmlns:a16="http://schemas.microsoft.com/office/drawing/2014/main" id="{4CD220FE-80E2-DAFC-E049-FE571AF85D59}"/>
              </a:ext>
            </a:extLst>
          </p:cNvPr>
          <p:cNvSpPr>
            <a:spLocks noGrp="1"/>
          </p:cNvSpPr>
          <p:nvPr>
            <p:ph idx="1"/>
          </p:nvPr>
        </p:nvSpPr>
        <p:spPr/>
        <p:txBody>
          <a:bodyPr vert="horz" lIns="91440" tIns="45720" rIns="91440" bIns="45720" rtlCol="0" anchor="t">
            <a:normAutofit/>
          </a:bodyPr>
          <a:lstStyle/>
          <a:p>
            <a:r>
              <a:rPr lang="en-US">
                <a:ea typeface="Open Sans"/>
                <a:cs typeface="Open Sans"/>
              </a:rPr>
              <a:t>If the program is more than a one-shot experiment, it’s likely that you would want to compile it once and save the compiled result for later use. That is done with go build:</a:t>
            </a:r>
          </a:p>
          <a:p>
            <a:endParaRPr lang="en-US">
              <a:ea typeface="Open Sans"/>
              <a:cs typeface="Open Sans"/>
            </a:endParaRPr>
          </a:p>
          <a:p>
            <a:endParaRPr lang="en-US">
              <a:ea typeface="Open Sans"/>
              <a:cs typeface="Open Sans"/>
            </a:endParaRPr>
          </a:p>
          <a:p>
            <a:r>
              <a:rPr lang="en-US">
                <a:ea typeface="Open Sans"/>
                <a:cs typeface="Open Sans"/>
              </a:rPr>
              <a:t>This creates an executable binary file called </a:t>
            </a:r>
            <a:r>
              <a:rPr lang="en-US" err="1">
                <a:ea typeface="Open Sans"/>
                <a:cs typeface="Open Sans"/>
              </a:rPr>
              <a:t>helloworld</a:t>
            </a:r>
            <a:r>
              <a:rPr lang="en-US">
                <a:ea typeface="Open Sans"/>
                <a:cs typeface="Open Sans"/>
              </a:rPr>
              <a:t> that can be run any time without further processing:</a:t>
            </a:r>
            <a:endParaRPr lang="en-US"/>
          </a:p>
          <a:p>
            <a:endParaRPr lang="en-US">
              <a:ea typeface="Open Sans"/>
              <a:cs typeface="Open Sans"/>
            </a:endParaRPr>
          </a:p>
        </p:txBody>
      </p:sp>
      <p:pic>
        <p:nvPicPr>
          <p:cNvPr id="4" name="Picture 4">
            <a:extLst>
              <a:ext uri="{FF2B5EF4-FFF2-40B4-BE49-F238E27FC236}">
                <a16:creationId xmlns:a16="http://schemas.microsoft.com/office/drawing/2014/main" id="{C6272345-3F9B-AB2B-AF9A-9063808F84D5}"/>
              </a:ext>
            </a:extLst>
          </p:cNvPr>
          <p:cNvPicPr>
            <a:picLocks noChangeAspect="1"/>
          </p:cNvPicPr>
          <p:nvPr/>
        </p:nvPicPr>
        <p:blipFill>
          <a:blip r:embed="rId2"/>
          <a:stretch>
            <a:fillRect/>
          </a:stretch>
        </p:blipFill>
        <p:spPr>
          <a:xfrm>
            <a:off x="2775100" y="3937779"/>
            <a:ext cx="3421272" cy="520819"/>
          </a:xfrm>
          <a:prstGeom prst="rect">
            <a:avLst/>
          </a:prstGeom>
        </p:spPr>
      </p:pic>
      <p:pic>
        <p:nvPicPr>
          <p:cNvPr id="5" name="Picture 5">
            <a:extLst>
              <a:ext uri="{FF2B5EF4-FFF2-40B4-BE49-F238E27FC236}">
                <a16:creationId xmlns:a16="http://schemas.microsoft.com/office/drawing/2014/main" id="{39A73783-942A-3DAD-C268-F150A84B9582}"/>
              </a:ext>
            </a:extLst>
          </p:cNvPr>
          <p:cNvPicPr>
            <a:picLocks noChangeAspect="1"/>
          </p:cNvPicPr>
          <p:nvPr/>
        </p:nvPicPr>
        <p:blipFill>
          <a:blip r:embed="rId3"/>
          <a:stretch>
            <a:fillRect/>
          </a:stretch>
        </p:blipFill>
        <p:spPr>
          <a:xfrm>
            <a:off x="3755815" y="5332652"/>
            <a:ext cx="2106822" cy="649676"/>
          </a:xfrm>
          <a:prstGeom prst="rect">
            <a:avLst/>
          </a:prstGeom>
        </p:spPr>
      </p:pic>
    </p:spTree>
    <p:extLst>
      <p:ext uri="{BB962C8B-B14F-4D97-AF65-F5344CB8AC3E}">
        <p14:creationId xmlns:p14="http://schemas.microsoft.com/office/powerpoint/2010/main" val="1956832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8ED6B-1F91-FA76-8442-3BD92848D259}"/>
              </a:ext>
            </a:extLst>
          </p:cNvPr>
          <p:cNvSpPr>
            <a:spLocks noGrp="1"/>
          </p:cNvSpPr>
          <p:nvPr>
            <p:ph type="title"/>
          </p:nvPr>
        </p:nvSpPr>
        <p:spPr/>
        <p:txBody>
          <a:bodyPr/>
          <a:lstStyle/>
          <a:p>
            <a:r>
              <a:rPr lang="en-US">
                <a:ea typeface="Open Sans"/>
                <a:cs typeface="Open Sans"/>
              </a:rPr>
              <a:t>GO to be watched</a:t>
            </a:r>
            <a:endParaRPr lang="en-US"/>
          </a:p>
        </p:txBody>
      </p:sp>
      <p:sp>
        <p:nvSpPr>
          <p:cNvPr id="3" name="Content Placeholder 2">
            <a:extLst>
              <a:ext uri="{FF2B5EF4-FFF2-40B4-BE49-F238E27FC236}">
                <a16:creationId xmlns:a16="http://schemas.microsoft.com/office/drawing/2014/main" id="{67F7FC30-C4BB-4163-B058-F8921BEF2568}"/>
              </a:ext>
            </a:extLst>
          </p:cNvPr>
          <p:cNvSpPr>
            <a:spLocks noGrp="1"/>
          </p:cNvSpPr>
          <p:nvPr>
            <p:ph idx="1"/>
          </p:nvPr>
        </p:nvSpPr>
        <p:spPr/>
        <p:txBody>
          <a:bodyPr vert="horz" lIns="91440" tIns="45720" rIns="91440" bIns="45720" rtlCol="0" anchor="t">
            <a:normAutofit fontScale="85000" lnSpcReduction="10000"/>
          </a:bodyPr>
          <a:lstStyle/>
          <a:p>
            <a:r>
              <a:rPr lang="en-US">
                <a:ea typeface="Open Sans"/>
                <a:cs typeface="Open Sans"/>
              </a:rPr>
              <a:t>You must import exactly the packages you need. A program will not compile if there are missing imports or if there are unnecessary ones.</a:t>
            </a:r>
          </a:p>
          <a:p>
            <a:r>
              <a:rPr lang="en-US">
                <a:ea typeface="Open Sans"/>
                <a:cs typeface="Open Sans"/>
              </a:rPr>
              <a:t>The import declarations must follow the package declaration. After that, a program consists of the declarations of functions, variables, constants, and types (introduced by the keywords </a:t>
            </a:r>
            <a:r>
              <a:rPr lang="en-US" err="1">
                <a:ea typeface="Open Sans"/>
                <a:cs typeface="Open Sans"/>
              </a:rPr>
              <a:t>func</a:t>
            </a:r>
            <a:r>
              <a:rPr lang="en-US">
                <a:ea typeface="Open Sans"/>
                <a:cs typeface="Open Sans"/>
              </a:rPr>
              <a:t>, var, const, and type)</a:t>
            </a:r>
          </a:p>
          <a:p>
            <a:r>
              <a:rPr lang="en-US">
                <a:ea typeface="Open Sans"/>
                <a:cs typeface="Open Sans"/>
              </a:rPr>
              <a:t>A function declaration consists of the keyword </a:t>
            </a:r>
            <a:r>
              <a:rPr lang="en-US" err="1">
                <a:ea typeface="Open Sans"/>
                <a:cs typeface="Open Sans"/>
              </a:rPr>
              <a:t>func</a:t>
            </a:r>
            <a:r>
              <a:rPr lang="en-US">
                <a:ea typeface="Open Sans"/>
                <a:cs typeface="Open Sans"/>
              </a:rPr>
              <a:t>, the name of the function, a parameter list (empty for main), a result list (also empty here), and the body of the function—the statements that define what it does—enclosed in braces </a:t>
            </a:r>
          </a:p>
          <a:p>
            <a:r>
              <a:rPr lang="en-US">
                <a:ea typeface="Open Sans"/>
                <a:cs typeface="Open Sans"/>
              </a:rPr>
              <a:t>Go does not require semicolons at the ends of statements or declarations, except where two or more appear on the same line</a:t>
            </a:r>
            <a:endParaRPr lang="en-US"/>
          </a:p>
        </p:txBody>
      </p:sp>
    </p:spTree>
    <p:extLst>
      <p:ext uri="{BB962C8B-B14F-4D97-AF65-F5344CB8AC3E}">
        <p14:creationId xmlns:p14="http://schemas.microsoft.com/office/powerpoint/2010/main" val="2857808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D28F3-975D-21FF-3DFD-F779FEBED9AA}"/>
              </a:ext>
            </a:extLst>
          </p:cNvPr>
          <p:cNvSpPr>
            <a:spLocks noGrp="1"/>
          </p:cNvSpPr>
          <p:nvPr>
            <p:ph type="title"/>
          </p:nvPr>
        </p:nvSpPr>
        <p:spPr/>
        <p:txBody>
          <a:bodyPr/>
          <a:lstStyle/>
          <a:p>
            <a:r>
              <a:rPr lang="en-US">
                <a:ea typeface="Open Sans"/>
                <a:cs typeface="Open Sans"/>
              </a:rPr>
              <a:t>Command-Line Arguments</a:t>
            </a:r>
            <a:endParaRPr lang="en-US"/>
          </a:p>
        </p:txBody>
      </p:sp>
      <p:sp>
        <p:nvSpPr>
          <p:cNvPr id="3" name="Content Placeholder 2">
            <a:extLst>
              <a:ext uri="{FF2B5EF4-FFF2-40B4-BE49-F238E27FC236}">
                <a16:creationId xmlns:a16="http://schemas.microsoft.com/office/drawing/2014/main" id="{96D19530-4A52-9542-D14E-51F0CB915FF7}"/>
              </a:ext>
            </a:extLst>
          </p:cNvPr>
          <p:cNvSpPr>
            <a:spLocks noGrp="1"/>
          </p:cNvSpPr>
          <p:nvPr>
            <p:ph idx="1"/>
          </p:nvPr>
        </p:nvSpPr>
        <p:spPr/>
        <p:txBody>
          <a:bodyPr vert="horz" lIns="91440" tIns="45720" rIns="91440" bIns="45720" rtlCol="0" anchor="t">
            <a:normAutofit/>
          </a:bodyPr>
          <a:lstStyle/>
          <a:p>
            <a:r>
              <a:rPr lang="en-US">
                <a:ea typeface="Open Sans"/>
                <a:cs typeface="Open Sans"/>
              </a:rPr>
              <a:t>The </a:t>
            </a:r>
            <a:r>
              <a:rPr lang="en-US" err="1">
                <a:ea typeface="Open Sans"/>
                <a:cs typeface="Open Sans"/>
              </a:rPr>
              <a:t>os</a:t>
            </a:r>
            <a:r>
              <a:rPr lang="en-US">
                <a:ea typeface="Open Sans"/>
                <a:cs typeface="Open Sans"/>
              </a:rPr>
              <a:t> package provides functions and other values for dealing with the operating system in a platform-independent fashion.</a:t>
            </a:r>
          </a:p>
          <a:p>
            <a:r>
              <a:rPr lang="en-US">
                <a:ea typeface="Open Sans"/>
                <a:cs typeface="Open Sans"/>
              </a:rPr>
              <a:t>The variable </a:t>
            </a:r>
            <a:r>
              <a:rPr lang="en-US" err="1">
                <a:ea typeface="Open Sans"/>
                <a:cs typeface="Open Sans"/>
              </a:rPr>
              <a:t>os.Args</a:t>
            </a:r>
            <a:r>
              <a:rPr lang="en-US">
                <a:ea typeface="Open Sans"/>
                <a:cs typeface="Open Sans"/>
              </a:rPr>
              <a:t> is a slice of strings</a:t>
            </a:r>
          </a:p>
          <a:p>
            <a:endParaRPr lang="en-US">
              <a:ea typeface="Open Sans"/>
              <a:cs typeface="Open Sans"/>
            </a:endParaRPr>
          </a:p>
        </p:txBody>
      </p:sp>
      <p:pic>
        <p:nvPicPr>
          <p:cNvPr id="4" name="Picture 4" descr="A picture containing text&#10;&#10;Description automatically generated">
            <a:extLst>
              <a:ext uri="{FF2B5EF4-FFF2-40B4-BE49-F238E27FC236}">
                <a16:creationId xmlns:a16="http://schemas.microsoft.com/office/drawing/2014/main" id="{D19ABB9B-B821-9820-6C45-7CEDDF2D4136}"/>
              </a:ext>
            </a:extLst>
          </p:cNvPr>
          <p:cNvPicPr>
            <a:picLocks noChangeAspect="1"/>
          </p:cNvPicPr>
          <p:nvPr/>
        </p:nvPicPr>
        <p:blipFill>
          <a:blip r:embed="rId2"/>
          <a:stretch>
            <a:fillRect/>
          </a:stretch>
        </p:blipFill>
        <p:spPr>
          <a:xfrm>
            <a:off x="1651779" y="4087754"/>
            <a:ext cx="2001687" cy="1385438"/>
          </a:xfrm>
          <a:prstGeom prst="rect">
            <a:avLst/>
          </a:prstGeom>
        </p:spPr>
      </p:pic>
      <p:pic>
        <p:nvPicPr>
          <p:cNvPr id="5" name="Picture 5" descr="Text&#10;&#10;Description automatically generated">
            <a:extLst>
              <a:ext uri="{FF2B5EF4-FFF2-40B4-BE49-F238E27FC236}">
                <a16:creationId xmlns:a16="http://schemas.microsoft.com/office/drawing/2014/main" id="{6644DA4B-20A8-41DD-48CB-19F74E0D69A9}"/>
              </a:ext>
            </a:extLst>
          </p:cNvPr>
          <p:cNvPicPr>
            <a:picLocks noChangeAspect="1"/>
          </p:cNvPicPr>
          <p:nvPr/>
        </p:nvPicPr>
        <p:blipFill>
          <a:blip r:embed="rId3"/>
          <a:stretch>
            <a:fillRect/>
          </a:stretch>
        </p:blipFill>
        <p:spPr>
          <a:xfrm>
            <a:off x="4000141" y="4084428"/>
            <a:ext cx="4378624" cy="1995936"/>
          </a:xfrm>
          <a:prstGeom prst="rect">
            <a:avLst/>
          </a:prstGeom>
        </p:spPr>
      </p:pic>
    </p:spTree>
    <p:extLst>
      <p:ext uri="{BB962C8B-B14F-4D97-AF65-F5344CB8AC3E}">
        <p14:creationId xmlns:p14="http://schemas.microsoft.com/office/powerpoint/2010/main" val="1684321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638A7-C878-DBC6-BCA3-94CAB5E6CBE5}"/>
              </a:ext>
            </a:extLst>
          </p:cNvPr>
          <p:cNvSpPr>
            <a:spLocks noGrp="1"/>
          </p:cNvSpPr>
          <p:nvPr>
            <p:ph type="title"/>
          </p:nvPr>
        </p:nvSpPr>
        <p:spPr/>
        <p:txBody>
          <a:bodyPr/>
          <a:lstStyle/>
          <a:p>
            <a:r>
              <a:rPr lang="en-US">
                <a:ea typeface="Open Sans"/>
                <a:cs typeface="Open Sans"/>
              </a:rPr>
              <a:t>Comments</a:t>
            </a:r>
            <a:endParaRPr lang="en-US"/>
          </a:p>
        </p:txBody>
      </p:sp>
      <p:sp>
        <p:nvSpPr>
          <p:cNvPr id="3" name="Content Placeholder 2">
            <a:extLst>
              <a:ext uri="{FF2B5EF4-FFF2-40B4-BE49-F238E27FC236}">
                <a16:creationId xmlns:a16="http://schemas.microsoft.com/office/drawing/2014/main" id="{FF0687D8-F186-C0BE-FEF2-00D857C5D11E}"/>
              </a:ext>
            </a:extLst>
          </p:cNvPr>
          <p:cNvSpPr>
            <a:spLocks noGrp="1"/>
          </p:cNvSpPr>
          <p:nvPr>
            <p:ph idx="1"/>
          </p:nvPr>
        </p:nvSpPr>
        <p:spPr/>
        <p:txBody>
          <a:bodyPr vert="horz" lIns="91440" tIns="45720" rIns="91440" bIns="45720" rtlCol="0" anchor="t">
            <a:normAutofit/>
          </a:bodyPr>
          <a:lstStyle/>
          <a:p>
            <a:r>
              <a:rPr lang="en-US">
                <a:ea typeface="Open Sans"/>
                <a:cs typeface="Open Sans"/>
              </a:rPr>
              <a:t>Comments begin with //. All text from a // to the end of the line is commentary for programmers and is ignored by the compiler</a:t>
            </a:r>
          </a:p>
          <a:p>
            <a:endParaRPr lang="en-US">
              <a:ea typeface="Open Sans"/>
              <a:cs typeface="Open Sans"/>
            </a:endParaRPr>
          </a:p>
        </p:txBody>
      </p:sp>
    </p:spTree>
    <p:extLst>
      <p:ext uri="{BB962C8B-B14F-4D97-AF65-F5344CB8AC3E}">
        <p14:creationId xmlns:p14="http://schemas.microsoft.com/office/powerpoint/2010/main" val="8327017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8F51D-0AF1-4954-6E17-C858D190F1F5}"/>
              </a:ext>
            </a:extLst>
          </p:cNvPr>
          <p:cNvSpPr>
            <a:spLocks noGrp="1"/>
          </p:cNvSpPr>
          <p:nvPr>
            <p:ph type="title"/>
          </p:nvPr>
        </p:nvSpPr>
        <p:spPr/>
        <p:txBody>
          <a:bodyPr/>
          <a:lstStyle/>
          <a:p>
            <a:r>
              <a:rPr lang="en-US">
                <a:ea typeface="Open Sans"/>
                <a:cs typeface="Open Sans"/>
              </a:rPr>
              <a:t>Declare Variable</a:t>
            </a:r>
            <a:endParaRPr lang="en-US"/>
          </a:p>
        </p:txBody>
      </p:sp>
      <p:sp>
        <p:nvSpPr>
          <p:cNvPr id="3" name="Content Placeholder 2">
            <a:extLst>
              <a:ext uri="{FF2B5EF4-FFF2-40B4-BE49-F238E27FC236}">
                <a16:creationId xmlns:a16="http://schemas.microsoft.com/office/drawing/2014/main" id="{DF3EF508-2D34-EC90-3ED2-7723798A827E}"/>
              </a:ext>
            </a:extLst>
          </p:cNvPr>
          <p:cNvSpPr>
            <a:spLocks noGrp="1"/>
          </p:cNvSpPr>
          <p:nvPr>
            <p:ph idx="1"/>
          </p:nvPr>
        </p:nvSpPr>
        <p:spPr/>
        <p:txBody>
          <a:bodyPr vert="horz" lIns="91440" tIns="45720" rIns="91440" bIns="45720" rtlCol="0" anchor="t">
            <a:normAutofit fontScale="77500" lnSpcReduction="20000"/>
          </a:bodyPr>
          <a:lstStyle/>
          <a:p>
            <a:r>
              <a:rPr lang="en-US">
                <a:ea typeface="Open Sans"/>
                <a:cs typeface="Open Sans"/>
              </a:rPr>
              <a:t>There are several ways to declare a string variable; these are all equivalent:</a:t>
            </a:r>
          </a:p>
          <a:p>
            <a:endParaRPr lang="en-US">
              <a:ea typeface="Open Sans"/>
              <a:cs typeface="Open Sans"/>
            </a:endParaRPr>
          </a:p>
          <a:p>
            <a:endParaRPr lang="en-US">
              <a:ea typeface="Open Sans"/>
              <a:cs typeface="Open Sans"/>
            </a:endParaRPr>
          </a:p>
          <a:p>
            <a:endParaRPr lang="en-US">
              <a:ea typeface="Open Sans"/>
              <a:cs typeface="Open Sans"/>
            </a:endParaRPr>
          </a:p>
          <a:p>
            <a:endParaRPr lang="en-US">
              <a:ea typeface="Open Sans"/>
              <a:cs typeface="Open Sans"/>
            </a:endParaRPr>
          </a:p>
          <a:p>
            <a:r>
              <a:rPr lang="en-US">
                <a:ea typeface="Open Sans"/>
                <a:cs typeface="Open Sans"/>
              </a:rPr>
              <a:t>The first form, a short variable declaration, is the most compact, but it may be used only within a function, not for package-level variables.</a:t>
            </a:r>
            <a:endParaRPr lang="en-US"/>
          </a:p>
          <a:p>
            <a:r>
              <a:rPr lang="en-US">
                <a:ea typeface="Open Sans"/>
                <a:cs typeface="Open Sans"/>
              </a:rPr>
              <a:t>The second form relies on default initialization to the zero value for strings, which is "".</a:t>
            </a:r>
          </a:p>
          <a:p>
            <a:r>
              <a:rPr lang="en-US">
                <a:ea typeface="Open Sans"/>
                <a:cs typeface="Open Sans"/>
              </a:rPr>
              <a:t>The third form is rarely used except when declaring multiple variables.</a:t>
            </a:r>
          </a:p>
          <a:p>
            <a:r>
              <a:rPr lang="en-US">
                <a:ea typeface="Open Sans"/>
                <a:cs typeface="Open Sans"/>
              </a:rPr>
              <a:t>The fourth form is explicit about the variable’s type, which is redundant when it is the same as that of the initial value but necessary in other cases where they are not of the same type.</a:t>
            </a:r>
          </a:p>
          <a:p>
            <a:endParaRPr lang="en-US">
              <a:ea typeface="Open Sans"/>
              <a:cs typeface="Open Sans"/>
            </a:endParaRPr>
          </a:p>
          <a:p>
            <a:endParaRPr lang="en-US">
              <a:ea typeface="Open Sans"/>
              <a:cs typeface="Open Sans"/>
            </a:endParaRPr>
          </a:p>
        </p:txBody>
      </p:sp>
      <p:pic>
        <p:nvPicPr>
          <p:cNvPr id="4" name="Picture 4" descr="Text&#10;&#10;Description automatically generated">
            <a:extLst>
              <a:ext uri="{FF2B5EF4-FFF2-40B4-BE49-F238E27FC236}">
                <a16:creationId xmlns:a16="http://schemas.microsoft.com/office/drawing/2014/main" id="{4AC7B8D5-2CD9-6A18-69FD-3C24769F69B9}"/>
              </a:ext>
            </a:extLst>
          </p:cNvPr>
          <p:cNvPicPr>
            <a:picLocks noChangeAspect="1"/>
          </p:cNvPicPr>
          <p:nvPr/>
        </p:nvPicPr>
        <p:blipFill>
          <a:blip r:embed="rId2"/>
          <a:stretch>
            <a:fillRect/>
          </a:stretch>
        </p:blipFill>
        <p:spPr>
          <a:xfrm>
            <a:off x="3583916" y="2956524"/>
            <a:ext cx="1961791" cy="959329"/>
          </a:xfrm>
          <a:prstGeom prst="rect">
            <a:avLst/>
          </a:prstGeom>
        </p:spPr>
      </p:pic>
    </p:spTree>
    <p:extLst>
      <p:ext uri="{BB962C8B-B14F-4D97-AF65-F5344CB8AC3E}">
        <p14:creationId xmlns:p14="http://schemas.microsoft.com/office/powerpoint/2010/main" val="376018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A6D18-1819-B75D-CC84-BADB51EFAB51}"/>
              </a:ext>
            </a:extLst>
          </p:cNvPr>
          <p:cNvSpPr>
            <a:spLocks noGrp="1"/>
          </p:cNvSpPr>
          <p:nvPr>
            <p:ph type="title"/>
          </p:nvPr>
        </p:nvSpPr>
        <p:spPr/>
        <p:txBody>
          <a:bodyPr/>
          <a:lstStyle/>
          <a:p>
            <a:r>
              <a:rPr lang="en-US">
                <a:ea typeface="Open Sans"/>
                <a:cs typeface="Open Sans"/>
              </a:rPr>
              <a:t>Finding Duplicate Lines</a:t>
            </a:r>
            <a:endParaRPr lang="en-US"/>
          </a:p>
        </p:txBody>
      </p:sp>
      <p:sp>
        <p:nvSpPr>
          <p:cNvPr id="3" name="Content Placeholder 2">
            <a:extLst>
              <a:ext uri="{FF2B5EF4-FFF2-40B4-BE49-F238E27FC236}">
                <a16:creationId xmlns:a16="http://schemas.microsoft.com/office/drawing/2014/main" id="{B290B12B-36E5-5346-5482-B0C0014CEF1D}"/>
              </a:ext>
            </a:extLst>
          </p:cNvPr>
          <p:cNvSpPr>
            <a:spLocks noGrp="1"/>
          </p:cNvSpPr>
          <p:nvPr>
            <p:ph idx="1"/>
          </p:nvPr>
        </p:nvSpPr>
        <p:spPr/>
        <p:txBody>
          <a:bodyPr vert="horz" lIns="91440" tIns="45720" rIns="91440" bIns="45720" rtlCol="0" anchor="t">
            <a:normAutofit/>
          </a:bodyPr>
          <a:lstStyle/>
          <a:p>
            <a:r>
              <a:rPr lang="en-US">
                <a:ea typeface="Open Sans"/>
                <a:cs typeface="Open Sans"/>
              </a:rPr>
              <a:t>Programs for file copying, printing, searching, sorting, counting, and the like all have a similar structure</a:t>
            </a:r>
          </a:p>
          <a:p>
            <a:endParaRPr lang="en-US">
              <a:ea typeface="Open Sans"/>
              <a:cs typeface="Open Sans"/>
            </a:endParaRPr>
          </a:p>
        </p:txBody>
      </p:sp>
      <p:pic>
        <p:nvPicPr>
          <p:cNvPr id="4" name="Picture 4" descr="Text&#10;&#10;Description automatically generated">
            <a:extLst>
              <a:ext uri="{FF2B5EF4-FFF2-40B4-BE49-F238E27FC236}">
                <a16:creationId xmlns:a16="http://schemas.microsoft.com/office/drawing/2014/main" id="{CCBE6061-24B1-2596-577F-1BA17ED9EC7A}"/>
              </a:ext>
            </a:extLst>
          </p:cNvPr>
          <p:cNvPicPr>
            <a:picLocks noChangeAspect="1"/>
          </p:cNvPicPr>
          <p:nvPr/>
        </p:nvPicPr>
        <p:blipFill>
          <a:blip r:embed="rId2"/>
          <a:stretch>
            <a:fillRect/>
          </a:stretch>
        </p:blipFill>
        <p:spPr>
          <a:xfrm>
            <a:off x="209910" y="4346668"/>
            <a:ext cx="4339086" cy="1600853"/>
          </a:xfrm>
          <a:prstGeom prst="rect">
            <a:avLst/>
          </a:prstGeom>
        </p:spPr>
      </p:pic>
      <p:pic>
        <p:nvPicPr>
          <p:cNvPr id="5" name="Picture 5" descr="Text&#10;&#10;Description automatically generated">
            <a:extLst>
              <a:ext uri="{FF2B5EF4-FFF2-40B4-BE49-F238E27FC236}">
                <a16:creationId xmlns:a16="http://schemas.microsoft.com/office/drawing/2014/main" id="{F76CAC52-4AD4-2E03-2C20-F3867EC9F9BA}"/>
              </a:ext>
            </a:extLst>
          </p:cNvPr>
          <p:cNvPicPr>
            <a:picLocks noChangeAspect="1"/>
          </p:cNvPicPr>
          <p:nvPr/>
        </p:nvPicPr>
        <p:blipFill>
          <a:blip r:embed="rId3"/>
          <a:stretch>
            <a:fillRect/>
          </a:stretch>
        </p:blipFill>
        <p:spPr>
          <a:xfrm>
            <a:off x="4494362" y="4351295"/>
            <a:ext cx="4525992" cy="2339223"/>
          </a:xfrm>
          <a:prstGeom prst="rect">
            <a:avLst/>
          </a:prstGeom>
        </p:spPr>
      </p:pic>
    </p:spTree>
    <p:extLst>
      <p:ext uri="{BB962C8B-B14F-4D97-AF65-F5344CB8AC3E}">
        <p14:creationId xmlns:p14="http://schemas.microsoft.com/office/powerpoint/2010/main" val="3645830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58CC2-0C23-5B54-284A-E599829AE9E3}"/>
              </a:ext>
            </a:extLst>
          </p:cNvPr>
          <p:cNvSpPr>
            <a:spLocks noGrp="1"/>
          </p:cNvSpPr>
          <p:nvPr>
            <p:ph type="title"/>
          </p:nvPr>
        </p:nvSpPr>
        <p:spPr>
          <a:xfrm>
            <a:off x="1619672" y="1484784"/>
            <a:ext cx="7067128" cy="1143000"/>
          </a:xfrm>
        </p:spPr>
        <p:txBody>
          <a:bodyPr anchor="ctr">
            <a:normAutofit/>
          </a:bodyPr>
          <a:lstStyle/>
          <a:p>
            <a:r>
              <a:rPr lang="en-US"/>
              <a:t>Animated GIF's</a:t>
            </a:r>
          </a:p>
        </p:txBody>
      </p:sp>
      <p:sp>
        <p:nvSpPr>
          <p:cNvPr id="3" name="Content Placeholder 2">
            <a:extLst>
              <a:ext uri="{FF2B5EF4-FFF2-40B4-BE49-F238E27FC236}">
                <a16:creationId xmlns:a16="http://schemas.microsoft.com/office/drawing/2014/main" id="{348C4AD4-243B-5569-386D-DD1B60BAF281}"/>
              </a:ext>
            </a:extLst>
          </p:cNvPr>
          <p:cNvSpPr>
            <a:spLocks noGrp="1"/>
          </p:cNvSpPr>
          <p:nvPr>
            <p:ph sz="half" idx="1"/>
          </p:nvPr>
        </p:nvSpPr>
        <p:spPr>
          <a:xfrm>
            <a:off x="1619672" y="2636912"/>
            <a:ext cx="3456384" cy="3489251"/>
          </a:xfrm>
        </p:spPr>
        <p:txBody>
          <a:bodyPr vert="horz" lIns="91440" tIns="45720" rIns="91440" bIns="45720" rtlCol="0" anchor="t">
            <a:normAutofit/>
          </a:bodyPr>
          <a:lstStyle/>
          <a:p>
            <a:pPr>
              <a:lnSpc>
                <a:spcPct val="90000"/>
              </a:lnSpc>
            </a:pPr>
            <a:r>
              <a:rPr lang="en-US" sz="1400"/>
              <a:t>The next program demonstrates basic usage of Go’s standard image packages, which we’ll use to create a sequence of bit-mapped images and then encode the sequence as a GIF animation.</a:t>
            </a:r>
            <a:endParaRPr lang="en-US" sz="1400">
              <a:ea typeface="Open Sans"/>
              <a:cs typeface="Open Sans"/>
            </a:endParaRPr>
          </a:p>
          <a:p>
            <a:pPr>
              <a:lnSpc>
                <a:spcPct val="90000"/>
              </a:lnSpc>
            </a:pPr>
            <a:r>
              <a:rPr lang="en-US" sz="1400"/>
              <a:t>The images, called Lissajous figures, were a staple visual effect in sci-fi films of the 1960s. They are the parametric curves produced by harmonic oscillation in two dimensions, such as two sine waves fed into the x and y inputs of an oscilloscope</a:t>
            </a:r>
            <a:endParaRPr lang="en-US" sz="1400">
              <a:ea typeface="Open Sans"/>
              <a:cs typeface="Open Sans"/>
            </a:endParaRPr>
          </a:p>
          <a:p>
            <a:pPr>
              <a:lnSpc>
                <a:spcPct val="90000"/>
              </a:lnSpc>
            </a:pPr>
            <a:endParaRPr lang="en-US" sz="1400"/>
          </a:p>
        </p:txBody>
      </p:sp>
      <p:pic>
        <p:nvPicPr>
          <p:cNvPr id="4" name="Picture 4" descr="Diagram&#10;&#10;Description automatically generated">
            <a:extLst>
              <a:ext uri="{FF2B5EF4-FFF2-40B4-BE49-F238E27FC236}">
                <a16:creationId xmlns:a16="http://schemas.microsoft.com/office/drawing/2014/main" id="{04B45CD0-8535-F48F-D421-937FB605DEE8}"/>
              </a:ext>
            </a:extLst>
          </p:cNvPr>
          <p:cNvPicPr>
            <a:picLocks noChangeAspect="1"/>
          </p:cNvPicPr>
          <p:nvPr/>
        </p:nvPicPr>
        <p:blipFill>
          <a:blip r:embed="rId2"/>
          <a:stretch>
            <a:fillRect/>
          </a:stretch>
        </p:blipFill>
        <p:spPr>
          <a:xfrm>
            <a:off x="5148064" y="3833033"/>
            <a:ext cx="3538736" cy="1097008"/>
          </a:xfrm>
          <a:prstGeom prst="rect">
            <a:avLst/>
          </a:prstGeom>
          <a:noFill/>
        </p:spPr>
      </p:pic>
    </p:spTree>
    <p:extLst>
      <p:ext uri="{BB962C8B-B14F-4D97-AF65-F5344CB8AC3E}">
        <p14:creationId xmlns:p14="http://schemas.microsoft.com/office/powerpoint/2010/main" val="31621366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Graphical user interface, text, application&#10;&#10;Description automatically generated">
            <a:extLst>
              <a:ext uri="{FF2B5EF4-FFF2-40B4-BE49-F238E27FC236}">
                <a16:creationId xmlns:a16="http://schemas.microsoft.com/office/drawing/2014/main" id="{8BEBC59A-2CEE-8AD6-9EAB-767B0B786D53}"/>
              </a:ext>
            </a:extLst>
          </p:cNvPr>
          <p:cNvPicPr>
            <a:picLocks noChangeAspect="1"/>
          </p:cNvPicPr>
          <p:nvPr/>
        </p:nvPicPr>
        <p:blipFill>
          <a:blip r:embed="rId2"/>
          <a:stretch>
            <a:fillRect/>
          </a:stretch>
        </p:blipFill>
        <p:spPr>
          <a:xfrm>
            <a:off x="2208362" y="547969"/>
            <a:ext cx="3994030" cy="1693271"/>
          </a:xfrm>
          <a:prstGeom prst="rect">
            <a:avLst/>
          </a:prstGeom>
        </p:spPr>
      </p:pic>
      <p:pic>
        <p:nvPicPr>
          <p:cNvPr id="6" name="Picture 6" descr="Text, letter&#10;&#10;Description automatically generated">
            <a:extLst>
              <a:ext uri="{FF2B5EF4-FFF2-40B4-BE49-F238E27FC236}">
                <a16:creationId xmlns:a16="http://schemas.microsoft.com/office/drawing/2014/main" id="{D07FC423-437B-56A9-1A92-B80B987AB6F1}"/>
              </a:ext>
            </a:extLst>
          </p:cNvPr>
          <p:cNvPicPr>
            <a:picLocks noChangeAspect="1"/>
          </p:cNvPicPr>
          <p:nvPr/>
        </p:nvPicPr>
        <p:blipFill>
          <a:blip r:embed="rId3"/>
          <a:stretch>
            <a:fillRect/>
          </a:stretch>
        </p:blipFill>
        <p:spPr>
          <a:xfrm>
            <a:off x="2208362" y="2294480"/>
            <a:ext cx="3994030" cy="4296248"/>
          </a:xfrm>
          <a:prstGeom prst="rect">
            <a:avLst/>
          </a:prstGeom>
        </p:spPr>
      </p:pic>
    </p:spTree>
    <p:extLst>
      <p:ext uri="{BB962C8B-B14F-4D97-AF65-F5344CB8AC3E}">
        <p14:creationId xmlns:p14="http://schemas.microsoft.com/office/powerpoint/2010/main" val="21608083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4D16E-E8B0-316B-4806-0E51BE1D90AA}"/>
              </a:ext>
            </a:extLst>
          </p:cNvPr>
          <p:cNvSpPr>
            <a:spLocks noGrp="1"/>
          </p:cNvSpPr>
          <p:nvPr>
            <p:ph type="title"/>
          </p:nvPr>
        </p:nvSpPr>
        <p:spPr>
          <a:xfrm>
            <a:off x="1619672" y="1484784"/>
            <a:ext cx="7067128" cy="1143000"/>
          </a:xfrm>
        </p:spPr>
        <p:txBody>
          <a:bodyPr anchor="ctr">
            <a:normAutofit/>
          </a:bodyPr>
          <a:lstStyle/>
          <a:p>
            <a:r>
              <a:rPr lang="en-US"/>
              <a:t>Fetching a URL</a:t>
            </a:r>
          </a:p>
        </p:txBody>
      </p:sp>
      <p:sp>
        <p:nvSpPr>
          <p:cNvPr id="3" name="Content Placeholder 2">
            <a:extLst>
              <a:ext uri="{FF2B5EF4-FFF2-40B4-BE49-F238E27FC236}">
                <a16:creationId xmlns:a16="http://schemas.microsoft.com/office/drawing/2014/main" id="{E9F14B17-9D15-E8C7-2578-5D3D47B36C23}"/>
              </a:ext>
            </a:extLst>
          </p:cNvPr>
          <p:cNvSpPr>
            <a:spLocks noGrp="1"/>
          </p:cNvSpPr>
          <p:nvPr>
            <p:ph sz="half" idx="1"/>
          </p:nvPr>
        </p:nvSpPr>
        <p:spPr>
          <a:xfrm>
            <a:off x="1619672" y="2636912"/>
            <a:ext cx="3456384" cy="3489251"/>
          </a:xfrm>
        </p:spPr>
        <p:txBody>
          <a:bodyPr vert="horz" lIns="91440" tIns="45720" rIns="91440" bIns="45720" rtlCol="0">
            <a:normAutofit/>
          </a:bodyPr>
          <a:lstStyle/>
          <a:p>
            <a:r>
              <a:rPr lang="en-US"/>
              <a:t>For many applications, access to information from the Internet is as important as access to the local file system.</a:t>
            </a:r>
          </a:p>
          <a:p>
            <a:endParaRPr lang="en-US"/>
          </a:p>
        </p:txBody>
      </p:sp>
      <p:pic>
        <p:nvPicPr>
          <p:cNvPr id="5" name="Picture 5" descr="Text, letter&#10;&#10;Description automatically generated">
            <a:extLst>
              <a:ext uri="{FF2B5EF4-FFF2-40B4-BE49-F238E27FC236}">
                <a16:creationId xmlns:a16="http://schemas.microsoft.com/office/drawing/2014/main" id="{88F2C4A4-D825-F29C-29BE-69B3A02A8E0A}"/>
              </a:ext>
            </a:extLst>
          </p:cNvPr>
          <p:cNvPicPr>
            <a:picLocks noChangeAspect="1"/>
          </p:cNvPicPr>
          <p:nvPr/>
        </p:nvPicPr>
        <p:blipFill>
          <a:blip r:embed="rId2"/>
          <a:stretch>
            <a:fillRect/>
          </a:stretch>
        </p:blipFill>
        <p:spPr>
          <a:xfrm>
            <a:off x="4889272" y="2410857"/>
            <a:ext cx="4257604" cy="3438153"/>
          </a:xfrm>
          <a:prstGeom prst="rect">
            <a:avLst/>
          </a:prstGeom>
          <a:noFill/>
        </p:spPr>
      </p:pic>
    </p:spTree>
    <p:extLst>
      <p:ext uri="{BB962C8B-B14F-4D97-AF65-F5344CB8AC3E}">
        <p14:creationId xmlns:p14="http://schemas.microsoft.com/office/powerpoint/2010/main" val="2329439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23A33-B402-D4B3-7F0B-4D83B155F8FB}"/>
              </a:ext>
            </a:extLst>
          </p:cNvPr>
          <p:cNvSpPr>
            <a:spLocks noGrp="1"/>
          </p:cNvSpPr>
          <p:nvPr>
            <p:ph type="title"/>
          </p:nvPr>
        </p:nvSpPr>
        <p:spPr>
          <a:xfrm>
            <a:off x="2082315" y="287355"/>
            <a:ext cx="7067128" cy="1143000"/>
          </a:xfrm>
        </p:spPr>
        <p:txBody>
          <a:bodyPr/>
          <a:lstStyle/>
          <a:p>
            <a:r>
              <a:rPr lang="en-US" b="0">
                <a:ea typeface="Open Sans"/>
                <a:cs typeface="Open Sans"/>
              </a:rPr>
              <a:t>Fetching URLs Concurrently</a:t>
            </a:r>
            <a:endParaRPr lang="en-US"/>
          </a:p>
        </p:txBody>
      </p:sp>
      <p:sp>
        <p:nvSpPr>
          <p:cNvPr id="3" name="Content Placeholder 2">
            <a:extLst>
              <a:ext uri="{FF2B5EF4-FFF2-40B4-BE49-F238E27FC236}">
                <a16:creationId xmlns:a16="http://schemas.microsoft.com/office/drawing/2014/main" id="{B3F8583D-BD57-8AAE-90C6-2141751B5207}"/>
              </a:ext>
            </a:extLst>
          </p:cNvPr>
          <p:cNvSpPr>
            <a:spLocks noGrp="1"/>
          </p:cNvSpPr>
          <p:nvPr>
            <p:ph sz="half" idx="1"/>
          </p:nvPr>
        </p:nvSpPr>
        <p:spPr/>
        <p:txBody>
          <a:bodyPr vert="horz" lIns="91440" tIns="45720" rIns="91440" bIns="45720" rtlCol="0" anchor="t">
            <a:normAutofit fontScale="85000" lnSpcReduction="10000"/>
          </a:bodyPr>
          <a:lstStyle/>
          <a:p>
            <a:r>
              <a:rPr lang="en-US">
                <a:ea typeface="Open Sans"/>
                <a:cs typeface="Open Sans"/>
              </a:rPr>
              <a:t>One of the most interesting and novel aspects of Go is its support for concurrent programming</a:t>
            </a:r>
          </a:p>
          <a:p>
            <a:r>
              <a:rPr lang="en-US">
                <a:ea typeface="Open Sans"/>
                <a:cs typeface="Open Sans"/>
              </a:rPr>
              <a:t>The next program, </a:t>
            </a:r>
            <a:r>
              <a:rPr lang="en-US" err="1">
                <a:ea typeface="Open Sans"/>
                <a:cs typeface="Open Sans"/>
              </a:rPr>
              <a:t>fetchall</a:t>
            </a:r>
            <a:r>
              <a:rPr lang="en-US">
                <a:ea typeface="Open Sans"/>
                <a:cs typeface="Open Sans"/>
              </a:rPr>
              <a:t>, does the same fetch of a URL’s contents as the previous example, but it fetches many URLs, all concurrently, so that the process will take no longer than the longest fetch rather than the sum of all the fetch time</a:t>
            </a:r>
          </a:p>
        </p:txBody>
      </p:sp>
      <p:pic>
        <p:nvPicPr>
          <p:cNvPr id="5" name="Picture 5" descr="Text, letter&#10;&#10;Description automatically generated">
            <a:extLst>
              <a:ext uri="{FF2B5EF4-FFF2-40B4-BE49-F238E27FC236}">
                <a16:creationId xmlns:a16="http://schemas.microsoft.com/office/drawing/2014/main" id="{6803A791-4174-5AF6-16A0-4FA8CF482533}"/>
              </a:ext>
            </a:extLst>
          </p:cNvPr>
          <p:cNvPicPr>
            <a:picLocks noGrp="1" noChangeAspect="1"/>
          </p:cNvPicPr>
          <p:nvPr>
            <p:ph sz="half" idx="2"/>
          </p:nvPr>
        </p:nvPicPr>
        <p:blipFill>
          <a:blip r:embed="rId2"/>
          <a:stretch>
            <a:fillRect/>
          </a:stretch>
        </p:blipFill>
        <p:spPr>
          <a:xfrm>
            <a:off x="5229707" y="1497377"/>
            <a:ext cx="3538736" cy="2529820"/>
          </a:xfrm>
        </p:spPr>
      </p:pic>
      <p:pic>
        <p:nvPicPr>
          <p:cNvPr id="6" name="Picture 6" descr="Text, letter&#10;&#10;Description automatically generated">
            <a:extLst>
              <a:ext uri="{FF2B5EF4-FFF2-40B4-BE49-F238E27FC236}">
                <a16:creationId xmlns:a16="http://schemas.microsoft.com/office/drawing/2014/main" id="{754B0C7E-2993-1CB6-01F6-46BE489DC6AA}"/>
              </a:ext>
            </a:extLst>
          </p:cNvPr>
          <p:cNvPicPr>
            <a:picLocks noChangeAspect="1"/>
          </p:cNvPicPr>
          <p:nvPr/>
        </p:nvPicPr>
        <p:blipFill>
          <a:blip r:embed="rId3"/>
          <a:stretch>
            <a:fillRect/>
          </a:stretch>
        </p:blipFill>
        <p:spPr>
          <a:xfrm>
            <a:off x="5227864" y="4109071"/>
            <a:ext cx="3124200" cy="2463466"/>
          </a:xfrm>
          <a:prstGeom prst="rect">
            <a:avLst/>
          </a:prstGeom>
        </p:spPr>
      </p:pic>
    </p:spTree>
    <p:extLst>
      <p:ext uri="{BB962C8B-B14F-4D97-AF65-F5344CB8AC3E}">
        <p14:creationId xmlns:p14="http://schemas.microsoft.com/office/powerpoint/2010/main" val="4132436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49A5B-ECAF-EBBC-3873-FB348245361C}"/>
              </a:ext>
            </a:extLst>
          </p:cNvPr>
          <p:cNvSpPr>
            <a:spLocks noGrp="1"/>
          </p:cNvSpPr>
          <p:nvPr>
            <p:ph type="title"/>
          </p:nvPr>
        </p:nvSpPr>
        <p:spPr/>
        <p:txBody>
          <a:bodyPr/>
          <a:lstStyle/>
          <a:p>
            <a:r>
              <a:rPr lang="en-US">
                <a:ea typeface="Open Sans"/>
                <a:cs typeface="Open Sans"/>
              </a:rPr>
              <a:t>Goroutines</a:t>
            </a:r>
            <a:endParaRPr lang="en-US"/>
          </a:p>
        </p:txBody>
      </p:sp>
      <p:sp>
        <p:nvSpPr>
          <p:cNvPr id="3" name="Content Placeholder 2">
            <a:extLst>
              <a:ext uri="{FF2B5EF4-FFF2-40B4-BE49-F238E27FC236}">
                <a16:creationId xmlns:a16="http://schemas.microsoft.com/office/drawing/2014/main" id="{2A63F7BD-5F34-FF40-B3E7-06BA317A5E89}"/>
              </a:ext>
            </a:extLst>
          </p:cNvPr>
          <p:cNvSpPr>
            <a:spLocks noGrp="1"/>
          </p:cNvSpPr>
          <p:nvPr>
            <p:ph idx="1"/>
          </p:nvPr>
        </p:nvSpPr>
        <p:spPr/>
        <p:txBody>
          <a:bodyPr vert="horz" lIns="91440" tIns="45720" rIns="91440" bIns="45720" rtlCol="0" anchor="t">
            <a:normAutofit/>
          </a:bodyPr>
          <a:lstStyle/>
          <a:p>
            <a:r>
              <a:rPr lang="en-US">
                <a:ea typeface="Open Sans"/>
                <a:cs typeface="Open Sans"/>
              </a:rPr>
              <a:t>A goroutine is a concurrent function execution.</a:t>
            </a:r>
          </a:p>
          <a:p>
            <a:r>
              <a:rPr lang="en-US">
                <a:ea typeface="Open Sans"/>
                <a:cs typeface="Open Sans"/>
              </a:rPr>
              <a:t>A channel is a communication mechanism that allows one goroutine to pass values of a specified type to another goroutine</a:t>
            </a:r>
          </a:p>
          <a:p>
            <a:r>
              <a:rPr lang="en-US">
                <a:ea typeface="Open Sans"/>
                <a:cs typeface="Open Sans"/>
              </a:rPr>
              <a:t>The function main runs in a goroutine and the go statement creates additional goroutines.</a:t>
            </a:r>
          </a:p>
          <a:p>
            <a:endParaRPr lang="en-US">
              <a:ea typeface="Open Sans"/>
              <a:cs typeface="Open Sans"/>
            </a:endParaRPr>
          </a:p>
        </p:txBody>
      </p:sp>
    </p:spTree>
    <p:extLst>
      <p:ext uri="{BB962C8B-B14F-4D97-AF65-F5344CB8AC3E}">
        <p14:creationId xmlns:p14="http://schemas.microsoft.com/office/powerpoint/2010/main" val="4173901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88C68-CDFF-DA28-8C83-678B0CE52CE8}"/>
              </a:ext>
            </a:extLst>
          </p:cNvPr>
          <p:cNvSpPr>
            <a:spLocks noGrp="1"/>
          </p:cNvSpPr>
          <p:nvPr>
            <p:ph type="title"/>
          </p:nvPr>
        </p:nvSpPr>
        <p:spPr>
          <a:xfrm>
            <a:off x="1619672" y="1484784"/>
            <a:ext cx="7067128" cy="1143000"/>
          </a:xfrm>
        </p:spPr>
        <p:txBody>
          <a:bodyPr anchor="ctr">
            <a:normAutofit/>
          </a:bodyPr>
          <a:lstStyle/>
          <a:p>
            <a:r>
              <a:rPr lang="en-US"/>
              <a:t>Web Server</a:t>
            </a:r>
          </a:p>
        </p:txBody>
      </p:sp>
      <p:sp>
        <p:nvSpPr>
          <p:cNvPr id="3" name="Content Placeholder 2">
            <a:extLst>
              <a:ext uri="{FF2B5EF4-FFF2-40B4-BE49-F238E27FC236}">
                <a16:creationId xmlns:a16="http://schemas.microsoft.com/office/drawing/2014/main" id="{C903FC3C-F322-D478-CB29-DB8CC921E64B}"/>
              </a:ext>
            </a:extLst>
          </p:cNvPr>
          <p:cNvSpPr>
            <a:spLocks noGrp="1"/>
          </p:cNvSpPr>
          <p:nvPr>
            <p:ph sz="half" idx="1"/>
          </p:nvPr>
        </p:nvSpPr>
        <p:spPr>
          <a:xfrm>
            <a:off x="1619672" y="2636912"/>
            <a:ext cx="3456384" cy="3489251"/>
          </a:xfrm>
        </p:spPr>
        <p:txBody>
          <a:bodyPr vert="horz" lIns="91440" tIns="45720" rIns="91440" bIns="45720" rtlCol="0">
            <a:normAutofit/>
          </a:bodyPr>
          <a:lstStyle/>
          <a:p>
            <a:pPr>
              <a:lnSpc>
                <a:spcPct val="90000"/>
              </a:lnSpc>
            </a:pPr>
            <a:r>
              <a:rPr lang="en-US" sz="1700"/>
              <a:t>Go’s libraries makes it easy to write a web server that responds to client requests like those made by fetch</a:t>
            </a:r>
          </a:p>
          <a:p>
            <a:pPr>
              <a:lnSpc>
                <a:spcPct val="90000"/>
              </a:lnSpc>
            </a:pPr>
            <a:r>
              <a:rPr lang="en-US" sz="1700"/>
              <a:t>In this section, we’ll show a minimal server that returns the path component of the URL used to access the server. That is, if the request is for http://localhost:8000/hello, the response will be </a:t>
            </a:r>
            <a:r>
              <a:rPr lang="en-US" sz="1700" err="1"/>
              <a:t>URL.Path</a:t>
            </a:r>
            <a:r>
              <a:rPr lang="en-US" sz="1700"/>
              <a:t> = "/hello".</a:t>
            </a:r>
          </a:p>
          <a:p>
            <a:pPr>
              <a:lnSpc>
                <a:spcPct val="90000"/>
              </a:lnSpc>
            </a:pPr>
            <a:endParaRPr lang="en-US" sz="1700"/>
          </a:p>
        </p:txBody>
      </p:sp>
      <p:pic>
        <p:nvPicPr>
          <p:cNvPr id="4" name="Picture 4" descr="Text, letter&#10;&#10;Description automatically generated">
            <a:extLst>
              <a:ext uri="{FF2B5EF4-FFF2-40B4-BE49-F238E27FC236}">
                <a16:creationId xmlns:a16="http://schemas.microsoft.com/office/drawing/2014/main" id="{567927FE-17B5-C96D-0D82-DB6D5753586F}"/>
              </a:ext>
            </a:extLst>
          </p:cNvPr>
          <p:cNvPicPr>
            <a:picLocks noChangeAspect="1"/>
          </p:cNvPicPr>
          <p:nvPr/>
        </p:nvPicPr>
        <p:blipFill>
          <a:blip r:embed="rId2"/>
          <a:stretch>
            <a:fillRect/>
          </a:stretch>
        </p:blipFill>
        <p:spPr>
          <a:xfrm>
            <a:off x="5148064" y="3306647"/>
            <a:ext cx="3538736" cy="2149781"/>
          </a:xfrm>
          <a:prstGeom prst="rect">
            <a:avLst/>
          </a:prstGeom>
          <a:noFill/>
        </p:spPr>
      </p:pic>
    </p:spTree>
    <p:extLst>
      <p:ext uri="{BB962C8B-B14F-4D97-AF65-F5344CB8AC3E}">
        <p14:creationId xmlns:p14="http://schemas.microsoft.com/office/powerpoint/2010/main" val="2940983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642D9-5425-D77F-4AA1-75B9612D826D}"/>
              </a:ext>
            </a:extLst>
          </p:cNvPr>
          <p:cNvSpPr>
            <a:spLocks noGrp="1"/>
          </p:cNvSpPr>
          <p:nvPr>
            <p:ph type="title"/>
          </p:nvPr>
        </p:nvSpPr>
        <p:spPr/>
        <p:txBody>
          <a:bodyPr/>
          <a:lstStyle/>
          <a:p>
            <a:r>
              <a:rPr lang="en-US">
                <a:ea typeface="Open Sans"/>
                <a:cs typeface="Open Sans"/>
              </a:rPr>
              <a:t>Access</a:t>
            </a:r>
            <a:endParaRPr lang="en-US"/>
          </a:p>
        </p:txBody>
      </p:sp>
      <p:sp>
        <p:nvSpPr>
          <p:cNvPr id="3" name="Content Placeholder 2">
            <a:extLst>
              <a:ext uri="{FF2B5EF4-FFF2-40B4-BE49-F238E27FC236}">
                <a16:creationId xmlns:a16="http://schemas.microsoft.com/office/drawing/2014/main" id="{7B356FCF-8845-F360-87D4-0F71479CE54C}"/>
              </a:ext>
            </a:extLst>
          </p:cNvPr>
          <p:cNvSpPr>
            <a:spLocks noGrp="1"/>
          </p:cNvSpPr>
          <p:nvPr>
            <p:ph sz="half" idx="1"/>
          </p:nvPr>
        </p:nvSpPr>
        <p:spPr/>
        <p:txBody>
          <a:bodyPr vert="horz" lIns="91440" tIns="45720" rIns="91440" bIns="45720" rtlCol="0" anchor="t">
            <a:normAutofit/>
          </a:bodyPr>
          <a:lstStyle/>
          <a:p>
            <a:r>
              <a:rPr lang="en-US">
                <a:ea typeface="Open Sans"/>
                <a:cs typeface="Open Sans"/>
              </a:rPr>
              <a:t>Let’s start the server in the background. On Mac OS X or Linux, add an ampersand (&amp;) to the command; on Microsoft Windows, you will need to run the command without the ampersand in a separate command window.</a:t>
            </a:r>
          </a:p>
          <a:p>
            <a:endParaRPr lang="en-US">
              <a:ea typeface="Open Sans"/>
              <a:cs typeface="Open Sans"/>
            </a:endParaRPr>
          </a:p>
        </p:txBody>
      </p:sp>
      <p:pic>
        <p:nvPicPr>
          <p:cNvPr id="5" name="Picture 5">
            <a:extLst>
              <a:ext uri="{FF2B5EF4-FFF2-40B4-BE49-F238E27FC236}">
                <a16:creationId xmlns:a16="http://schemas.microsoft.com/office/drawing/2014/main" id="{4829A912-79FA-DC2E-C81E-AC753C602E4E}"/>
              </a:ext>
            </a:extLst>
          </p:cNvPr>
          <p:cNvPicPr>
            <a:picLocks noGrp="1" noChangeAspect="1"/>
          </p:cNvPicPr>
          <p:nvPr>
            <p:ph sz="half" idx="2"/>
          </p:nvPr>
        </p:nvPicPr>
        <p:blipFill>
          <a:blip r:embed="rId2"/>
          <a:stretch>
            <a:fillRect/>
          </a:stretch>
        </p:blipFill>
        <p:spPr>
          <a:xfrm>
            <a:off x="5302944" y="4233900"/>
            <a:ext cx="3228975" cy="295275"/>
          </a:xfrm>
        </p:spPr>
      </p:pic>
    </p:spTree>
    <p:extLst>
      <p:ext uri="{BB962C8B-B14F-4D97-AF65-F5344CB8AC3E}">
        <p14:creationId xmlns:p14="http://schemas.microsoft.com/office/powerpoint/2010/main" val="4236229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8D3F5-BD2C-FC62-AF24-18FFE2D734FF}"/>
              </a:ext>
            </a:extLst>
          </p:cNvPr>
          <p:cNvSpPr>
            <a:spLocks noGrp="1"/>
          </p:cNvSpPr>
          <p:nvPr>
            <p:ph type="title"/>
          </p:nvPr>
        </p:nvSpPr>
        <p:spPr/>
        <p:txBody>
          <a:bodyPr/>
          <a:lstStyle/>
          <a:p>
            <a:r>
              <a:rPr lang="en-US">
                <a:ea typeface="Open Sans"/>
                <a:cs typeface="Open Sans"/>
              </a:rPr>
              <a:t>Access (2)</a:t>
            </a:r>
            <a:endParaRPr lang="en-US"/>
          </a:p>
        </p:txBody>
      </p:sp>
      <p:sp>
        <p:nvSpPr>
          <p:cNvPr id="3" name="Content Placeholder 2">
            <a:extLst>
              <a:ext uri="{FF2B5EF4-FFF2-40B4-BE49-F238E27FC236}">
                <a16:creationId xmlns:a16="http://schemas.microsoft.com/office/drawing/2014/main" id="{557FB63A-8217-6916-BC46-32DB265A2C53}"/>
              </a:ext>
            </a:extLst>
          </p:cNvPr>
          <p:cNvSpPr>
            <a:spLocks noGrp="1"/>
          </p:cNvSpPr>
          <p:nvPr>
            <p:ph sz="half" idx="1"/>
          </p:nvPr>
        </p:nvSpPr>
        <p:spPr/>
        <p:txBody>
          <a:bodyPr vert="horz" lIns="91440" tIns="45720" rIns="91440" bIns="45720" rtlCol="0" anchor="t">
            <a:normAutofit/>
          </a:bodyPr>
          <a:lstStyle/>
          <a:p>
            <a:r>
              <a:rPr lang="en-US">
                <a:ea typeface="Open Sans"/>
                <a:cs typeface="Open Sans"/>
              </a:rPr>
              <a:t>We can then make client requests from the command line:</a:t>
            </a:r>
          </a:p>
          <a:p>
            <a:endParaRPr lang="en-US">
              <a:ea typeface="Open Sans"/>
              <a:cs typeface="Open Sans"/>
            </a:endParaRPr>
          </a:p>
        </p:txBody>
      </p:sp>
      <p:pic>
        <p:nvPicPr>
          <p:cNvPr id="5" name="Picture 5" descr="Text&#10;&#10;Description automatically generated">
            <a:extLst>
              <a:ext uri="{FF2B5EF4-FFF2-40B4-BE49-F238E27FC236}">
                <a16:creationId xmlns:a16="http://schemas.microsoft.com/office/drawing/2014/main" id="{F34513C8-457D-4A23-81AC-B500639EF016}"/>
              </a:ext>
            </a:extLst>
          </p:cNvPr>
          <p:cNvPicPr>
            <a:picLocks noGrp="1" noChangeAspect="1"/>
          </p:cNvPicPr>
          <p:nvPr>
            <p:ph sz="half" idx="2"/>
          </p:nvPr>
        </p:nvPicPr>
        <p:blipFill>
          <a:blip r:embed="rId2"/>
          <a:stretch>
            <a:fillRect/>
          </a:stretch>
        </p:blipFill>
        <p:spPr>
          <a:xfrm>
            <a:off x="1962390" y="3661719"/>
            <a:ext cx="2752725" cy="895350"/>
          </a:xfrm>
        </p:spPr>
      </p:pic>
      <p:pic>
        <p:nvPicPr>
          <p:cNvPr id="6" name="Picture 6" descr="Graphical user interface, text, application, email&#10;&#10;Description automatically generated">
            <a:extLst>
              <a:ext uri="{FF2B5EF4-FFF2-40B4-BE49-F238E27FC236}">
                <a16:creationId xmlns:a16="http://schemas.microsoft.com/office/drawing/2014/main" id="{C5EB86F0-47F2-AD2B-D956-D419E5AD164E}"/>
              </a:ext>
            </a:extLst>
          </p:cNvPr>
          <p:cNvPicPr>
            <a:picLocks noChangeAspect="1"/>
          </p:cNvPicPr>
          <p:nvPr/>
        </p:nvPicPr>
        <p:blipFill>
          <a:blip r:embed="rId3"/>
          <a:stretch>
            <a:fillRect/>
          </a:stretch>
        </p:blipFill>
        <p:spPr>
          <a:xfrm>
            <a:off x="5323115" y="3508402"/>
            <a:ext cx="3396342" cy="1406017"/>
          </a:xfrm>
          <a:prstGeom prst="rect">
            <a:avLst/>
          </a:prstGeom>
        </p:spPr>
      </p:pic>
    </p:spTree>
    <p:extLst>
      <p:ext uri="{BB962C8B-B14F-4D97-AF65-F5344CB8AC3E}">
        <p14:creationId xmlns:p14="http://schemas.microsoft.com/office/powerpoint/2010/main" val="8681088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8D8085-CEF9-4899-944F-A4EBC89804E1}"/>
              </a:ext>
            </a:extLst>
          </p:cNvPr>
          <p:cNvSpPr>
            <a:spLocks noGrp="1"/>
          </p:cNvSpPr>
          <p:nvPr>
            <p:ph type="title"/>
          </p:nvPr>
        </p:nvSpPr>
        <p:spPr/>
        <p:txBody>
          <a:bodyPr/>
          <a:lstStyle/>
          <a:p>
            <a:r>
              <a:rPr lang="en-GB"/>
              <a:t>References</a:t>
            </a:r>
            <a:endParaRPr lang="id-ID"/>
          </a:p>
        </p:txBody>
      </p:sp>
      <p:sp>
        <p:nvSpPr>
          <p:cNvPr id="5" name="Content Placeholder 4">
            <a:extLst>
              <a:ext uri="{FF2B5EF4-FFF2-40B4-BE49-F238E27FC236}">
                <a16:creationId xmlns:a16="http://schemas.microsoft.com/office/drawing/2014/main" id="{BFC9FBC7-A7B5-44F5-875A-9C78EE947DD2}"/>
              </a:ext>
            </a:extLst>
          </p:cNvPr>
          <p:cNvSpPr>
            <a:spLocks noGrp="1"/>
          </p:cNvSpPr>
          <p:nvPr>
            <p:ph idx="1"/>
          </p:nvPr>
        </p:nvSpPr>
        <p:spPr/>
        <p:txBody>
          <a:bodyPr vert="horz" lIns="91440" tIns="45720" rIns="91440" bIns="45720" rtlCol="0" anchor="t">
            <a:normAutofit/>
          </a:bodyPr>
          <a:lstStyle/>
          <a:p>
            <a:pPr>
              <a:lnSpc>
                <a:spcPct val="107000"/>
              </a:lnSpc>
              <a:spcAft>
                <a:spcPts val="800"/>
              </a:spcAft>
            </a:pPr>
            <a:r>
              <a:rPr lang="en-AU" sz="1800" dirty="0">
                <a:effectLst/>
                <a:ea typeface="Open Sans"/>
                <a:cs typeface="Open Sans"/>
                <a:hlinkClick r:id="rId2">
                  <a:extLst>
                    <a:ext uri="{A12FA001-AC4F-418D-AE19-62706E023703}">
                      <ahyp:hlinkClr xmlns:ahyp="http://schemas.microsoft.com/office/drawing/2018/hyperlinkcolor" val="tx"/>
                    </a:ext>
                  </a:extLst>
                </a:hlinkClick>
              </a:rPr>
              <a:t>https://</a:t>
            </a:r>
            <a:r>
              <a:rPr lang="en-AU" sz="1800" dirty="0">
                <a:ea typeface="Open Sans"/>
                <a:cs typeface="Open Sans"/>
                <a:hlinkClick r:id="rId2">
                  <a:extLst>
                    <a:ext uri="{A12FA001-AC4F-418D-AE19-62706E023703}">
                      <ahyp:hlinkClr xmlns:ahyp="http://schemas.microsoft.com/office/drawing/2018/hyperlinkcolor" val="tx"/>
                    </a:ext>
                  </a:extLst>
                </a:hlinkClick>
              </a:rPr>
              <a:t>go</a:t>
            </a:r>
            <a:r>
              <a:rPr lang="en-AU" sz="1800" dirty="0">
                <a:effectLst/>
                <a:ea typeface="Open Sans"/>
                <a:cs typeface="Open Sans"/>
                <a:hlinkClick r:id="rId2">
                  <a:extLst>
                    <a:ext uri="{A12FA001-AC4F-418D-AE19-62706E023703}">
                      <ahyp:hlinkClr xmlns:ahyp="http://schemas.microsoft.com/office/drawing/2018/hyperlinkcolor" val="tx"/>
                    </a:ext>
                  </a:extLst>
                </a:hlinkClick>
              </a:rPr>
              <a:t>.</a:t>
            </a:r>
            <a:r>
              <a:rPr lang="en-AU" sz="1800" dirty="0">
                <a:ea typeface="Open Sans"/>
                <a:cs typeface="Open Sans"/>
                <a:hlinkClick r:id="rId2">
                  <a:extLst>
                    <a:ext uri="{A12FA001-AC4F-418D-AE19-62706E023703}">
                      <ahyp:hlinkClr xmlns:ahyp="http://schemas.microsoft.com/office/drawing/2018/hyperlinkcolor" val="tx"/>
                    </a:ext>
                  </a:extLst>
                </a:hlinkClick>
              </a:rPr>
              <a:t>dev</a:t>
            </a:r>
            <a:r>
              <a:rPr lang="en-AU" sz="1800" dirty="0">
                <a:effectLst/>
                <a:ea typeface="Open Sans"/>
                <a:cs typeface="Open Sans"/>
                <a:hlinkClick r:id="rId2">
                  <a:extLst>
                    <a:ext uri="{A12FA001-AC4F-418D-AE19-62706E023703}">
                      <ahyp:hlinkClr xmlns:ahyp="http://schemas.microsoft.com/office/drawing/2018/hyperlinkcolor" val="tx"/>
                    </a:ext>
                  </a:extLst>
                </a:hlinkClick>
              </a:rPr>
              <a:t>/</a:t>
            </a:r>
            <a:r>
              <a:rPr lang="en-AU" sz="1800" dirty="0">
                <a:ea typeface="Open Sans"/>
                <a:cs typeface="Open Sans"/>
                <a:hlinkClick r:id="rId2">
                  <a:extLst>
                    <a:ext uri="{A12FA001-AC4F-418D-AE19-62706E023703}">
                      <ahyp:hlinkClr xmlns:ahyp="http://schemas.microsoft.com/office/drawing/2018/hyperlinkcolor" val="tx"/>
                    </a:ext>
                  </a:extLst>
                </a:hlinkClick>
              </a:rPr>
              <a:t>doc</a:t>
            </a:r>
            <a:r>
              <a:rPr lang="en-AU" sz="1800" dirty="0">
                <a:effectLst/>
                <a:ea typeface="Open Sans"/>
                <a:cs typeface="Open Sans"/>
                <a:hlinkClick r:id="rId2">
                  <a:extLst>
                    <a:ext uri="{A12FA001-AC4F-418D-AE19-62706E023703}">
                      <ahyp:hlinkClr xmlns:ahyp="http://schemas.microsoft.com/office/drawing/2018/hyperlinkcolor" val="tx"/>
                    </a:ext>
                  </a:extLst>
                </a:hlinkClick>
              </a:rPr>
              <a:t>/</a:t>
            </a:r>
            <a:r>
              <a:rPr lang="en-AU" sz="1800" dirty="0">
                <a:ea typeface="Open Sans"/>
                <a:cs typeface="Open Sans"/>
                <a:hlinkClick r:id="rId2">
                  <a:extLst>
                    <a:ext uri="{A12FA001-AC4F-418D-AE19-62706E023703}">
                      <ahyp:hlinkClr xmlns:ahyp="http://schemas.microsoft.com/office/drawing/2018/hyperlinkcolor" val="tx"/>
                    </a:ext>
                  </a:extLst>
                </a:hlinkClick>
              </a:rPr>
              <a:t>install</a:t>
            </a:r>
            <a:endParaRPr lang="en-AU" sz="1800" dirty="0">
              <a:ea typeface="Open Sans"/>
              <a:cs typeface="Open Sans"/>
            </a:endParaRPr>
          </a:p>
          <a:p>
            <a:pPr>
              <a:lnSpc>
                <a:spcPct val="107000"/>
              </a:lnSpc>
              <a:spcAft>
                <a:spcPts val="800"/>
              </a:spcAft>
            </a:pPr>
            <a:r>
              <a:rPr lang="en-AU" sz="1800">
                <a:latin typeface="Arial"/>
                <a:ea typeface="Open Sans"/>
                <a:cs typeface="Times New Roman" panose="02020603050405020304" pitchFamily="18" charset="0"/>
              </a:rPr>
              <a:t>https://gobyexample.com/hello-world</a:t>
            </a:r>
          </a:p>
          <a:p>
            <a:pPr>
              <a:lnSpc>
                <a:spcPct val="107000"/>
              </a:lnSpc>
              <a:spcAft>
                <a:spcPts val="800"/>
              </a:spcAft>
            </a:pPr>
            <a:endParaRPr lang="en-AU" sz="1800" dirty="0">
              <a:ea typeface="Open Sans"/>
              <a:cs typeface="Open Sans"/>
            </a:endParaRPr>
          </a:p>
        </p:txBody>
      </p:sp>
      <p:sp>
        <p:nvSpPr>
          <p:cNvPr id="6" name="Subtitle 5">
            <a:extLst>
              <a:ext uri="{FF2B5EF4-FFF2-40B4-BE49-F238E27FC236}">
                <a16:creationId xmlns:a16="http://schemas.microsoft.com/office/drawing/2014/main" id="{64CE016D-E953-4FF6-AB64-3D5523725FF4}"/>
              </a:ext>
            </a:extLst>
          </p:cNvPr>
          <p:cNvSpPr>
            <a:spLocks noGrp="1"/>
          </p:cNvSpPr>
          <p:nvPr>
            <p:ph type="subTitle" idx="13"/>
          </p:nvPr>
        </p:nvSpPr>
        <p:spPr/>
        <p:txBody>
          <a:bodyPr/>
          <a:lstStyle/>
          <a:p>
            <a:endParaRPr lang="id-ID"/>
          </a:p>
        </p:txBody>
      </p:sp>
    </p:spTree>
    <p:extLst>
      <p:ext uri="{BB962C8B-B14F-4D97-AF65-F5344CB8AC3E}">
        <p14:creationId xmlns:p14="http://schemas.microsoft.com/office/powerpoint/2010/main" val="1365886943"/>
      </p:ext>
    </p:extLst>
  </p:cSld>
  <p:clrMapOvr>
    <a:masterClrMapping/>
  </p:clrMapOvr>
</p:sld>
</file>

<file path=ppt/theme/theme1.xml><?xml version="1.0" encoding="utf-8"?>
<a:theme xmlns:a="http://schemas.openxmlformats.org/drawingml/2006/main" name="Template PPT 20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 PPT 2015</Template>
  <TotalTime>0</TotalTime>
  <Words>972</Words>
  <Application>Microsoft Office PowerPoint</Application>
  <PresentationFormat>On-screen Show (4:3)</PresentationFormat>
  <Paragraphs>70</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Open Sans</vt:lpstr>
      <vt:lpstr>Symbol</vt:lpstr>
      <vt:lpstr>Template PPT 2015</vt:lpstr>
      <vt:lpstr>Popular Programming Tech</vt:lpstr>
      <vt:lpstr>Learning Objective</vt:lpstr>
      <vt:lpstr>Outline</vt:lpstr>
      <vt:lpstr>Hello World!</vt:lpstr>
      <vt:lpstr>Hello World (cont..)</vt:lpstr>
      <vt:lpstr>Running a program</vt:lpstr>
      <vt:lpstr>GO to be watched</vt:lpstr>
      <vt:lpstr>Command-Line Arguments</vt:lpstr>
      <vt:lpstr>Comments</vt:lpstr>
      <vt:lpstr>Declare Variable</vt:lpstr>
      <vt:lpstr>Finding Duplicate Lines</vt:lpstr>
      <vt:lpstr>Animated GIF's</vt:lpstr>
      <vt:lpstr>PowerPoint Presentation</vt:lpstr>
      <vt:lpstr>Fetching a URL</vt:lpstr>
      <vt:lpstr>Fetching URLs Concurrently</vt:lpstr>
      <vt:lpstr>Goroutines</vt:lpstr>
      <vt:lpstr>Web Server</vt:lpstr>
      <vt:lpstr>Access</vt:lpstr>
      <vt:lpstr>Access (2)</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Session  #</dc:title>
  <dc:creator>Yulia</dc:creator>
  <cp:lastModifiedBy>Gusti Pangestu</cp:lastModifiedBy>
  <cp:revision>1</cp:revision>
  <dcterms:created xsi:type="dcterms:W3CDTF">2015-05-04T03:33:03Z</dcterms:created>
  <dcterms:modified xsi:type="dcterms:W3CDTF">2023-01-02T04:04:01Z</dcterms:modified>
</cp:coreProperties>
</file>